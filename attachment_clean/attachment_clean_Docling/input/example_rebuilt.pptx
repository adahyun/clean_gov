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9" r:id="rId11"/>
  </p:sldIdLst>
  <p:sldSz cx="20104100" cy="15081250"/>
  <p:notesSz cx="9939338" cy="6807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na Muller" initials="AM" lastIdx="10" clrIdx="0">
    <p:extLst>
      <p:ext uri="{19B8F6BF-5375-455C-9EA6-DF929625EA0E}">
        <p15:presenceInfo xmlns:p15="http://schemas.microsoft.com/office/powerpoint/2012/main" userId="38551a0264b7d49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883" autoAdjust="0"/>
  </p:normalViewPr>
  <p:slideViewPr>
    <p:cSldViewPr>
      <p:cViewPr varScale="1">
        <p:scale>
          <a:sx n="49" d="100"/>
          <a:sy n="49" d="100"/>
        </p:scale>
        <p:origin x="1698" y="7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5742"/>
    </p:cViewPr>
  </p:sorterViewPr>
  <p:notesViewPr>
    <p:cSldViewPr>
      <p:cViewPr>
        <p:scale>
          <a:sx n="125" d="100"/>
          <a:sy n="125" d="100"/>
        </p:scale>
        <p:origin x="-44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306888" cy="3413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9275" y="0"/>
            <a:ext cx="4308475" cy="341313"/>
          </a:xfrm>
          <a:prstGeom prst="rect">
            <a:avLst/>
          </a:prstGeom>
        </p:spPr>
        <p:txBody>
          <a:bodyPr vert="horz" lIns="91440" tIns="45720" rIns="91440" bIns="45720" rtlCol="0"/>
          <a:lstStyle>
            <a:lvl1pPr algn="r">
              <a:defRPr sz="1200"/>
            </a:lvl1pPr>
          </a:lstStyle>
          <a:p>
            <a:fld id="{5EB3A44D-B832-4E40-B837-9F1799B302F2}" type="datetimeFigureOut">
              <a:rPr kumimoji="1" lang="ja-JP" altLang="en-US" smtClean="0"/>
              <a:t>2022/10/17</a:t>
            </a:fld>
            <a:endParaRPr kumimoji="1" lang="ja-JP" altLang="en-US"/>
          </a:p>
        </p:txBody>
      </p:sp>
      <p:sp>
        <p:nvSpPr>
          <p:cNvPr id="4" name="スライド イメージ プレースホルダー 3"/>
          <p:cNvSpPr>
            <a:spLocks noGrp="1" noRot="1" noChangeAspect="1"/>
          </p:cNvSpPr>
          <p:nvPr>
            <p:ph type="sldImg" idx="2"/>
          </p:nvPr>
        </p:nvSpPr>
        <p:spPr>
          <a:xfrm>
            <a:off x="3438525" y="850900"/>
            <a:ext cx="3062288" cy="22971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93775" y="3276600"/>
            <a:ext cx="7951788" cy="26797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465888"/>
            <a:ext cx="4306888" cy="34131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9275" y="6465888"/>
            <a:ext cx="4308475" cy="341312"/>
          </a:xfrm>
          <a:prstGeom prst="rect">
            <a:avLst/>
          </a:prstGeom>
        </p:spPr>
        <p:txBody>
          <a:bodyPr vert="horz" lIns="91440" tIns="45720" rIns="91440" bIns="45720" rtlCol="0" anchor="b"/>
          <a:lstStyle>
            <a:lvl1pPr algn="r">
              <a:defRPr sz="1200"/>
            </a:lvl1pPr>
          </a:lstStyle>
          <a:p>
            <a:fld id="{1056A44C-1644-4C12-9C7A-834FFAE18FD7}" type="slidenum">
              <a:rPr kumimoji="1" lang="ja-JP" altLang="en-US" smtClean="0"/>
              <a:t>‹#›</a:t>
            </a:fld>
            <a:endParaRPr kumimoji="1" lang="ja-JP" altLang="en-US"/>
          </a:p>
        </p:txBody>
      </p:sp>
    </p:spTree>
    <p:extLst>
      <p:ext uri="{BB962C8B-B14F-4D97-AF65-F5344CB8AC3E}">
        <p14:creationId xmlns:p14="http://schemas.microsoft.com/office/powerpoint/2010/main" val="25101304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GB" altLang="ja-JP" i="1" dirty="0"/>
              <a:t>This PowerPoint slides were created on the basis of the information sheet on children’s environmental health entitled, “what every community-health worker needs to know about children’s environmental health”.  Please refer to this information sheet for further details (WHO/HEP/ECH/CHE/22.03). Contents in the slides can be revised adapting to the specific needs of countries and professional groups.</a:t>
            </a:r>
            <a:endParaRPr lang="en-GB"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1</a:t>
            </a:fld>
            <a:endParaRPr kumimoji="1" lang="ja-JP" altLang="en-US"/>
          </a:p>
        </p:txBody>
      </p:sp>
    </p:spTree>
    <p:extLst>
      <p:ext uri="{BB962C8B-B14F-4D97-AF65-F5344CB8AC3E}">
        <p14:creationId xmlns:p14="http://schemas.microsoft.com/office/powerpoint/2010/main" val="3566968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GB" altLang="ja-JP" b="1" dirty="0"/>
              <a:t>Early-life environment affects lifelong health and risk for disease</a:t>
            </a:r>
            <a:endParaRPr lang="ja-JP" altLang="ja-JP" dirty="0"/>
          </a:p>
          <a:p>
            <a:r>
              <a:rPr lang="en-GB" altLang="ja-JP" dirty="0"/>
              <a:t>Environmental threats during preconception, prenatal life and early childhood can have immediate and future health consequences.</a:t>
            </a:r>
            <a:endParaRPr lang="ja-JP" altLang="ja-JP" dirty="0"/>
          </a:p>
          <a:p>
            <a:r>
              <a:rPr lang="en-GB" altLang="ja-JP" b="1" dirty="0"/>
              <a:t>Unhealthy environment causes death</a:t>
            </a:r>
            <a:endParaRPr lang="ja-JP" altLang="ja-JP" dirty="0"/>
          </a:p>
          <a:p>
            <a:r>
              <a:rPr lang="en-GB" altLang="ja-JP" dirty="0"/>
              <a:t>In 2016, the environment was responsible for an estimated 13.7 million deaths globally, including 1 in 4 deaths of children under 5 years of age and 23% of all disease burden</a:t>
            </a:r>
            <a:r>
              <a:rPr lang="en-GB" altLang="ja-JP" b="1" dirty="0"/>
              <a:t>.</a:t>
            </a:r>
            <a:endParaRPr lang="ja-JP" altLang="ja-JP" dirty="0"/>
          </a:p>
          <a:p>
            <a:r>
              <a:rPr lang="en-GB" altLang="ja-JP" b="1" dirty="0"/>
              <a:t>Prevention works</a:t>
            </a:r>
            <a:endParaRPr lang="ja-JP" altLang="ja-JP" dirty="0"/>
          </a:p>
          <a:p>
            <a:r>
              <a:rPr lang="en-GB" altLang="ja-JP" dirty="0"/>
              <a:t>Decreasing exposure to air pollution and hazardous chemicals and waste, while securing access to safe water and adequate hygiene and sanitation, reduces disease.</a:t>
            </a:r>
            <a:endParaRPr lang="ja-JP" altLang="ja-JP" dirty="0"/>
          </a:p>
          <a:p>
            <a:r>
              <a:rPr lang="en-GB" altLang="ja-JP" b="1" dirty="0"/>
              <a:t>Action to reduce early exposure can protect health</a:t>
            </a:r>
            <a:endParaRPr lang="ja-JP" altLang="ja-JP" dirty="0"/>
          </a:p>
          <a:p>
            <a:r>
              <a:rPr lang="en-GB" altLang="ja-JP" dirty="0"/>
              <a:t>Reducing and potentially eliminating the exposure of children to environmental threats in the early years of their lives, and even before conception, can protect their health and that of future generations.</a:t>
            </a:r>
            <a:r>
              <a:rPr lang="ja-JP" altLang="ja-JP" dirty="0">
                <a:effectLst/>
              </a:rPr>
              <a:t> </a:t>
            </a:r>
            <a:r>
              <a:rPr lang="en-GB" altLang="ja-JP" dirty="0"/>
              <a:t> </a:t>
            </a:r>
            <a:endParaRPr lang="ja-JP" altLang="ja-JP"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2</a:t>
            </a:fld>
            <a:endParaRPr kumimoji="1" lang="ja-JP" altLang="en-US"/>
          </a:p>
        </p:txBody>
      </p:sp>
    </p:spTree>
    <p:extLst>
      <p:ext uri="{BB962C8B-B14F-4D97-AF65-F5344CB8AC3E}">
        <p14:creationId xmlns:p14="http://schemas.microsoft.com/office/powerpoint/2010/main" val="819510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GB" altLang="ja-JP" dirty="0"/>
              <a:t>In their everyday work, community health workers can take the following specific actions to protect children’s health:</a:t>
            </a:r>
            <a:endParaRPr lang="ja-JP" altLang="ja-JP" dirty="0"/>
          </a:p>
          <a:p>
            <a:pPr marL="171450" lvl="0" indent="-171450">
              <a:buFont typeface="Wingdings" panose="05000000000000000000" pitchFamily="2" charset="2"/>
              <a:buChar char="l"/>
            </a:pPr>
            <a:r>
              <a:rPr lang="en-GB" altLang="ja-JP" dirty="0"/>
              <a:t>identify and recognize the links between health outcomes and environmental and occupational sources of exposure in children. This could be done through questionnaires in local clinics, or by asking questions during home visits (for example, postnatal visits);</a:t>
            </a:r>
            <a:endParaRPr lang="ja-JP" altLang="ja-JP" dirty="0"/>
          </a:p>
          <a:p>
            <a:pPr marL="171450" lvl="0" indent="-171450">
              <a:buFont typeface="Wingdings" panose="05000000000000000000" pitchFamily="2" charset="2"/>
              <a:buChar char="l"/>
            </a:pPr>
            <a:r>
              <a:rPr lang="en-GB" altLang="ja-JP" dirty="0"/>
              <a:t>disseminate knowledge and educate families and communities about the most common environmental risks and measures to prevent them;</a:t>
            </a:r>
            <a:endParaRPr lang="ja-JP" altLang="ja-JP" dirty="0"/>
          </a:p>
          <a:p>
            <a:pPr marL="171450" lvl="0" indent="-171450">
              <a:buFont typeface="Wingdings" panose="05000000000000000000" pitchFamily="2" charset="2"/>
              <a:buChar char="l"/>
            </a:pPr>
            <a:r>
              <a:rPr lang="en-GB" altLang="ja-JP" dirty="0"/>
              <a:t>identify and report to the local authorities the potential point sources of environmental exposure in communities;</a:t>
            </a:r>
            <a:endParaRPr lang="ja-JP" altLang="ja-JP" dirty="0"/>
          </a:p>
          <a:p>
            <a:pPr marL="171450" lvl="0" indent="-171450">
              <a:buFont typeface="Wingdings" panose="05000000000000000000" pitchFamily="2" charset="2"/>
              <a:buChar char="l"/>
            </a:pPr>
            <a:r>
              <a:rPr lang="en-GB" altLang="ja-JP" dirty="0"/>
              <a:t>be on the alert for cases of disease linked to potential environmental exposure in communities;</a:t>
            </a:r>
            <a:endParaRPr lang="ja-JP" altLang="ja-JP" dirty="0"/>
          </a:p>
          <a:p>
            <a:pPr marL="171450" lvl="0" indent="-171450">
              <a:buFont typeface="Wingdings" panose="05000000000000000000" pitchFamily="2" charset="2"/>
              <a:buChar char="l"/>
            </a:pPr>
            <a:r>
              <a:rPr lang="en-GB" altLang="ja-JP" dirty="0"/>
              <a:t>advocate, raise health concerns about, and influence decision-makers in implementing action to protect communities from exposure to environmental pollution, including hazardous chemicals and waste.</a:t>
            </a:r>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3</a:t>
            </a:fld>
            <a:endParaRPr kumimoji="1" lang="ja-JP" altLang="en-US"/>
          </a:p>
        </p:txBody>
      </p:sp>
    </p:spTree>
    <p:extLst>
      <p:ext uri="{BB962C8B-B14F-4D97-AF65-F5344CB8AC3E}">
        <p14:creationId xmlns:p14="http://schemas.microsoft.com/office/powerpoint/2010/main" val="250820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GB" altLang="ja-JP" dirty="0"/>
              <a:t>Air pollution can result in:</a:t>
            </a:r>
            <a:endParaRPr lang="ja-JP" altLang="ja-JP" dirty="0"/>
          </a:p>
          <a:p>
            <a:pPr marL="171450" lvl="0" indent="-171450">
              <a:buFont typeface="Wingdings" panose="05000000000000000000" pitchFamily="2" charset="2"/>
              <a:buChar char="l"/>
            </a:pPr>
            <a:r>
              <a:rPr lang="en-GB" altLang="ja-JP" dirty="0"/>
              <a:t>reduced lung function and rate of lung growth, respiratory infections (for example, pneumonia), and exacerbation or aggravation of asthma;</a:t>
            </a:r>
            <a:endParaRPr lang="ja-JP" altLang="ja-JP" dirty="0"/>
          </a:p>
          <a:p>
            <a:pPr marL="171450" lvl="0" indent="-171450">
              <a:buFont typeface="Wingdings" panose="05000000000000000000" pitchFamily="2" charset="2"/>
              <a:buChar char="l"/>
            </a:pPr>
            <a:r>
              <a:rPr lang="en-GB" altLang="ja-JP" dirty="0"/>
              <a:t>some adverse outcomes, including pre-term birth, low birth weight, still birth and small for gestational age;</a:t>
            </a:r>
            <a:endParaRPr lang="ja-JP" altLang="ja-JP" dirty="0"/>
          </a:p>
          <a:p>
            <a:pPr marL="171450" lvl="0" indent="-171450">
              <a:buFont typeface="Wingdings" panose="05000000000000000000" pitchFamily="2" charset="2"/>
              <a:buChar char="l"/>
            </a:pPr>
            <a:r>
              <a:rPr lang="en-GB" altLang="ja-JP" dirty="0"/>
              <a:t>impairment of children’s cognitive and neurological development.</a:t>
            </a:r>
          </a:p>
          <a:p>
            <a:pPr marL="171450" lvl="0" indent="-171450">
              <a:buFont typeface="Wingdings" panose="05000000000000000000" pitchFamily="2" charset="2"/>
              <a:buChar char="l"/>
            </a:pPr>
            <a:r>
              <a:rPr lang="en-GB" altLang="ja-JP" dirty="0"/>
              <a:t>increased risk and incidence of otitis media;</a:t>
            </a:r>
          </a:p>
          <a:p>
            <a:pPr marL="171450" lvl="0" indent="-171450">
              <a:buFont typeface="Wingdings" panose="05000000000000000000" pitchFamily="2" charset="2"/>
              <a:buChar char="l"/>
            </a:pPr>
            <a:r>
              <a:rPr lang="en-GB" altLang="ja-JP" dirty="0"/>
              <a:t>development of some childhood cancers, including leukaemia;</a:t>
            </a:r>
          </a:p>
          <a:p>
            <a:pPr marL="171450" lvl="0" indent="-171450">
              <a:buFont typeface="Wingdings" panose="05000000000000000000" pitchFamily="2" charset="2"/>
              <a:buChar char="l"/>
            </a:pPr>
            <a:r>
              <a:rPr lang="en-GB" altLang="ja-JP" dirty="0"/>
              <a:t>some chronic health conditions later in life, for example lung disease.</a:t>
            </a:r>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4</a:t>
            </a:fld>
            <a:endParaRPr kumimoji="1" lang="ja-JP" altLang="en-US"/>
          </a:p>
        </p:txBody>
      </p:sp>
    </p:spTree>
    <p:extLst>
      <p:ext uri="{BB962C8B-B14F-4D97-AF65-F5344CB8AC3E}">
        <p14:creationId xmlns:p14="http://schemas.microsoft.com/office/powerpoint/2010/main" val="270119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a:xfrm>
            <a:off x="993775" y="3276600"/>
            <a:ext cx="7951788" cy="3479800"/>
          </a:xfrm>
        </p:spPr>
        <p:txBody>
          <a:bodyPr/>
          <a:lstStyle/>
          <a:p>
            <a:r>
              <a:rPr lang="en-GB" altLang="ja-JP" dirty="0"/>
              <a:t>Be informed about existing and emerging evidence on the health effects of exposure to air pollution, paying particular attention to susceptible and vulnerable population groups, such as children, with the aim of educating patients, as well as colleagues and peers in community centres.</a:t>
            </a:r>
          </a:p>
          <a:p>
            <a:endParaRPr lang="ja-JP" altLang="ja-JP" dirty="0"/>
          </a:p>
          <a:p>
            <a:r>
              <a:rPr lang="en-GB" altLang="ja-JP" dirty="0"/>
              <a:t>Recognize and assess exposure risks in pregnant women and/or child patients via their medical histories and by talking to them.</a:t>
            </a:r>
          </a:p>
          <a:p>
            <a:endParaRPr lang="ja-JP" altLang="ja-JP" dirty="0"/>
          </a:p>
          <a:p>
            <a:r>
              <a:rPr lang="en-GB" altLang="ja-JP" dirty="0"/>
              <a:t>Advise families about behaviours that promote sustainable lifestyles with a positive impact on people’s health and mitigate air pollution and greenhouse-gas emissions. These include walking, cycling, using public transport, limiting meat consumption, and – where possible – buying locally produced food. </a:t>
            </a:r>
          </a:p>
          <a:p>
            <a:endParaRPr lang="ja-JP" altLang="ja-JP" dirty="0"/>
          </a:p>
          <a:p>
            <a:r>
              <a:rPr lang="en-GB" altLang="ja-JP" dirty="0"/>
              <a:t>Advise families on the importance of switching to clean household fuels and fuel devices, increasing indoor ventilation, and keeping indoor environments dry and free of mould.</a:t>
            </a:r>
          </a:p>
          <a:p>
            <a:endParaRPr lang="ja-JP" altLang="ja-JP" dirty="0"/>
          </a:p>
          <a:p>
            <a:r>
              <a:rPr lang="en-GB" altLang="ja-JP" dirty="0"/>
              <a:t>Engage with other sectors on the adoption of air-pollution policies in line with the WHO Air Quality Guidelines and provide leadership in health matters, advocating this goal at the local and national levels. </a:t>
            </a:r>
          </a:p>
          <a:p>
            <a:endParaRPr lang="ja-JP" altLang="ja-JP" dirty="0"/>
          </a:p>
          <a:p>
            <a:r>
              <a:rPr lang="en-GB" altLang="ja-JP" dirty="0"/>
              <a:t>Be aware of local, national and international medical and health-related societies that are active in the field of air pollution and health with the aim of staying informed about and supporting or engaging in their activities.</a:t>
            </a:r>
            <a:endParaRPr lang="ja-JP" altLang="ja-JP"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5</a:t>
            </a:fld>
            <a:endParaRPr kumimoji="1" lang="ja-JP" altLang="en-US"/>
          </a:p>
        </p:txBody>
      </p:sp>
    </p:spTree>
    <p:extLst>
      <p:ext uri="{BB962C8B-B14F-4D97-AF65-F5344CB8AC3E}">
        <p14:creationId xmlns:p14="http://schemas.microsoft.com/office/powerpoint/2010/main" val="4181249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GB" altLang="ja-JP" dirty="0"/>
              <a:t>Exposure to:</a:t>
            </a:r>
            <a:endParaRPr lang="ja-JP" altLang="ja-JP" dirty="0"/>
          </a:p>
          <a:p>
            <a:pPr marL="171450" lvl="0" indent="-171450">
              <a:buFont typeface="Wingdings" panose="05000000000000000000" pitchFamily="2" charset="2"/>
              <a:buChar char="l"/>
            </a:pPr>
            <a:r>
              <a:rPr lang="en-GB" altLang="ja-JP" dirty="0"/>
              <a:t>lead in utero and during childhood can cause reduced intelligence quotient (IQ), behavioural changes, such as reduced attention span and increased antisocial behaviour, and reduced educational attainment;</a:t>
            </a:r>
            <a:endParaRPr lang="ja-JP" altLang="ja-JP" dirty="0"/>
          </a:p>
          <a:p>
            <a:pPr marL="171450" lvl="0" indent="-171450">
              <a:buFont typeface="Wingdings" panose="05000000000000000000" pitchFamily="2" charset="2"/>
              <a:buChar char="l"/>
            </a:pPr>
            <a:r>
              <a:rPr lang="en-GB" altLang="ja-JP" dirty="0"/>
              <a:t>mercury and methylmercury in utero and during early life can cause neurological and behavioural disorders.</a:t>
            </a:r>
            <a:endParaRPr lang="ja-JP" altLang="ja-JP" dirty="0"/>
          </a:p>
          <a:p>
            <a:endParaRPr lang="en-GB" altLang="ja-JP" dirty="0"/>
          </a:p>
          <a:p>
            <a:r>
              <a:rPr lang="en-GB" altLang="ja-JP" dirty="0"/>
              <a:t>Acute pesticide poisoning is also a serious public health problem in many parts of the world, its health effects depending on the type and quantity of pesticide involved, duration and timing of exposure. Children are particularly vulnerable to chemicals as their unique exposure pathways and developmental physiology increase their risk of exposure and effects on their development and health.</a:t>
            </a:r>
            <a:endParaRPr lang="ja-JP" altLang="ja-JP" dirty="0"/>
          </a:p>
          <a:p>
            <a:endParaRPr lang="en-GB" altLang="ja-JP" dirty="0"/>
          </a:p>
          <a:p>
            <a:r>
              <a:rPr lang="en-GB" altLang="ja-JP" dirty="0"/>
              <a:t>Many persistent organic pollutants (POPs) are also endocrine disrupting chemicals (EDCs) and may impact the immune, reproductive and neurodevelopmental systems. </a:t>
            </a:r>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6</a:t>
            </a:fld>
            <a:endParaRPr kumimoji="1" lang="ja-JP" altLang="en-US"/>
          </a:p>
        </p:txBody>
      </p:sp>
    </p:spTree>
    <p:extLst>
      <p:ext uri="{BB962C8B-B14F-4D97-AF65-F5344CB8AC3E}">
        <p14:creationId xmlns:p14="http://schemas.microsoft.com/office/powerpoint/2010/main" val="918189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a:xfrm>
            <a:off x="993775" y="3276600"/>
            <a:ext cx="7951788" cy="3403600"/>
          </a:xfrm>
        </p:spPr>
        <p:txBody>
          <a:bodyPr/>
          <a:lstStyle/>
          <a:p>
            <a:r>
              <a:rPr lang="en-GB" altLang="ja-JP" sz="1100" dirty="0"/>
              <a:t>Remind people that some fish and seafood can be contaminated with mercury and raise awareness of the essential need for uncontaminated local sources.</a:t>
            </a:r>
          </a:p>
          <a:p>
            <a:endParaRPr lang="ja-JP" altLang="ja-JP" sz="1100" dirty="0"/>
          </a:p>
          <a:p>
            <a:r>
              <a:rPr lang="en-GB" altLang="ja-JP" sz="1100" dirty="0"/>
              <a:t>Advise people to limit their intake of POPs from food by following the advice of the local food-safety authorities.</a:t>
            </a:r>
          </a:p>
          <a:p>
            <a:endParaRPr lang="en-GB" altLang="ja-JP" sz="1100" dirty="0"/>
          </a:p>
          <a:p>
            <a:r>
              <a:rPr lang="en-GB" altLang="ja-JP" sz="1100" dirty="0"/>
              <a:t>Identify traditional practices and folk medicines as sources of mercury and spread awareness of the potential harm from their use. Work with individuals and communities to identify substitute practices.</a:t>
            </a:r>
          </a:p>
          <a:p>
            <a:endParaRPr lang="ja-JP" altLang="ja-JP" sz="1100" dirty="0"/>
          </a:p>
          <a:p>
            <a:r>
              <a:rPr lang="en-GB" altLang="ja-JP" sz="1100" dirty="0"/>
              <a:t>Advise people about the dangers of informal recycling of lead-containing products in and around the home backyard and community areas. </a:t>
            </a:r>
          </a:p>
          <a:p>
            <a:endParaRPr lang="ja-JP" altLang="ja-JP" sz="1100" dirty="0"/>
          </a:p>
          <a:p>
            <a:r>
              <a:rPr lang="en-GB" altLang="ja-JP" sz="1100" dirty="0"/>
              <a:t>Advise people against keeping toxic chemicals in the home. Promote the safe packaging and clear labelling of toxic substances, as well as their storage out of the reach of children to prevent poisoning.</a:t>
            </a:r>
          </a:p>
          <a:p>
            <a:endParaRPr lang="ja-JP" altLang="ja-JP" sz="1100" dirty="0"/>
          </a:p>
          <a:p>
            <a:r>
              <a:rPr lang="en-GB" altLang="ja-JP" sz="1100" dirty="0"/>
              <a:t>Identify and report to the local authorities the potential point sources of environmental exposure in communities, such as hazardous </a:t>
            </a:r>
            <a:r>
              <a:rPr lang="en-US" altLang="ja-JP" sz="1100" dirty="0"/>
              <a:t>waste sites, artisanal and small-scale gold mining (ASGM), or electronic waste-recycling activities</a:t>
            </a:r>
            <a:r>
              <a:rPr lang="en-GB" altLang="ja-JP" sz="1100" dirty="0"/>
              <a:t>.</a:t>
            </a:r>
          </a:p>
          <a:p>
            <a:endParaRPr kumimoji="1" lang="en-GB" altLang="ja-JP" sz="1100" dirty="0"/>
          </a:p>
          <a:p>
            <a:r>
              <a:rPr lang="en-GB" altLang="ja-JP" sz="1100" dirty="0"/>
              <a:t>Advise parents and caretakers about the importance of preventing children from accessing waste sites, especially hazardous waste sites.</a:t>
            </a:r>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7</a:t>
            </a:fld>
            <a:endParaRPr kumimoji="1" lang="ja-JP" altLang="en-US"/>
          </a:p>
        </p:txBody>
      </p:sp>
    </p:spTree>
    <p:extLst>
      <p:ext uri="{BB962C8B-B14F-4D97-AF65-F5344CB8AC3E}">
        <p14:creationId xmlns:p14="http://schemas.microsoft.com/office/powerpoint/2010/main" val="65286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a:xfrm>
            <a:off x="993775" y="3276600"/>
            <a:ext cx="7951788" cy="3530600"/>
          </a:xfrm>
        </p:spPr>
        <p:txBody>
          <a:bodyPr/>
          <a:lstStyle/>
          <a:p>
            <a:r>
              <a:rPr lang="en-US" altLang="ja-JP" dirty="0"/>
              <a:t>Lack of safe water, sanitation and hygiene (WASH) is a major risk factor for </a:t>
            </a:r>
            <a:r>
              <a:rPr lang="en-US" altLang="ja-JP" dirty="0" err="1"/>
              <a:t>diarrhoea</a:t>
            </a:r>
            <a:r>
              <a:rPr lang="en-US" altLang="ja-JP" dirty="0"/>
              <a:t>, parasitic infections and malnutrition in children, as well as school absenteeism.</a:t>
            </a:r>
          </a:p>
          <a:p>
            <a:endParaRPr lang="en-US" altLang="ja-JP" dirty="0"/>
          </a:p>
          <a:p>
            <a:r>
              <a:rPr lang="en-US" altLang="ja-JP" dirty="0" err="1"/>
              <a:t>Diarrhoea</a:t>
            </a:r>
            <a:r>
              <a:rPr lang="en-US" altLang="ja-JP" dirty="0"/>
              <a:t> is the fourth leading cause of death among children under 5 years, while 24% of the world’s population are infected with soil-transmitted helminths, causing impaired growth and physical development in children.</a:t>
            </a:r>
          </a:p>
          <a:p>
            <a:endParaRPr lang="ja-JP" altLang="ja-JP" dirty="0"/>
          </a:p>
          <a:p>
            <a:r>
              <a:rPr lang="en-GB" altLang="ja-JP" dirty="0"/>
              <a:t>Infections associated with unclean births account for 26% of neonatal deaths and 11% of maternal mortality, totalling more than 1 million deaths each year.</a:t>
            </a:r>
          </a:p>
          <a:p>
            <a:endParaRPr lang="ja-JP" altLang="ja-JP" dirty="0"/>
          </a:p>
          <a:p>
            <a:r>
              <a:rPr lang="en-US" altLang="ja-JP" dirty="0"/>
              <a:t>Inadequate WASH in health-care facilities and the unsafe disposal of wastewater from health </a:t>
            </a:r>
            <a:r>
              <a:rPr lang="en-US" altLang="ja-JP" dirty="0" err="1"/>
              <a:t>centres</a:t>
            </a:r>
            <a:r>
              <a:rPr lang="en-US" altLang="ja-JP" dirty="0"/>
              <a:t> can contribute to the spread of antimicrobial resistance among patients and communities.</a:t>
            </a:r>
          </a:p>
          <a:p>
            <a:endParaRPr lang="en-GB" altLang="ja-JP" dirty="0"/>
          </a:p>
          <a:p>
            <a:r>
              <a:rPr lang="en-GB" altLang="ja-JP" dirty="0"/>
              <a:t>Inadequate WASH has a negative impact on social and economic well-being and, in health facilities, affects patient health-care-seeking behaviour and staff morale. </a:t>
            </a:r>
            <a:endParaRPr lang="ja-JP" altLang="ja-JP" dirty="0"/>
          </a:p>
          <a:p>
            <a:endParaRPr lang="en-GB" altLang="ja-JP" dirty="0"/>
          </a:p>
          <a:p>
            <a:r>
              <a:rPr lang="en-GB" altLang="ja-JP" dirty="0"/>
              <a:t>The unsafe management of health-care waste exposes health-care workers, waste handlers, patients and their families, and the community to preventable infections and the effects of toxic substances, including injuries.</a:t>
            </a:r>
            <a:endParaRPr lang="ja-JP" altLang="ja-JP"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8</a:t>
            </a:fld>
            <a:endParaRPr kumimoji="1" lang="ja-JP" altLang="en-US"/>
          </a:p>
        </p:txBody>
      </p:sp>
    </p:spTree>
    <p:extLst>
      <p:ext uri="{BB962C8B-B14F-4D97-AF65-F5344CB8AC3E}">
        <p14:creationId xmlns:p14="http://schemas.microsoft.com/office/powerpoint/2010/main" val="1796516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GB" altLang="ja-JP" dirty="0"/>
              <a:t>Promote breastfeeding, and exclusive breastfeeding for the first 6 months of life.</a:t>
            </a:r>
          </a:p>
          <a:p>
            <a:endParaRPr lang="ja-JP" altLang="ja-JP" dirty="0"/>
          </a:p>
          <a:p>
            <a:r>
              <a:rPr lang="en-GB" altLang="ja-JP" dirty="0"/>
              <a:t>Practise safe WASH, including frequent and effective handwashing with soap, safe treatment and storage of drinking water and safe disposal of children’s excreta, and promote these practices among staff in health facilities.</a:t>
            </a:r>
          </a:p>
          <a:p>
            <a:endParaRPr lang="ja-JP" altLang="ja-JP" dirty="0"/>
          </a:p>
          <a:p>
            <a:r>
              <a:rPr lang="en-GB" altLang="ja-JP" dirty="0"/>
              <a:t>Raise awareness among patients and the wider community of the health risks linked to poor WASH-related practices.</a:t>
            </a:r>
          </a:p>
          <a:p>
            <a:endParaRPr lang="ja-JP" altLang="ja-JP" dirty="0"/>
          </a:p>
          <a:p>
            <a:r>
              <a:rPr lang="en-GB" altLang="ja-JP" dirty="0"/>
              <a:t>Contribute to health surveillance on WASH-related diseases with the aim of informing appropriate WASH-related actions.</a:t>
            </a:r>
          </a:p>
          <a:p>
            <a:endParaRPr lang="ja-JP" altLang="ja-JP" dirty="0"/>
          </a:p>
          <a:p>
            <a:r>
              <a:rPr lang="en-GB" altLang="ja-JP" dirty="0"/>
              <a:t>Advocate essential action to be taken by authorities at the community and local levels to ensure access to safe drinking-water and adequate sanitation and hygiene in homes, schools and health facilities. </a:t>
            </a:r>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9</a:t>
            </a:fld>
            <a:endParaRPr kumimoji="1" lang="ja-JP" altLang="en-US"/>
          </a:p>
        </p:txBody>
      </p:sp>
    </p:spTree>
    <p:extLst>
      <p:ext uri="{BB962C8B-B14F-4D97-AF65-F5344CB8AC3E}">
        <p14:creationId xmlns:p14="http://schemas.microsoft.com/office/powerpoint/2010/main" val="3178670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056A44C-1644-4C12-9C7A-834FFAE18FD7}" type="slidenum">
              <a:rPr kumimoji="1" lang="ja-JP" altLang="en-US" smtClean="0"/>
              <a:t>10</a:t>
            </a:fld>
            <a:endParaRPr kumimoji="1" lang="ja-JP" altLang="en-US"/>
          </a:p>
        </p:txBody>
      </p:sp>
    </p:spTree>
    <p:extLst>
      <p:ext uri="{BB962C8B-B14F-4D97-AF65-F5344CB8AC3E}">
        <p14:creationId xmlns:p14="http://schemas.microsoft.com/office/powerpoint/2010/main" val="384777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4675187"/>
            <a:ext cx="17088486" cy="3167062"/>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8445500"/>
            <a:ext cx="14072870" cy="37703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17-Oct-22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333333"/>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3700" b="0" i="0">
                <a:solidFill>
                  <a:srgbClr val="333333"/>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17-Oct-22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333333"/>
                </a:solidFill>
                <a:latin typeface="Arial Black"/>
                <a:cs typeface="Arial Black"/>
              </a:defRPr>
            </a:lvl1pPr>
          </a:lstStyle>
          <a:p>
            <a:endParaRPr/>
          </a:p>
        </p:txBody>
      </p:sp>
      <p:sp>
        <p:nvSpPr>
          <p:cNvPr id="3" name="Holder 3"/>
          <p:cNvSpPr>
            <a:spLocks noGrp="1"/>
          </p:cNvSpPr>
          <p:nvPr>
            <p:ph sz="half" idx="2"/>
          </p:nvPr>
        </p:nvSpPr>
        <p:spPr>
          <a:xfrm>
            <a:off x="2165087" y="6653592"/>
            <a:ext cx="6337300" cy="7562215"/>
          </a:xfrm>
          <a:prstGeom prst="rect">
            <a:avLst/>
          </a:prstGeom>
        </p:spPr>
        <p:txBody>
          <a:bodyPr wrap="square" lIns="0" tIns="0" rIns="0" bIns="0">
            <a:spAutoFit/>
          </a:bodyPr>
          <a:lstStyle>
            <a:lvl1pPr>
              <a:defRPr sz="3700" b="1" i="0">
                <a:solidFill>
                  <a:srgbClr val="333333"/>
                </a:solidFill>
                <a:latin typeface="Arial"/>
                <a:cs typeface="Arial"/>
              </a:defRPr>
            </a:lvl1pPr>
          </a:lstStyle>
          <a:p>
            <a:endParaRPr/>
          </a:p>
        </p:txBody>
      </p:sp>
      <p:sp>
        <p:nvSpPr>
          <p:cNvPr id="4" name="Holder 4"/>
          <p:cNvSpPr>
            <a:spLocks noGrp="1"/>
          </p:cNvSpPr>
          <p:nvPr>
            <p:ph sz="half" idx="3"/>
          </p:nvPr>
        </p:nvSpPr>
        <p:spPr>
          <a:xfrm>
            <a:off x="10353611" y="3468687"/>
            <a:ext cx="8745284" cy="995362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17-Oct-22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333333"/>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17-Oct-22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17-Oct-22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013385" y="3166072"/>
            <a:ext cx="13216890" cy="1282064"/>
          </a:xfrm>
          <a:prstGeom prst="rect">
            <a:avLst/>
          </a:prstGeom>
        </p:spPr>
        <p:txBody>
          <a:bodyPr wrap="square" lIns="0" tIns="0" rIns="0" bIns="0">
            <a:spAutoFit/>
          </a:bodyPr>
          <a:lstStyle>
            <a:lvl1pPr>
              <a:defRPr sz="4000" b="0" i="0">
                <a:solidFill>
                  <a:srgbClr val="333333"/>
                </a:solidFill>
                <a:latin typeface="Arial Black"/>
                <a:cs typeface="Arial Black"/>
              </a:defRPr>
            </a:lvl1pPr>
          </a:lstStyle>
          <a:p>
            <a:endParaRPr/>
          </a:p>
        </p:txBody>
      </p:sp>
      <p:sp>
        <p:nvSpPr>
          <p:cNvPr id="3" name="Holder 3"/>
          <p:cNvSpPr>
            <a:spLocks noGrp="1"/>
          </p:cNvSpPr>
          <p:nvPr>
            <p:ph type="body" idx="1"/>
          </p:nvPr>
        </p:nvSpPr>
        <p:spPr>
          <a:xfrm>
            <a:off x="1175827" y="7500166"/>
            <a:ext cx="17752444" cy="5365750"/>
          </a:xfrm>
          <a:prstGeom prst="rect">
            <a:avLst/>
          </a:prstGeom>
        </p:spPr>
        <p:txBody>
          <a:bodyPr wrap="square" lIns="0" tIns="0" rIns="0" bIns="0">
            <a:spAutoFit/>
          </a:bodyPr>
          <a:lstStyle>
            <a:lvl1pPr>
              <a:defRPr sz="3700" b="0" i="0">
                <a:solidFill>
                  <a:srgbClr val="333333"/>
                </a:solidFill>
                <a:latin typeface="Arial Black"/>
                <a:cs typeface="Arial Black"/>
              </a:defRPr>
            </a:lvl1pPr>
          </a:lstStyle>
          <a:p>
            <a:endParaRPr/>
          </a:p>
        </p:txBody>
      </p:sp>
      <p:sp>
        <p:nvSpPr>
          <p:cNvPr id="4" name="Holder 4"/>
          <p:cNvSpPr>
            <a:spLocks noGrp="1"/>
          </p:cNvSpPr>
          <p:nvPr>
            <p:ph type="ftr" sz="quarter" idx="5"/>
          </p:nvPr>
        </p:nvSpPr>
        <p:spPr>
          <a:xfrm>
            <a:off x="6835394" y="14025563"/>
            <a:ext cx="6433312" cy="75406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4025563"/>
            <a:ext cx="4623943" cy="75406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17-Oct-22</a:t>
            </a:fld>
            <a:endParaRPr lang="en-US"/>
          </a:p>
        </p:txBody>
      </p:sp>
      <p:sp>
        <p:nvSpPr>
          <p:cNvPr id="6" name="Holder 6"/>
          <p:cNvSpPr>
            <a:spLocks noGrp="1"/>
          </p:cNvSpPr>
          <p:nvPr>
            <p:ph type="sldNum" sz="quarter" idx="7"/>
          </p:nvPr>
        </p:nvSpPr>
        <p:spPr>
          <a:xfrm>
            <a:off x="14474953" y="14025563"/>
            <a:ext cx="4623943" cy="75406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hyperlink" Target="http://www.who.int/ceh" TargetMode="External"/><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jp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6.jpe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png"/><Relationship Id="rId4" Type="http://schemas.openxmlformats.org/officeDocument/2006/relationships/image" Target="../media/image28.png"/><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33.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33.png"/><Relationship Id="rId4" Type="http://schemas.openxmlformats.org/officeDocument/2006/relationships/image" Target="../media/image11.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8.png"/><Relationship Id="rId3" Type="http://schemas.openxmlformats.org/officeDocument/2006/relationships/image" Target="../media/image25.png"/><Relationship Id="rId7" Type="http://schemas.openxmlformats.org/officeDocument/2006/relationships/image" Target="../media/image37.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5.png"/><Relationship Id="rId5" Type="http://schemas.openxmlformats.org/officeDocument/2006/relationships/image" Target="../media/image35.png"/><Relationship Id="rId15" Type="http://schemas.openxmlformats.org/officeDocument/2006/relationships/image" Target="../media/image42.png"/><Relationship Id="rId10" Type="http://schemas.openxmlformats.org/officeDocument/2006/relationships/image" Target="../media/image7.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1.png"/></Relationships>
</file>

<file path=ppt/slides/_rels/slide7.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8.png"/><Relationship Id="rId7" Type="http://schemas.openxmlformats.org/officeDocument/2006/relationships/image" Target="../media/image41.png"/><Relationship Id="rId12"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47.png"/><Relationship Id="rId5" Type="http://schemas.openxmlformats.org/officeDocument/2006/relationships/image" Target="../media/image43.png"/><Relationship Id="rId10" Type="http://schemas.openxmlformats.org/officeDocument/2006/relationships/image" Target="../media/image46.png"/><Relationship Id="rId4" Type="http://schemas.openxmlformats.org/officeDocument/2006/relationships/image" Target="../media/image5.png"/><Relationship Id="rId9" Type="http://schemas.openxmlformats.org/officeDocument/2006/relationships/image" Target="../media/image45.png"/><Relationship Id="rId14" Type="http://schemas.openxmlformats.org/officeDocument/2006/relationships/image" Target="../media/image50.png"/></Relationships>
</file>

<file path=ppt/slides/_rels/slide8.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hyperlink" Target="https://creativecommons.org/licenses/by-nc-sa/3.0/igo"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www.wipo.int/amc/en/mediation/rule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842920" y="1553210"/>
            <a:ext cx="574040" cy="646430"/>
            <a:chOff x="13842920" y="1553210"/>
            <a:chExt cx="574040" cy="646430"/>
          </a:xfrm>
        </p:grpSpPr>
        <p:sp>
          <p:nvSpPr>
            <p:cNvPr id="3" name="object 3"/>
            <p:cNvSpPr/>
            <p:nvPr/>
          </p:nvSpPr>
          <p:spPr>
            <a:xfrm>
              <a:off x="13842920" y="1647792"/>
              <a:ext cx="555625" cy="551815"/>
            </a:xfrm>
            <a:custGeom>
              <a:avLst/>
              <a:gdLst/>
              <a:ahLst/>
              <a:cxnLst/>
              <a:rect l="l" t="t" r="r" b="b"/>
              <a:pathLst>
                <a:path w="555625" h="551814">
                  <a:moveTo>
                    <a:pt x="406699" y="0"/>
                  </a:moveTo>
                  <a:lnTo>
                    <a:pt x="291289" y="30595"/>
                  </a:lnTo>
                  <a:lnTo>
                    <a:pt x="242473" y="49069"/>
                  </a:lnTo>
                  <a:lnTo>
                    <a:pt x="198874" y="76785"/>
                  </a:lnTo>
                  <a:lnTo>
                    <a:pt x="161772" y="112736"/>
                  </a:lnTo>
                  <a:lnTo>
                    <a:pt x="132446" y="155911"/>
                  </a:lnTo>
                  <a:lnTo>
                    <a:pt x="0" y="388564"/>
                  </a:lnTo>
                  <a:lnTo>
                    <a:pt x="423463" y="551470"/>
                  </a:lnTo>
                  <a:lnTo>
                    <a:pt x="525795" y="362250"/>
                  </a:lnTo>
                  <a:lnTo>
                    <a:pt x="545104" y="315997"/>
                  </a:lnTo>
                  <a:lnTo>
                    <a:pt x="554920" y="267328"/>
                  </a:lnTo>
                  <a:lnTo>
                    <a:pt x="555100" y="217679"/>
                  </a:lnTo>
                  <a:lnTo>
                    <a:pt x="545501" y="168487"/>
                  </a:lnTo>
                  <a:lnTo>
                    <a:pt x="511963" y="56689"/>
                  </a:lnTo>
                  <a:lnTo>
                    <a:pt x="406699" y="0"/>
                  </a:lnTo>
                  <a:close/>
                </a:path>
              </a:pathLst>
            </a:custGeom>
            <a:solidFill>
              <a:srgbClr val="00705C"/>
            </a:solidFill>
          </p:spPr>
          <p:txBody>
            <a:bodyPr wrap="square" lIns="0" tIns="0" rIns="0" bIns="0" rtlCol="0"/>
            <a:lstStyle/>
            <a:p>
              <a:endParaRPr/>
            </a:p>
          </p:txBody>
        </p:sp>
        <p:pic>
          <p:nvPicPr>
            <p:cNvPr id="4" name="object 4"/>
            <p:cNvPicPr/>
            <p:nvPr/>
          </p:nvPicPr>
          <p:blipFill>
            <a:blip r:embed="rId3" cstate="print"/>
            <a:stretch>
              <a:fillRect/>
            </a:stretch>
          </p:blipFill>
          <p:spPr>
            <a:xfrm>
              <a:off x="14227219" y="1553210"/>
              <a:ext cx="189603" cy="163754"/>
            </a:xfrm>
            <a:prstGeom prst="rect">
              <a:avLst/>
            </a:prstGeom>
          </p:spPr>
        </p:pic>
      </p:grpSp>
      <p:sp>
        <p:nvSpPr>
          <p:cNvPr id="5" name="object 5"/>
          <p:cNvSpPr/>
          <p:nvPr/>
        </p:nvSpPr>
        <p:spPr>
          <a:xfrm>
            <a:off x="13046405" y="654074"/>
            <a:ext cx="603885" cy="732790"/>
          </a:xfrm>
          <a:custGeom>
            <a:avLst/>
            <a:gdLst/>
            <a:ahLst/>
            <a:cxnLst/>
            <a:rect l="l" t="t" r="r" b="b"/>
            <a:pathLst>
              <a:path w="603884" h="732790">
                <a:moveTo>
                  <a:pt x="132270" y="66141"/>
                </a:moveTo>
                <a:lnTo>
                  <a:pt x="127063" y="40398"/>
                </a:lnTo>
                <a:lnTo>
                  <a:pt x="112890" y="19367"/>
                </a:lnTo>
                <a:lnTo>
                  <a:pt x="91871" y="5194"/>
                </a:lnTo>
                <a:lnTo>
                  <a:pt x="66128" y="0"/>
                </a:lnTo>
                <a:lnTo>
                  <a:pt x="40386" y="5194"/>
                </a:lnTo>
                <a:lnTo>
                  <a:pt x="19367" y="19367"/>
                </a:lnTo>
                <a:lnTo>
                  <a:pt x="5194" y="40398"/>
                </a:lnTo>
                <a:lnTo>
                  <a:pt x="0" y="66141"/>
                </a:lnTo>
                <a:lnTo>
                  <a:pt x="0" y="338950"/>
                </a:lnTo>
                <a:lnTo>
                  <a:pt x="5194" y="364693"/>
                </a:lnTo>
                <a:lnTo>
                  <a:pt x="19367" y="385711"/>
                </a:lnTo>
                <a:lnTo>
                  <a:pt x="40386" y="399884"/>
                </a:lnTo>
                <a:lnTo>
                  <a:pt x="66128" y="405079"/>
                </a:lnTo>
                <a:lnTo>
                  <a:pt x="91871" y="399884"/>
                </a:lnTo>
                <a:lnTo>
                  <a:pt x="112890" y="385711"/>
                </a:lnTo>
                <a:lnTo>
                  <a:pt x="127063" y="364693"/>
                </a:lnTo>
                <a:lnTo>
                  <a:pt x="132270" y="338950"/>
                </a:lnTo>
                <a:lnTo>
                  <a:pt x="132270" y="66141"/>
                </a:lnTo>
                <a:close/>
              </a:path>
              <a:path w="603884" h="732790">
                <a:moveTo>
                  <a:pt x="603300" y="622312"/>
                </a:moveTo>
                <a:lnTo>
                  <a:pt x="501015" y="296456"/>
                </a:lnTo>
                <a:lnTo>
                  <a:pt x="49999" y="416750"/>
                </a:lnTo>
                <a:lnTo>
                  <a:pt x="131343" y="721690"/>
                </a:lnTo>
                <a:lnTo>
                  <a:pt x="327355" y="732218"/>
                </a:lnTo>
                <a:lnTo>
                  <a:pt x="603300" y="622312"/>
                </a:lnTo>
                <a:close/>
              </a:path>
            </a:pathLst>
          </a:custGeom>
          <a:solidFill>
            <a:srgbClr val="00705C"/>
          </a:solidFill>
        </p:spPr>
        <p:txBody>
          <a:bodyPr wrap="square" lIns="0" tIns="0" rIns="0" bIns="0" rtlCol="0"/>
          <a:lstStyle/>
          <a:p>
            <a:endParaRPr/>
          </a:p>
        </p:txBody>
      </p:sp>
      <p:sp>
        <p:nvSpPr>
          <p:cNvPr id="6" name="object 6"/>
          <p:cNvSpPr/>
          <p:nvPr/>
        </p:nvSpPr>
        <p:spPr>
          <a:xfrm>
            <a:off x="14247900" y="324017"/>
            <a:ext cx="401955" cy="271145"/>
          </a:xfrm>
          <a:custGeom>
            <a:avLst/>
            <a:gdLst/>
            <a:ahLst/>
            <a:cxnLst/>
            <a:rect l="l" t="t" r="r" b="b"/>
            <a:pathLst>
              <a:path w="401955" h="271145">
                <a:moveTo>
                  <a:pt x="110153" y="0"/>
                </a:moveTo>
                <a:lnTo>
                  <a:pt x="0" y="270651"/>
                </a:lnTo>
                <a:lnTo>
                  <a:pt x="203198" y="247845"/>
                </a:lnTo>
                <a:lnTo>
                  <a:pt x="401746" y="172989"/>
                </a:lnTo>
                <a:lnTo>
                  <a:pt x="110153" y="0"/>
                </a:lnTo>
                <a:close/>
              </a:path>
            </a:pathLst>
          </a:custGeom>
          <a:solidFill>
            <a:srgbClr val="00705C"/>
          </a:solidFill>
        </p:spPr>
        <p:txBody>
          <a:bodyPr wrap="square" lIns="0" tIns="0" rIns="0" bIns="0" rtlCol="0"/>
          <a:lstStyle/>
          <a:p>
            <a:endParaRPr/>
          </a:p>
        </p:txBody>
      </p:sp>
      <p:sp>
        <p:nvSpPr>
          <p:cNvPr id="7" name="object 7"/>
          <p:cNvSpPr/>
          <p:nvPr/>
        </p:nvSpPr>
        <p:spPr>
          <a:xfrm>
            <a:off x="12966068" y="1916854"/>
            <a:ext cx="443865" cy="271145"/>
          </a:xfrm>
          <a:custGeom>
            <a:avLst/>
            <a:gdLst/>
            <a:ahLst/>
            <a:cxnLst/>
            <a:rect l="l" t="t" r="r" b="b"/>
            <a:pathLst>
              <a:path w="443865" h="271144">
                <a:moveTo>
                  <a:pt x="333476" y="0"/>
                </a:moveTo>
                <a:lnTo>
                  <a:pt x="0" y="152047"/>
                </a:lnTo>
                <a:lnTo>
                  <a:pt x="240432" y="237374"/>
                </a:lnTo>
                <a:lnTo>
                  <a:pt x="443630" y="270651"/>
                </a:lnTo>
                <a:lnTo>
                  <a:pt x="333476" y="0"/>
                </a:lnTo>
                <a:close/>
              </a:path>
            </a:pathLst>
          </a:custGeom>
          <a:solidFill>
            <a:srgbClr val="00705C"/>
          </a:solidFill>
        </p:spPr>
        <p:txBody>
          <a:bodyPr wrap="square" lIns="0" tIns="0" rIns="0" bIns="0" rtlCol="0"/>
          <a:lstStyle/>
          <a:p>
            <a:endParaRPr/>
          </a:p>
        </p:txBody>
      </p:sp>
      <p:sp>
        <p:nvSpPr>
          <p:cNvPr id="8" name="object 8"/>
          <p:cNvSpPr/>
          <p:nvPr/>
        </p:nvSpPr>
        <p:spPr>
          <a:xfrm>
            <a:off x="12550016" y="488174"/>
            <a:ext cx="2532380" cy="121920"/>
          </a:xfrm>
          <a:custGeom>
            <a:avLst/>
            <a:gdLst/>
            <a:ahLst/>
            <a:cxnLst/>
            <a:rect l="l" t="t" r="r" b="b"/>
            <a:pathLst>
              <a:path w="2532380" h="121920">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9" name="object 9"/>
          <p:cNvSpPr/>
          <p:nvPr/>
        </p:nvSpPr>
        <p:spPr>
          <a:xfrm>
            <a:off x="12550016" y="1252549"/>
            <a:ext cx="2532380" cy="121920"/>
          </a:xfrm>
          <a:custGeom>
            <a:avLst/>
            <a:gdLst/>
            <a:ahLst/>
            <a:cxnLst/>
            <a:rect l="l" t="t" r="r" b="b"/>
            <a:pathLst>
              <a:path w="2532380" h="121919">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grpSp>
        <p:nvGrpSpPr>
          <p:cNvPr id="10" name="object 10"/>
          <p:cNvGrpSpPr/>
          <p:nvPr/>
        </p:nvGrpSpPr>
        <p:grpSpPr>
          <a:xfrm>
            <a:off x="7553314" y="0"/>
            <a:ext cx="12551410" cy="15078075"/>
            <a:chOff x="7553314" y="0"/>
            <a:chExt cx="12551410" cy="15078075"/>
          </a:xfrm>
        </p:grpSpPr>
        <p:sp>
          <p:nvSpPr>
            <p:cNvPr id="11" name="object 11"/>
            <p:cNvSpPr/>
            <p:nvPr/>
          </p:nvSpPr>
          <p:spPr>
            <a:xfrm>
              <a:off x="12550017" y="2058807"/>
              <a:ext cx="2532380" cy="121920"/>
            </a:xfrm>
            <a:custGeom>
              <a:avLst/>
              <a:gdLst/>
              <a:ahLst/>
              <a:cxnLst/>
              <a:rect l="l" t="t" r="r" b="b"/>
              <a:pathLst>
                <a:path w="2532380" h="121919">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12" name="object 12"/>
            <p:cNvSpPr/>
            <p:nvPr/>
          </p:nvSpPr>
          <p:spPr>
            <a:xfrm>
              <a:off x="10052940" y="0"/>
              <a:ext cx="2513330" cy="2502535"/>
            </a:xfrm>
            <a:custGeom>
              <a:avLst/>
              <a:gdLst/>
              <a:ahLst/>
              <a:cxnLst/>
              <a:rect l="l" t="t" r="r" b="b"/>
              <a:pathLst>
                <a:path w="2513329" h="2502535">
                  <a:moveTo>
                    <a:pt x="2512792" y="0"/>
                  </a:moveTo>
                  <a:lnTo>
                    <a:pt x="0" y="0"/>
                  </a:lnTo>
                  <a:lnTo>
                    <a:pt x="0" y="2502321"/>
                  </a:lnTo>
                  <a:lnTo>
                    <a:pt x="2512792" y="2502321"/>
                  </a:lnTo>
                  <a:lnTo>
                    <a:pt x="2512792" y="0"/>
                  </a:lnTo>
                  <a:close/>
                </a:path>
              </a:pathLst>
            </a:custGeom>
            <a:solidFill>
              <a:srgbClr val="00705C"/>
            </a:solidFill>
          </p:spPr>
          <p:txBody>
            <a:bodyPr wrap="square" lIns="0" tIns="0" rIns="0" bIns="0" rtlCol="0"/>
            <a:lstStyle/>
            <a:p>
              <a:endParaRPr/>
            </a:p>
          </p:txBody>
        </p:sp>
        <p:sp>
          <p:nvSpPr>
            <p:cNvPr id="13" name="object 13"/>
            <p:cNvSpPr/>
            <p:nvPr/>
          </p:nvSpPr>
          <p:spPr>
            <a:xfrm>
              <a:off x="10556393" y="269556"/>
              <a:ext cx="1828800" cy="1953260"/>
            </a:xfrm>
            <a:custGeom>
              <a:avLst/>
              <a:gdLst/>
              <a:ahLst/>
              <a:cxnLst/>
              <a:rect l="l" t="t" r="r" b="b"/>
              <a:pathLst>
                <a:path w="1828800" h="1953260">
                  <a:moveTo>
                    <a:pt x="292087" y="141782"/>
                  </a:moveTo>
                  <a:lnTo>
                    <a:pt x="283972" y="96431"/>
                  </a:lnTo>
                  <a:lnTo>
                    <a:pt x="262509" y="57213"/>
                  </a:lnTo>
                  <a:lnTo>
                    <a:pt x="230187" y="26492"/>
                  </a:lnTo>
                  <a:lnTo>
                    <a:pt x="189484" y="6629"/>
                  </a:lnTo>
                  <a:lnTo>
                    <a:pt x="142900" y="0"/>
                  </a:lnTo>
                  <a:lnTo>
                    <a:pt x="97955" y="8051"/>
                  </a:lnTo>
                  <a:lnTo>
                    <a:pt x="58724" y="29044"/>
                  </a:lnTo>
                  <a:lnTo>
                    <a:pt x="27660" y="60490"/>
                  </a:lnTo>
                  <a:lnTo>
                    <a:pt x="7264" y="99860"/>
                  </a:lnTo>
                  <a:lnTo>
                    <a:pt x="0" y="144653"/>
                  </a:lnTo>
                  <a:lnTo>
                    <a:pt x="7696" y="190055"/>
                  </a:lnTo>
                  <a:lnTo>
                    <a:pt x="28829" y="229565"/>
                  </a:lnTo>
                  <a:lnTo>
                    <a:pt x="60883" y="260718"/>
                  </a:lnTo>
                  <a:lnTo>
                    <a:pt x="101333" y="281063"/>
                  </a:lnTo>
                  <a:lnTo>
                    <a:pt x="147650" y="288150"/>
                  </a:lnTo>
                  <a:lnTo>
                    <a:pt x="193776" y="280403"/>
                  </a:lnTo>
                  <a:lnTo>
                    <a:pt x="233667" y="259461"/>
                  </a:lnTo>
                  <a:lnTo>
                    <a:pt x="264947" y="227774"/>
                  </a:lnTo>
                  <a:lnTo>
                    <a:pt x="285216" y="187744"/>
                  </a:lnTo>
                  <a:lnTo>
                    <a:pt x="292087" y="141782"/>
                  </a:lnTo>
                  <a:close/>
                </a:path>
                <a:path w="1828800" h="1953260">
                  <a:moveTo>
                    <a:pt x="1361998" y="224675"/>
                  </a:moveTo>
                  <a:lnTo>
                    <a:pt x="1351572" y="174866"/>
                  </a:lnTo>
                  <a:lnTo>
                    <a:pt x="1323594" y="134251"/>
                  </a:lnTo>
                  <a:lnTo>
                    <a:pt x="1282192" y="106908"/>
                  </a:lnTo>
                  <a:lnTo>
                    <a:pt x="1231519" y="96875"/>
                  </a:lnTo>
                  <a:lnTo>
                    <a:pt x="1181074" y="106997"/>
                  </a:lnTo>
                  <a:lnTo>
                    <a:pt x="1139469" y="134556"/>
                  </a:lnTo>
                  <a:lnTo>
                    <a:pt x="1111135" y="175221"/>
                  </a:lnTo>
                  <a:lnTo>
                    <a:pt x="1100467" y="224713"/>
                  </a:lnTo>
                  <a:lnTo>
                    <a:pt x="1110513" y="274193"/>
                  </a:lnTo>
                  <a:lnTo>
                    <a:pt x="1138377" y="315315"/>
                  </a:lnTo>
                  <a:lnTo>
                    <a:pt x="1179588" y="343623"/>
                  </a:lnTo>
                  <a:lnTo>
                    <a:pt x="1229652" y="354609"/>
                  </a:lnTo>
                  <a:lnTo>
                    <a:pt x="1271397" y="348462"/>
                  </a:lnTo>
                  <a:lnTo>
                    <a:pt x="1307769" y="330149"/>
                  </a:lnTo>
                  <a:lnTo>
                    <a:pt x="1336522" y="301929"/>
                  </a:lnTo>
                  <a:lnTo>
                    <a:pt x="1355356" y="266026"/>
                  </a:lnTo>
                  <a:lnTo>
                    <a:pt x="1361998" y="224675"/>
                  </a:lnTo>
                  <a:close/>
                </a:path>
                <a:path w="1828800" h="1953260">
                  <a:moveTo>
                    <a:pt x="1828774" y="1648383"/>
                  </a:moveTo>
                  <a:lnTo>
                    <a:pt x="1821649" y="1630895"/>
                  </a:lnTo>
                  <a:lnTo>
                    <a:pt x="1801507" y="1609496"/>
                  </a:lnTo>
                  <a:lnTo>
                    <a:pt x="1643418" y="1462557"/>
                  </a:lnTo>
                  <a:lnTo>
                    <a:pt x="1604137" y="1425575"/>
                  </a:lnTo>
                  <a:lnTo>
                    <a:pt x="1565071" y="1388364"/>
                  </a:lnTo>
                  <a:lnTo>
                    <a:pt x="1544586" y="1353731"/>
                  </a:lnTo>
                  <a:lnTo>
                    <a:pt x="1543075" y="1341462"/>
                  </a:lnTo>
                  <a:lnTo>
                    <a:pt x="1545450" y="1305890"/>
                  </a:lnTo>
                  <a:lnTo>
                    <a:pt x="1549209" y="1270368"/>
                  </a:lnTo>
                  <a:lnTo>
                    <a:pt x="1558188" y="1199400"/>
                  </a:lnTo>
                  <a:lnTo>
                    <a:pt x="1562760" y="1150581"/>
                  </a:lnTo>
                  <a:lnTo>
                    <a:pt x="1564767" y="1102093"/>
                  </a:lnTo>
                  <a:lnTo>
                    <a:pt x="1564322" y="1053934"/>
                  </a:lnTo>
                  <a:lnTo>
                    <a:pt x="1561579" y="1006081"/>
                  </a:lnTo>
                  <a:lnTo>
                    <a:pt x="1556651" y="958519"/>
                  </a:lnTo>
                  <a:lnTo>
                    <a:pt x="1549666" y="911237"/>
                  </a:lnTo>
                  <a:lnTo>
                    <a:pt x="1540764" y="864222"/>
                  </a:lnTo>
                  <a:lnTo>
                    <a:pt x="1530057" y="817448"/>
                  </a:lnTo>
                  <a:lnTo>
                    <a:pt x="1517675" y="770928"/>
                  </a:lnTo>
                  <a:lnTo>
                    <a:pt x="1503756" y="724623"/>
                  </a:lnTo>
                  <a:lnTo>
                    <a:pt x="1488414" y="678535"/>
                  </a:lnTo>
                  <a:lnTo>
                    <a:pt x="1447749" y="623620"/>
                  </a:lnTo>
                  <a:lnTo>
                    <a:pt x="1419352" y="613752"/>
                  </a:lnTo>
                  <a:lnTo>
                    <a:pt x="1387309" y="615518"/>
                  </a:lnTo>
                  <a:lnTo>
                    <a:pt x="1359420" y="627380"/>
                  </a:lnTo>
                  <a:lnTo>
                    <a:pt x="1338592" y="648208"/>
                  </a:lnTo>
                  <a:lnTo>
                    <a:pt x="1325765" y="677037"/>
                  </a:lnTo>
                  <a:lnTo>
                    <a:pt x="1321841" y="712914"/>
                  </a:lnTo>
                  <a:lnTo>
                    <a:pt x="1322946" y="747636"/>
                  </a:lnTo>
                  <a:lnTo>
                    <a:pt x="1324597" y="782370"/>
                  </a:lnTo>
                  <a:lnTo>
                    <a:pt x="1328293" y="851928"/>
                  </a:lnTo>
                  <a:lnTo>
                    <a:pt x="1317625" y="886193"/>
                  </a:lnTo>
                  <a:lnTo>
                    <a:pt x="1288986" y="904036"/>
                  </a:lnTo>
                  <a:lnTo>
                    <a:pt x="1247432" y="898893"/>
                  </a:lnTo>
                  <a:lnTo>
                    <a:pt x="1198067" y="864222"/>
                  </a:lnTo>
                  <a:lnTo>
                    <a:pt x="1176248" y="842784"/>
                  </a:lnTo>
                  <a:lnTo>
                    <a:pt x="1150454" y="818019"/>
                  </a:lnTo>
                  <a:lnTo>
                    <a:pt x="1121333" y="790498"/>
                  </a:lnTo>
                  <a:lnTo>
                    <a:pt x="1089533" y="760780"/>
                  </a:lnTo>
                  <a:lnTo>
                    <a:pt x="972413" y="888517"/>
                  </a:lnTo>
                  <a:lnTo>
                    <a:pt x="1021397" y="934161"/>
                  </a:lnTo>
                  <a:lnTo>
                    <a:pt x="1027772" y="941120"/>
                  </a:lnTo>
                  <a:lnTo>
                    <a:pt x="1033449" y="948842"/>
                  </a:lnTo>
                  <a:lnTo>
                    <a:pt x="1044321" y="964793"/>
                  </a:lnTo>
                  <a:lnTo>
                    <a:pt x="1033983" y="974229"/>
                  </a:lnTo>
                  <a:lnTo>
                    <a:pt x="1016901" y="962202"/>
                  </a:lnTo>
                  <a:lnTo>
                    <a:pt x="1008532" y="956005"/>
                  </a:lnTo>
                  <a:lnTo>
                    <a:pt x="1000607" y="949312"/>
                  </a:lnTo>
                  <a:lnTo>
                    <a:pt x="955217" y="907224"/>
                  </a:lnTo>
                  <a:lnTo>
                    <a:pt x="893597" y="973924"/>
                  </a:lnTo>
                  <a:lnTo>
                    <a:pt x="837387" y="1033957"/>
                  </a:lnTo>
                  <a:lnTo>
                    <a:pt x="886663" y="1079931"/>
                  </a:lnTo>
                  <a:lnTo>
                    <a:pt x="892987" y="1087145"/>
                  </a:lnTo>
                  <a:lnTo>
                    <a:pt x="898410" y="1095362"/>
                  </a:lnTo>
                  <a:lnTo>
                    <a:pt x="908596" y="1112456"/>
                  </a:lnTo>
                  <a:lnTo>
                    <a:pt x="896556" y="1121079"/>
                  </a:lnTo>
                  <a:lnTo>
                    <a:pt x="871512" y="1100340"/>
                  </a:lnTo>
                  <a:lnTo>
                    <a:pt x="863434" y="1093139"/>
                  </a:lnTo>
                  <a:lnTo>
                    <a:pt x="819772" y="1052487"/>
                  </a:lnTo>
                  <a:lnTo>
                    <a:pt x="789228" y="1084033"/>
                  </a:lnTo>
                  <a:lnTo>
                    <a:pt x="780351" y="1092987"/>
                  </a:lnTo>
                  <a:lnTo>
                    <a:pt x="762266" y="1114183"/>
                  </a:lnTo>
                  <a:lnTo>
                    <a:pt x="750531" y="1134846"/>
                  </a:lnTo>
                  <a:lnTo>
                    <a:pt x="745591" y="1153896"/>
                  </a:lnTo>
                  <a:lnTo>
                    <a:pt x="747890" y="1170254"/>
                  </a:lnTo>
                  <a:lnTo>
                    <a:pt x="752449" y="1177569"/>
                  </a:lnTo>
                  <a:lnTo>
                    <a:pt x="759129" y="1182979"/>
                  </a:lnTo>
                  <a:lnTo>
                    <a:pt x="767689" y="1186332"/>
                  </a:lnTo>
                  <a:lnTo>
                    <a:pt x="777849" y="1187488"/>
                  </a:lnTo>
                  <a:lnTo>
                    <a:pt x="867511" y="1182751"/>
                  </a:lnTo>
                  <a:lnTo>
                    <a:pt x="891921" y="1181735"/>
                  </a:lnTo>
                  <a:lnTo>
                    <a:pt x="959358" y="1185799"/>
                  </a:lnTo>
                  <a:lnTo>
                    <a:pt x="994321" y="1201661"/>
                  </a:lnTo>
                  <a:lnTo>
                    <a:pt x="1034669" y="1262824"/>
                  </a:lnTo>
                  <a:lnTo>
                    <a:pt x="1036548" y="1303337"/>
                  </a:lnTo>
                  <a:lnTo>
                    <a:pt x="1023696" y="1338935"/>
                  </a:lnTo>
                  <a:lnTo>
                    <a:pt x="997191" y="1367840"/>
                  </a:lnTo>
                  <a:lnTo>
                    <a:pt x="958100" y="1388313"/>
                  </a:lnTo>
                  <a:lnTo>
                    <a:pt x="905586" y="1405686"/>
                  </a:lnTo>
                  <a:lnTo>
                    <a:pt x="854316" y="1420825"/>
                  </a:lnTo>
                  <a:lnTo>
                    <a:pt x="804176" y="1433741"/>
                  </a:lnTo>
                  <a:lnTo>
                    <a:pt x="755065" y="1444459"/>
                  </a:lnTo>
                  <a:lnTo>
                    <a:pt x="706869" y="1453019"/>
                  </a:lnTo>
                  <a:lnTo>
                    <a:pt x="738060" y="1483220"/>
                  </a:lnTo>
                  <a:lnTo>
                    <a:pt x="785114" y="1528648"/>
                  </a:lnTo>
                  <a:lnTo>
                    <a:pt x="823150" y="1560728"/>
                  </a:lnTo>
                  <a:lnTo>
                    <a:pt x="862469" y="1589633"/>
                  </a:lnTo>
                  <a:lnTo>
                    <a:pt x="903097" y="1615262"/>
                  </a:lnTo>
                  <a:lnTo>
                    <a:pt x="945095" y="1637538"/>
                  </a:lnTo>
                  <a:lnTo>
                    <a:pt x="988529" y="1656397"/>
                  </a:lnTo>
                  <a:lnTo>
                    <a:pt x="1033424" y="1671751"/>
                  </a:lnTo>
                  <a:lnTo>
                    <a:pt x="1079868" y="1683512"/>
                  </a:lnTo>
                  <a:lnTo>
                    <a:pt x="1127874" y="1691627"/>
                  </a:lnTo>
                  <a:lnTo>
                    <a:pt x="1177518" y="1695996"/>
                  </a:lnTo>
                  <a:lnTo>
                    <a:pt x="1228852" y="1696542"/>
                  </a:lnTo>
                  <a:lnTo>
                    <a:pt x="1242555" y="1698028"/>
                  </a:lnTo>
                  <a:lnTo>
                    <a:pt x="1281366" y="1718132"/>
                  </a:lnTo>
                  <a:lnTo>
                    <a:pt x="1319949" y="1753082"/>
                  </a:lnTo>
                  <a:lnTo>
                    <a:pt x="1358277" y="1788325"/>
                  </a:lnTo>
                  <a:lnTo>
                    <a:pt x="1510665" y="1930336"/>
                  </a:lnTo>
                  <a:lnTo>
                    <a:pt x="1531772" y="1947392"/>
                  </a:lnTo>
                  <a:lnTo>
                    <a:pt x="1584871" y="1927479"/>
                  </a:lnTo>
                  <a:lnTo>
                    <a:pt x="1767928" y="1729308"/>
                  </a:lnTo>
                  <a:lnTo>
                    <a:pt x="1804428" y="1689569"/>
                  </a:lnTo>
                  <a:lnTo>
                    <a:pt x="1822996" y="1666443"/>
                  </a:lnTo>
                  <a:lnTo>
                    <a:pt x="1828774" y="1648383"/>
                  </a:lnTo>
                  <a:close/>
                </a:path>
              </a:pathLst>
            </a:custGeom>
            <a:solidFill>
              <a:srgbClr val="FFFFFF"/>
            </a:solidFill>
          </p:spPr>
          <p:txBody>
            <a:bodyPr wrap="square" lIns="0" tIns="0" rIns="0" bIns="0" rtlCol="0"/>
            <a:lstStyle/>
            <a:p>
              <a:endParaRPr/>
            </a:p>
          </p:txBody>
        </p:sp>
        <p:pic>
          <p:nvPicPr>
            <p:cNvPr id="14" name="object 14"/>
            <p:cNvPicPr/>
            <p:nvPr/>
          </p:nvPicPr>
          <p:blipFill>
            <a:blip r:embed="rId4" cstate="print"/>
            <a:stretch>
              <a:fillRect/>
            </a:stretch>
          </p:blipFill>
          <p:spPr>
            <a:xfrm>
              <a:off x="10260577" y="692871"/>
              <a:ext cx="217909" cy="216516"/>
            </a:xfrm>
            <a:prstGeom prst="rect">
              <a:avLst/>
            </a:prstGeom>
          </p:spPr>
        </p:pic>
        <p:pic>
          <p:nvPicPr>
            <p:cNvPr id="15" name="object 15"/>
            <p:cNvPicPr/>
            <p:nvPr/>
          </p:nvPicPr>
          <p:blipFill>
            <a:blip r:embed="rId5" cstate="print"/>
            <a:stretch>
              <a:fillRect/>
            </a:stretch>
          </p:blipFill>
          <p:spPr>
            <a:xfrm>
              <a:off x="12129322" y="788908"/>
              <a:ext cx="217951" cy="215417"/>
            </a:xfrm>
            <a:prstGeom prst="rect">
              <a:avLst/>
            </a:prstGeom>
          </p:spPr>
        </p:pic>
        <p:sp>
          <p:nvSpPr>
            <p:cNvPr id="16" name="object 16"/>
            <p:cNvSpPr/>
            <p:nvPr/>
          </p:nvSpPr>
          <p:spPr>
            <a:xfrm>
              <a:off x="10233493" y="605293"/>
              <a:ext cx="1421765" cy="1373505"/>
            </a:xfrm>
            <a:custGeom>
              <a:avLst/>
              <a:gdLst/>
              <a:ahLst/>
              <a:cxnLst/>
              <a:rect l="l" t="t" r="r" b="b"/>
              <a:pathLst>
                <a:path w="1421765" h="1373505">
                  <a:moveTo>
                    <a:pt x="1054691" y="0"/>
                  </a:moveTo>
                  <a:lnTo>
                    <a:pt x="1012660" y="5400"/>
                  </a:lnTo>
                  <a:lnTo>
                    <a:pt x="972864" y="33076"/>
                  </a:lnTo>
                  <a:lnTo>
                    <a:pt x="729049" y="294691"/>
                  </a:lnTo>
                  <a:lnTo>
                    <a:pt x="721779" y="301432"/>
                  </a:lnTo>
                  <a:lnTo>
                    <a:pt x="713775" y="307486"/>
                  </a:lnTo>
                  <a:lnTo>
                    <a:pt x="697260" y="319119"/>
                  </a:lnTo>
                  <a:lnTo>
                    <a:pt x="686967" y="308156"/>
                  </a:lnTo>
                  <a:lnTo>
                    <a:pt x="731568" y="254148"/>
                  </a:lnTo>
                  <a:lnTo>
                    <a:pt x="779102" y="203254"/>
                  </a:lnTo>
                  <a:lnTo>
                    <a:pt x="802701" y="177658"/>
                  </a:lnTo>
                  <a:lnTo>
                    <a:pt x="818992" y="155994"/>
                  </a:lnTo>
                  <a:lnTo>
                    <a:pt x="828562" y="132880"/>
                  </a:lnTo>
                  <a:lnTo>
                    <a:pt x="829969" y="108088"/>
                  </a:lnTo>
                  <a:lnTo>
                    <a:pt x="821769" y="81388"/>
                  </a:lnTo>
                  <a:lnTo>
                    <a:pt x="793798" y="46575"/>
                  </a:lnTo>
                  <a:lnTo>
                    <a:pt x="756486" y="30470"/>
                  </a:lnTo>
                  <a:lnTo>
                    <a:pt x="715910" y="34297"/>
                  </a:lnTo>
                  <a:lnTo>
                    <a:pt x="678150" y="59284"/>
                  </a:lnTo>
                  <a:lnTo>
                    <a:pt x="641643" y="98165"/>
                  </a:lnTo>
                  <a:lnTo>
                    <a:pt x="569555" y="176834"/>
                  </a:lnTo>
                  <a:lnTo>
                    <a:pt x="533381" y="216029"/>
                  </a:lnTo>
                  <a:lnTo>
                    <a:pt x="496725" y="254733"/>
                  </a:lnTo>
                  <a:lnTo>
                    <a:pt x="459288" y="292649"/>
                  </a:lnTo>
                  <a:lnTo>
                    <a:pt x="424093" y="329478"/>
                  </a:lnTo>
                  <a:lnTo>
                    <a:pt x="392008" y="367521"/>
                  </a:lnTo>
                  <a:lnTo>
                    <a:pt x="363112" y="406832"/>
                  </a:lnTo>
                  <a:lnTo>
                    <a:pt x="337484" y="447463"/>
                  </a:lnTo>
                  <a:lnTo>
                    <a:pt x="315202" y="489465"/>
                  </a:lnTo>
                  <a:lnTo>
                    <a:pt x="296346" y="532892"/>
                  </a:lnTo>
                  <a:lnTo>
                    <a:pt x="280993" y="577795"/>
                  </a:lnTo>
                  <a:lnTo>
                    <a:pt x="269223" y="624227"/>
                  </a:lnTo>
                  <a:lnTo>
                    <a:pt x="261114" y="672240"/>
                  </a:lnTo>
                  <a:lnTo>
                    <a:pt x="256745" y="721888"/>
                  </a:lnTo>
                  <a:lnTo>
                    <a:pt x="256195" y="773221"/>
                  </a:lnTo>
                  <a:lnTo>
                    <a:pt x="254715" y="786923"/>
                  </a:lnTo>
                  <a:lnTo>
                    <a:pt x="234614" y="825743"/>
                  </a:lnTo>
                  <a:lnTo>
                    <a:pt x="199653" y="864321"/>
                  </a:lnTo>
                  <a:lnTo>
                    <a:pt x="164415" y="902652"/>
                  </a:lnTo>
                  <a:lnTo>
                    <a:pt x="22401" y="1055034"/>
                  </a:lnTo>
                  <a:lnTo>
                    <a:pt x="5350" y="1076137"/>
                  </a:lnTo>
                  <a:lnTo>
                    <a:pt x="25259" y="1129241"/>
                  </a:lnTo>
                  <a:lnTo>
                    <a:pt x="64819" y="1165930"/>
                  </a:lnTo>
                  <a:lnTo>
                    <a:pt x="263168" y="1348805"/>
                  </a:lnTo>
                  <a:lnTo>
                    <a:pt x="304355" y="1373149"/>
                  </a:lnTo>
                  <a:lnTo>
                    <a:pt x="321843" y="1366020"/>
                  </a:lnTo>
                  <a:lnTo>
                    <a:pt x="343250" y="1345873"/>
                  </a:lnTo>
                  <a:lnTo>
                    <a:pt x="490192" y="1187792"/>
                  </a:lnTo>
                  <a:lnTo>
                    <a:pt x="527165" y="1148503"/>
                  </a:lnTo>
                  <a:lnTo>
                    <a:pt x="564374" y="1109441"/>
                  </a:lnTo>
                  <a:lnTo>
                    <a:pt x="598999" y="1088954"/>
                  </a:lnTo>
                  <a:lnTo>
                    <a:pt x="611283" y="1087452"/>
                  </a:lnTo>
                  <a:lnTo>
                    <a:pt x="646856" y="1089816"/>
                  </a:lnTo>
                  <a:lnTo>
                    <a:pt x="682375" y="1093585"/>
                  </a:lnTo>
                  <a:lnTo>
                    <a:pt x="753342" y="1102561"/>
                  </a:lnTo>
                  <a:lnTo>
                    <a:pt x="802162" y="1107132"/>
                  </a:lnTo>
                  <a:lnTo>
                    <a:pt x="850646" y="1109137"/>
                  </a:lnTo>
                  <a:lnTo>
                    <a:pt x="898809" y="1108702"/>
                  </a:lnTo>
                  <a:lnTo>
                    <a:pt x="946664" y="1105957"/>
                  </a:lnTo>
                  <a:lnTo>
                    <a:pt x="994226" y="1101028"/>
                  </a:lnTo>
                  <a:lnTo>
                    <a:pt x="1041507" y="1094045"/>
                  </a:lnTo>
                  <a:lnTo>
                    <a:pt x="1088523" y="1085135"/>
                  </a:lnTo>
                  <a:lnTo>
                    <a:pt x="1135287" y="1074425"/>
                  </a:lnTo>
                  <a:lnTo>
                    <a:pt x="1181812" y="1062045"/>
                  </a:lnTo>
                  <a:lnTo>
                    <a:pt x="1228114" y="1048122"/>
                  </a:lnTo>
                  <a:lnTo>
                    <a:pt x="1274205" y="1032783"/>
                  </a:lnTo>
                  <a:lnTo>
                    <a:pt x="1329115" y="992117"/>
                  </a:lnTo>
                  <a:lnTo>
                    <a:pt x="1338988" y="963719"/>
                  </a:lnTo>
                  <a:lnTo>
                    <a:pt x="1337219" y="931677"/>
                  </a:lnTo>
                  <a:lnTo>
                    <a:pt x="1325365" y="903784"/>
                  </a:lnTo>
                  <a:lnTo>
                    <a:pt x="1304537" y="882963"/>
                  </a:lnTo>
                  <a:lnTo>
                    <a:pt x="1275702" y="870133"/>
                  </a:lnTo>
                  <a:lnTo>
                    <a:pt x="1239830" y="866213"/>
                  </a:lnTo>
                  <a:lnTo>
                    <a:pt x="1205100" y="867325"/>
                  </a:lnTo>
                  <a:lnTo>
                    <a:pt x="1170367" y="868970"/>
                  </a:lnTo>
                  <a:lnTo>
                    <a:pt x="1100818" y="872663"/>
                  </a:lnTo>
                  <a:lnTo>
                    <a:pt x="1066544" y="861990"/>
                  </a:lnTo>
                  <a:lnTo>
                    <a:pt x="1048704" y="833350"/>
                  </a:lnTo>
                  <a:lnTo>
                    <a:pt x="1053843" y="791807"/>
                  </a:lnTo>
                  <a:lnTo>
                    <a:pt x="1088504" y="742426"/>
                  </a:lnTo>
                  <a:lnTo>
                    <a:pt x="1113947" y="716488"/>
                  </a:lnTo>
                  <a:lnTo>
                    <a:pt x="1143801" y="685245"/>
                  </a:lnTo>
                  <a:lnTo>
                    <a:pt x="1177175" y="649748"/>
                  </a:lnTo>
                  <a:lnTo>
                    <a:pt x="1250906" y="570195"/>
                  </a:lnTo>
                  <a:lnTo>
                    <a:pt x="1401280" y="406279"/>
                  </a:lnTo>
                  <a:lnTo>
                    <a:pt x="1421269" y="364982"/>
                  </a:lnTo>
                  <a:lnTo>
                    <a:pt x="1420263" y="342247"/>
                  </a:lnTo>
                  <a:lnTo>
                    <a:pt x="1411824" y="318753"/>
                  </a:lnTo>
                  <a:lnTo>
                    <a:pt x="1383236" y="284343"/>
                  </a:lnTo>
                  <a:lnTo>
                    <a:pt x="1345957" y="268864"/>
                  </a:lnTo>
                  <a:lnTo>
                    <a:pt x="1305624" y="273380"/>
                  </a:lnTo>
                  <a:lnTo>
                    <a:pt x="1267871" y="298952"/>
                  </a:lnTo>
                  <a:lnTo>
                    <a:pt x="1196383" y="374939"/>
                  </a:lnTo>
                  <a:lnTo>
                    <a:pt x="1018580" y="565772"/>
                  </a:lnTo>
                  <a:lnTo>
                    <a:pt x="1011613" y="572149"/>
                  </a:lnTo>
                  <a:lnTo>
                    <a:pt x="1003898" y="577825"/>
                  </a:lnTo>
                  <a:lnTo>
                    <a:pt x="987952" y="588692"/>
                  </a:lnTo>
                  <a:lnTo>
                    <a:pt x="978508" y="578347"/>
                  </a:lnTo>
                  <a:lnTo>
                    <a:pt x="990544" y="561273"/>
                  </a:lnTo>
                  <a:lnTo>
                    <a:pt x="996737" y="552895"/>
                  </a:lnTo>
                  <a:lnTo>
                    <a:pt x="1003428" y="544976"/>
                  </a:lnTo>
                  <a:lnTo>
                    <a:pt x="1331125" y="191720"/>
                  </a:lnTo>
                  <a:lnTo>
                    <a:pt x="1351935" y="163725"/>
                  </a:lnTo>
                  <a:lnTo>
                    <a:pt x="1361823" y="136473"/>
                  </a:lnTo>
                  <a:lnTo>
                    <a:pt x="1360996" y="109665"/>
                  </a:lnTo>
                  <a:lnTo>
                    <a:pt x="1349659" y="83001"/>
                  </a:lnTo>
                  <a:lnTo>
                    <a:pt x="1319804" y="52056"/>
                  </a:lnTo>
                  <a:lnTo>
                    <a:pt x="1282950" y="39767"/>
                  </a:lnTo>
                  <a:lnTo>
                    <a:pt x="1243710" y="46654"/>
                  </a:lnTo>
                  <a:lnTo>
                    <a:pt x="1206700" y="73242"/>
                  </a:lnTo>
                  <a:lnTo>
                    <a:pt x="872815" y="431022"/>
                  </a:lnTo>
                  <a:lnTo>
                    <a:pt x="865590" y="437362"/>
                  </a:lnTo>
                  <a:lnTo>
                    <a:pt x="857379" y="442777"/>
                  </a:lnTo>
                  <a:lnTo>
                    <a:pt x="840271" y="452969"/>
                  </a:lnTo>
                  <a:lnTo>
                    <a:pt x="831664" y="440927"/>
                  </a:lnTo>
                  <a:lnTo>
                    <a:pt x="852398" y="415885"/>
                  </a:lnTo>
                  <a:lnTo>
                    <a:pt x="859600" y="407808"/>
                  </a:lnTo>
                  <a:lnTo>
                    <a:pt x="1098148" y="151564"/>
                  </a:lnTo>
                  <a:lnTo>
                    <a:pt x="1115589" y="129418"/>
                  </a:lnTo>
                  <a:lnTo>
                    <a:pt x="1126467" y="105797"/>
                  </a:lnTo>
                  <a:lnTo>
                    <a:pt x="1128973" y="80310"/>
                  </a:lnTo>
                  <a:lnTo>
                    <a:pt x="1121299" y="52562"/>
                  </a:lnTo>
                  <a:lnTo>
                    <a:pt x="1092917" y="16008"/>
                  </a:lnTo>
                  <a:lnTo>
                    <a:pt x="1054691" y="0"/>
                  </a:lnTo>
                  <a:close/>
                </a:path>
              </a:pathLst>
            </a:custGeom>
            <a:solidFill>
              <a:srgbClr val="FFFFFF"/>
            </a:solidFill>
          </p:spPr>
          <p:txBody>
            <a:bodyPr wrap="square" lIns="0" tIns="0" rIns="0" bIns="0" rtlCol="0"/>
            <a:lstStyle/>
            <a:p>
              <a:endParaRPr/>
            </a:p>
          </p:txBody>
        </p:sp>
        <p:sp>
          <p:nvSpPr>
            <p:cNvPr id="17" name="object 17"/>
            <p:cNvSpPr/>
            <p:nvPr/>
          </p:nvSpPr>
          <p:spPr>
            <a:xfrm>
              <a:off x="17591307" y="0"/>
              <a:ext cx="2513330" cy="2502535"/>
            </a:xfrm>
            <a:custGeom>
              <a:avLst/>
              <a:gdLst/>
              <a:ahLst/>
              <a:cxnLst/>
              <a:rect l="l" t="t" r="r" b="b"/>
              <a:pathLst>
                <a:path w="2513330" h="2502535">
                  <a:moveTo>
                    <a:pt x="2512792" y="0"/>
                  </a:moveTo>
                  <a:lnTo>
                    <a:pt x="0" y="0"/>
                  </a:lnTo>
                  <a:lnTo>
                    <a:pt x="0" y="2502321"/>
                  </a:lnTo>
                  <a:lnTo>
                    <a:pt x="2512792" y="2502321"/>
                  </a:lnTo>
                  <a:lnTo>
                    <a:pt x="2512792" y="0"/>
                  </a:lnTo>
                  <a:close/>
                </a:path>
              </a:pathLst>
            </a:custGeom>
            <a:solidFill>
              <a:srgbClr val="00705C"/>
            </a:solidFill>
          </p:spPr>
          <p:txBody>
            <a:bodyPr wrap="square" lIns="0" tIns="0" rIns="0" bIns="0" rtlCol="0"/>
            <a:lstStyle/>
            <a:p>
              <a:endParaRPr/>
            </a:p>
          </p:txBody>
        </p:sp>
        <p:sp>
          <p:nvSpPr>
            <p:cNvPr id="18" name="object 18"/>
            <p:cNvSpPr/>
            <p:nvPr/>
          </p:nvSpPr>
          <p:spPr>
            <a:xfrm>
              <a:off x="17879137" y="315200"/>
              <a:ext cx="1327785" cy="1854835"/>
            </a:xfrm>
            <a:custGeom>
              <a:avLst/>
              <a:gdLst/>
              <a:ahLst/>
              <a:cxnLst/>
              <a:rect l="l" t="t" r="r" b="b"/>
              <a:pathLst>
                <a:path w="1327784" h="1854835">
                  <a:moveTo>
                    <a:pt x="565734" y="59499"/>
                  </a:moveTo>
                  <a:lnTo>
                    <a:pt x="560527" y="36347"/>
                  </a:lnTo>
                  <a:lnTo>
                    <a:pt x="546315" y="17424"/>
                  </a:lnTo>
                  <a:lnTo>
                    <a:pt x="525233" y="4673"/>
                  </a:lnTo>
                  <a:lnTo>
                    <a:pt x="499414" y="0"/>
                  </a:lnTo>
                  <a:lnTo>
                    <a:pt x="66332" y="0"/>
                  </a:lnTo>
                  <a:lnTo>
                    <a:pt x="40513" y="4673"/>
                  </a:lnTo>
                  <a:lnTo>
                    <a:pt x="19431" y="17424"/>
                  </a:lnTo>
                  <a:lnTo>
                    <a:pt x="5219" y="36347"/>
                  </a:lnTo>
                  <a:lnTo>
                    <a:pt x="0" y="59499"/>
                  </a:lnTo>
                  <a:lnTo>
                    <a:pt x="0" y="228600"/>
                  </a:lnTo>
                  <a:lnTo>
                    <a:pt x="5219" y="251777"/>
                  </a:lnTo>
                  <a:lnTo>
                    <a:pt x="19431" y="270687"/>
                  </a:lnTo>
                  <a:lnTo>
                    <a:pt x="40513" y="283451"/>
                  </a:lnTo>
                  <a:lnTo>
                    <a:pt x="66332" y="288124"/>
                  </a:lnTo>
                  <a:lnTo>
                    <a:pt x="499414" y="288124"/>
                  </a:lnTo>
                  <a:lnTo>
                    <a:pt x="525233" y="283451"/>
                  </a:lnTo>
                  <a:lnTo>
                    <a:pt x="546315" y="270687"/>
                  </a:lnTo>
                  <a:lnTo>
                    <a:pt x="560527" y="251777"/>
                  </a:lnTo>
                  <a:lnTo>
                    <a:pt x="565734" y="228600"/>
                  </a:lnTo>
                  <a:lnTo>
                    <a:pt x="565734" y="59499"/>
                  </a:lnTo>
                  <a:close/>
                </a:path>
                <a:path w="1327784" h="1854835">
                  <a:moveTo>
                    <a:pt x="1327353" y="545680"/>
                  </a:moveTo>
                  <a:lnTo>
                    <a:pt x="480047" y="304634"/>
                  </a:lnTo>
                  <a:lnTo>
                    <a:pt x="139636" y="304825"/>
                  </a:lnTo>
                  <a:lnTo>
                    <a:pt x="89242" y="315010"/>
                  </a:lnTo>
                  <a:lnTo>
                    <a:pt x="48107" y="342773"/>
                  </a:lnTo>
                  <a:lnTo>
                    <a:pt x="20370" y="383921"/>
                  </a:lnTo>
                  <a:lnTo>
                    <a:pt x="10198" y="434301"/>
                  </a:lnTo>
                  <a:lnTo>
                    <a:pt x="10198" y="1671739"/>
                  </a:lnTo>
                  <a:lnTo>
                    <a:pt x="16738" y="1720392"/>
                  </a:lnTo>
                  <a:lnTo>
                    <a:pt x="35191" y="1764106"/>
                  </a:lnTo>
                  <a:lnTo>
                    <a:pt x="63804" y="1801139"/>
                  </a:lnTo>
                  <a:lnTo>
                    <a:pt x="100850" y="1829765"/>
                  </a:lnTo>
                  <a:lnTo>
                    <a:pt x="144564" y="1848205"/>
                  </a:lnTo>
                  <a:lnTo>
                    <a:pt x="193217" y="1854746"/>
                  </a:lnTo>
                  <a:lnTo>
                    <a:pt x="1327353" y="1854746"/>
                  </a:lnTo>
                  <a:lnTo>
                    <a:pt x="1327353" y="545680"/>
                  </a:lnTo>
                  <a:close/>
                </a:path>
              </a:pathLst>
            </a:custGeom>
            <a:solidFill>
              <a:srgbClr val="0E9C4E"/>
            </a:solidFill>
          </p:spPr>
          <p:txBody>
            <a:bodyPr wrap="square" lIns="0" tIns="0" rIns="0" bIns="0" rtlCol="0"/>
            <a:lstStyle/>
            <a:p>
              <a:endParaRPr/>
            </a:p>
          </p:txBody>
        </p:sp>
        <p:sp>
          <p:nvSpPr>
            <p:cNvPr id="19" name="object 19"/>
            <p:cNvSpPr/>
            <p:nvPr/>
          </p:nvSpPr>
          <p:spPr>
            <a:xfrm>
              <a:off x="18466476" y="450903"/>
              <a:ext cx="693420" cy="693420"/>
            </a:xfrm>
            <a:custGeom>
              <a:avLst/>
              <a:gdLst/>
              <a:ahLst/>
              <a:cxnLst/>
              <a:rect l="l" t="t" r="r" b="b"/>
              <a:pathLst>
                <a:path w="693419" h="693419">
                  <a:moveTo>
                    <a:pt x="683059" y="429989"/>
                  </a:moveTo>
                  <a:lnTo>
                    <a:pt x="668673" y="474882"/>
                  </a:lnTo>
                  <a:lnTo>
                    <a:pt x="648873" y="516452"/>
                  </a:lnTo>
                  <a:lnTo>
                    <a:pt x="624161" y="554398"/>
                  </a:lnTo>
                  <a:lnTo>
                    <a:pt x="595037" y="588418"/>
                  </a:lnTo>
                  <a:lnTo>
                    <a:pt x="562000" y="618210"/>
                  </a:lnTo>
                  <a:lnTo>
                    <a:pt x="525550" y="643473"/>
                  </a:lnTo>
                  <a:lnTo>
                    <a:pt x="486190" y="663905"/>
                  </a:lnTo>
                  <a:lnTo>
                    <a:pt x="444417" y="679205"/>
                  </a:lnTo>
                  <a:lnTo>
                    <a:pt x="400734" y="689071"/>
                  </a:lnTo>
                  <a:lnTo>
                    <a:pt x="355639" y="693201"/>
                  </a:lnTo>
                  <a:lnTo>
                    <a:pt x="309634" y="691295"/>
                  </a:lnTo>
                  <a:lnTo>
                    <a:pt x="263218" y="683049"/>
                  </a:lnTo>
                  <a:lnTo>
                    <a:pt x="218325" y="668663"/>
                  </a:lnTo>
                  <a:lnTo>
                    <a:pt x="176755" y="648864"/>
                  </a:lnTo>
                  <a:lnTo>
                    <a:pt x="138809" y="624152"/>
                  </a:lnTo>
                  <a:lnTo>
                    <a:pt x="104789" y="595027"/>
                  </a:lnTo>
                  <a:lnTo>
                    <a:pt x="74996" y="561990"/>
                  </a:lnTo>
                  <a:lnTo>
                    <a:pt x="49733" y="525541"/>
                  </a:lnTo>
                  <a:lnTo>
                    <a:pt x="29300" y="486180"/>
                  </a:lnTo>
                  <a:lnTo>
                    <a:pt x="13999" y="444408"/>
                  </a:lnTo>
                  <a:lnTo>
                    <a:pt x="4131" y="400724"/>
                  </a:lnTo>
                  <a:lnTo>
                    <a:pt x="0" y="355629"/>
                  </a:lnTo>
                  <a:lnTo>
                    <a:pt x="1904" y="309624"/>
                  </a:lnTo>
                  <a:lnTo>
                    <a:pt x="10147" y="263208"/>
                  </a:lnTo>
                  <a:lnTo>
                    <a:pt x="24536" y="218315"/>
                  </a:lnTo>
                  <a:lnTo>
                    <a:pt x="44336" y="176746"/>
                  </a:lnTo>
                  <a:lnTo>
                    <a:pt x="69049" y="138801"/>
                  </a:lnTo>
                  <a:lnTo>
                    <a:pt x="98175" y="104782"/>
                  </a:lnTo>
                  <a:lnTo>
                    <a:pt x="131212" y="74990"/>
                  </a:lnTo>
                  <a:lnTo>
                    <a:pt x="167661" y="49728"/>
                  </a:lnTo>
                  <a:lnTo>
                    <a:pt x="207022" y="29296"/>
                  </a:lnTo>
                  <a:lnTo>
                    <a:pt x="248794" y="13997"/>
                  </a:lnTo>
                  <a:lnTo>
                    <a:pt x="292478" y="4131"/>
                  </a:lnTo>
                  <a:lnTo>
                    <a:pt x="337574" y="0"/>
                  </a:lnTo>
                  <a:lnTo>
                    <a:pt x="383581" y="1905"/>
                  </a:lnTo>
                  <a:lnTo>
                    <a:pt x="429998" y="10148"/>
                  </a:lnTo>
                  <a:lnTo>
                    <a:pt x="474891" y="24534"/>
                  </a:lnTo>
                  <a:lnTo>
                    <a:pt x="516461" y="44333"/>
                  </a:lnTo>
                  <a:lnTo>
                    <a:pt x="554406" y="69046"/>
                  </a:lnTo>
                  <a:lnTo>
                    <a:pt x="588425" y="98170"/>
                  </a:lnTo>
                  <a:lnTo>
                    <a:pt x="618217" y="131207"/>
                  </a:lnTo>
                  <a:lnTo>
                    <a:pt x="643479" y="167656"/>
                  </a:lnTo>
                  <a:lnTo>
                    <a:pt x="663911" y="207017"/>
                  </a:lnTo>
                  <a:lnTo>
                    <a:pt x="679210" y="248790"/>
                  </a:lnTo>
                  <a:lnTo>
                    <a:pt x="689076" y="292473"/>
                  </a:lnTo>
                  <a:lnTo>
                    <a:pt x="693207" y="337568"/>
                  </a:lnTo>
                  <a:lnTo>
                    <a:pt x="691302" y="383573"/>
                  </a:lnTo>
                  <a:lnTo>
                    <a:pt x="683059" y="429989"/>
                  </a:lnTo>
                  <a:close/>
                </a:path>
              </a:pathLst>
            </a:custGeom>
            <a:ln w="104708">
              <a:solidFill>
                <a:srgbClr val="0E9C4E"/>
              </a:solidFill>
            </a:ln>
          </p:spPr>
          <p:txBody>
            <a:bodyPr wrap="square" lIns="0" tIns="0" rIns="0" bIns="0" rtlCol="0"/>
            <a:lstStyle/>
            <a:p>
              <a:endParaRPr/>
            </a:p>
          </p:txBody>
        </p:sp>
        <p:sp>
          <p:nvSpPr>
            <p:cNvPr id="20" name="object 20"/>
            <p:cNvSpPr/>
            <p:nvPr/>
          </p:nvSpPr>
          <p:spPr>
            <a:xfrm>
              <a:off x="18088716" y="978242"/>
              <a:ext cx="887094" cy="963294"/>
            </a:xfrm>
            <a:custGeom>
              <a:avLst/>
              <a:gdLst/>
              <a:ahLst/>
              <a:cxnLst/>
              <a:rect l="l" t="t" r="r" b="b"/>
              <a:pathLst>
                <a:path w="887094" h="963294">
                  <a:moveTo>
                    <a:pt x="887051" y="0"/>
                  </a:moveTo>
                  <a:lnTo>
                    <a:pt x="0" y="0"/>
                  </a:lnTo>
                  <a:lnTo>
                    <a:pt x="0" y="963216"/>
                  </a:lnTo>
                  <a:lnTo>
                    <a:pt x="887051" y="963216"/>
                  </a:lnTo>
                  <a:lnTo>
                    <a:pt x="887051" y="0"/>
                  </a:lnTo>
                  <a:close/>
                </a:path>
              </a:pathLst>
            </a:custGeom>
            <a:solidFill>
              <a:srgbClr val="79C44F"/>
            </a:solidFill>
          </p:spPr>
          <p:txBody>
            <a:bodyPr wrap="square" lIns="0" tIns="0" rIns="0" bIns="0" rtlCol="0"/>
            <a:lstStyle/>
            <a:p>
              <a:endParaRPr/>
            </a:p>
          </p:txBody>
        </p:sp>
        <p:sp>
          <p:nvSpPr>
            <p:cNvPr id="21" name="object 21"/>
            <p:cNvSpPr/>
            <p:nvPr/>
          </p:nvSpPr>
          <p:spPr>
            <a:xfrm>
              <a:off x="18243259" y="1171434"/>
              <a:ext cx="584835" cy="584835"/>
            </a:xfrm>
            <a:custGeom>
              <a:avLst/>
              <a:gdLst/>
              <a:ahLst/>
              <a:cxnLst/>
              <a:rect l="l" t="t" r="r" b="b"/>
              <a:pathLst>
                <a:path w="584834" h="584835">
                  <a:moveTo>
                    <a:pt x="584669" y="85153"/>
                  </a:moveTo>
                  <a:lnTo>
                    <a:pt x="499529" y="0"/>
                  </a:lnTo>
                  <a:lnTo>
                    <a:pt x="292328" y="207200"/>
                  </a:lnTo>
                  <a:lnTo>
                    <a:pt x="85140" y="0"/>
                  </a:lnTo>
                  <a:lnTo>
                    <a:pt x="0" y="85153"/>
                  </a:lnTo>
                  <a:lnTo>
                    <a:pt x="207187" y="292341"/>
                  </a:lnTo>
                  <a:lnTo>
                    <a:pt x="0" y="499529"/>
                  </a:lnTo>
                  <a:lnTo>
                    <a:pt x="85140" y="584669"/>
                  </a:lnTo>
                  <a:lnTo>
                    <a:pt x="292328" y="377482"/>
                  </a:lnTo>
                  <a:lnTo>
                    <a:pt x="499529" y="584669"/>
                  </a:lnTo>
                  <a:lnTo>
                    <a:pt x="584669" y="499529"/>
                  </a:lnTo>
                  <a:lnTo>
                    <a:pt x="377469" y="292341"/>
                  </a:lnTo>
                  <a:lnTo>
                    <a:pt x="584669" y="85153"/>
                  </a:lnTo>
                  <a:close/>
                </a:path>
              </a:pathLst>
            </a:custGeom>
            <a:solidFill>
              <a:srgbClr val="FF831A"/>
            </a:solidFill>
          </p:spPr>
          <p:txBody>
            <a:bodyPr wrap="square" lIns="0" tIns="0" rIns="0" bIns="0" rtlCol="0"/>
            <a:lstStyle/>
            <a:p>
              <a:endParaRPr/>
            </a:p>
          </p:txBody>
        </p:sp>
        <p:sp>
          <p:nvSpPr>
            <p:cNvPr id="22" name="object 22"/>
            <p:cNvSpPr/>
            <p:nvPr/>
          </p:nvSpPr>
          <p:spPr>
            <a:xfrm>
              <a:off x="19347632" y="433706"/>
              <a:ext cx="238125" cy="555625"/>
            </a:xfrm>
            <a:custGeom>
              <a:avLst/>
              <a:gdLst/>
              <a:ahLst/>
              <a:cxnLst/>
              <a:rect l="l" t="t" r="r" b="b"/>
              <a:pathLst>
                <a:path w="238125" h="555625">
                  <a:moveTo>
                    <a:pt x="119043" y="0"/>
                  </a:moveTo>
                  <a:lnTo>
                    <a:pt x="72706" y="9354"/>
                  </a:lnTo>
                  <a:lnTo>
                    <a:pt x="34866" y="34866"/>
                  </a:lnTo>
                  <a:lnTo>
                    <a:pt x="9354" y="72706"/>
                  </a:lnTo>
                  <a:lnTo>
                    <a:pt x="0" y="119043"/>
                  </a:lnTo>
                  <a:lnTo>
                    <a:pt x="0" y="555061"/>
                  </a:lnTo>
                  <a:lnTo>
                    <a:pt x="238086" y="555061"/>
                  </a:lnTo>
                  <a:lnTo>
                    <a:pt x="238086" y="119043"/>
                  </a:lnTo>
                  <a:lnTo>
                    <a:pt x="228732" y="72706"/>
                  </a:lnTo>
                  <a:lnTo>
                    <a:pt x="203220" y="34866"/>
                  </a:lnTo>
                  <a:lnTo>
                    <a:pt x="165380" y="9354"/>
                  </a:lnTo>
                  <a:lnTo>
                    <a:pt x="119043" y="0"/>
                  </a:lnTo>
                  <a:close/>
                </a:path>
              </a:pathLst>
            </a:custGeom>
            <a:solidFill>
              <a:srgbClr val="FFFFFF"/>
            </a:solidFill>
          </p:spPr>
          <p:txBody>
            <a:bodyPr wrap="square" lIns="0" tIns="0" rIns="0" bIns="0" rtlCol="0"/>
            <a:lstStyle/>
            <a:p>
              <a:endParaRPr/>
            </a:p>
          </p:txBody>
        </p:sp>
        <p:sp>
          <p:nvSpPr>
            <p:cNvPr id="23" name="object 23"/>
            <p:cNvSpPr/>
            <p:nvPr/>
          </p:nvSpPr>
          <p:spPr>
            <a:xfrm>
              <a:off x="18722336" y="980034"/>
              <a:ext cx="1115060" cy="1196975"/>
            </a:xfrm>
            <a:custGeom>
              <a:avLst/>
              <a:gdLst/>
              <a:ahLst/>
              <a:cxnLst/>
              <a:rect l="l" t="t" r="r" b="b"/>
              <a:pathLst>
                <a:path w="1115059" h="1196975">
                  <a:moveTo>
                    <a:pt x="1114866" y="0"/>
                  </a:moveTo>
                  <a:lnTo>
                    <a:pt x="0" y="0"/>
                  </a:lnTo>
                  <a:lnTo>
                    <a:pt x="0" y="1196623"/>
                  </a:lnTo>
                  <a:lnTo>
                    <a:pt x="1114866" y="1196623"/>
                  </a:lnTo>
                  <a:lnTo>
                    <a:pt x="1114866" y="0"/>
                  </a:lnTo>
                  <a:close/>
                </a:path>
              </a:pathLst>
            </a:custGeom>
            <a:solidFill>
              <a:srgbClr val="FFF5D4"/>
            </a:solidFill>
          </p:spPr>
          <p:txBody>
            <a:bodyPr wrap="square" lIns="0" tIns="0" rIns="0" bIns="0" rtlCol="0"/>
            <a:lstStyle/>
            <a:p>
              <a:endParaRPr/>
            </a:p>
          </p:txBody>
        </p:sp>
        <p:sp>
          <p:nvSpPr>
            <p:cNvPr id="24" name="object 24"/>
            <p:cNvSpPr/>
            <p:nvPr/>
          </p:nvSpPr>
          <p:spPr>
            <a:xfrm>
              <a:off x="19203239" y="980045"/>
              <a:ext cx="506095" cy="870585"/>
            </a:xfrm>
            <a:custGeom>
              <a:avLst/>
              <a:gdLst/>
              <a:ahLst/>
              <a:cxnLst/>
              <a:rect l="l" t="t" r="r" b="b"/>
              <a:pathLst>
                <a:path w="506094" h="870585">
                  <a:moveTo>
                    <a:pt x="505752" y="0"/>
                  </a:moveTo>
                  <a:lnTo>
                    <a:pt x="336931" y="0"/>
                  </a:lnTo>
                  <a:lnTo>
                    <a:pt x="168808" y="101"/>
                  </a:lnTo>
                  <a:lnTo>
                    <a:pt x="0" y="0"/>
                  </a:lnTo>
                  <a:lnTo>
                    <a:pt x="0" y="482307"/>
                  </a:lnTo>
                  <a:lnTo>
                    <a:pt x="6629" y="515162"/>
                  </a:lnTo>
                  <a:lnTo>
                    <a:pt x="24726" y="541985"/>
                  </a:lnTo>
                  <a:lnTo>
                    <a:pt x="51549" y="560082"/>
                  </a:lnTo>
                  <a:lnTo>
                    <a:pt x="84404" y="566712"/>
                  </a:lnTo>
                  <a:lnTo>
                    <a:pt x="117259" y="560082"/>
                  </a:lnTo>
                  <a:lnTo>
                    <a:pt x="144094" y="541985"/>
                  </a:lnTo>
                  <a:lnTo>
                    <a:pt x="162179" y="515162"/>
                  </a:lnTo>
                  <a:lnTo>
                    <a:pt x="168808" y="482307"/>
                  </a:lnTo>
                  <a:lnTo>
                    <a:pt x="168808" y="386486"/>
                  </a:lnTo>
                  <a:lnTo>
                    <a:pt x="336931" y="386486"/>
                  </a:lnTo>
                  <a:lnTo>
                    <a:pt x="336931" y="785964"/>
                  </a:lnTo>
                  <a:lnTo>
                    <a:pt x="343573" y="818819"/>
                  </a:lnTo>
                  <a:lnTo>
                    <a:pt x="361657" y="845642"/>
                  </a:lnTo>
                  <a:lnTo>
                    <a:pt x="388493" y="863727"/>
                  </a:lnTo>
                  <a:lnTo>
                    <a:pt x="421347" y="870369"/>
                  </a:lnTo>
                  <a:lnTo>
                    <a:pt x="454202" y="863727"/>
                  </a:lnTo>
                  <a:lnTo>
                    <a:pt x="481025" y="845642"/>
                  </a:lnTo>
                  <a:lnTo>
                    <a:pt x="499110" y="818819"/>
                  </a:lnTo>
                  <a:lnTo>
                    <a:pt x="505752" y="785964"/>
                  </a:lnTo>
                  <a:lnTo>
                    <a:pt x="505752" y="0"/>
                  </a:lnTo>
                  <a:close/>
                </a:path>
              </a:pathLst>
            </a:custGeom>
            <a:solidFill>
              <a:srgbClr val="FF831A"/>
            </a:solidFill>
          </p:spPr>
          <p:txBody>
            <a:bodyPr wrap="square" lIns="0" tIns="0" rIns="0" bIns="0" rtlCol="0"/>
            <a:lstStyle/>
            <a:p>
              <a:endParaRPr/>
            </a:p>
          </p:txBody>
        </p:sp>
        <p:sp>
          <p:nvSpPr>
            <p:cNvPr id="25" name="object 25"/>
            <p:cNvSpPr/>
            <p:nvPr/>
          </p:nvSpPr>
          <p:spPr>
            <a:xfrm>
              <a:off x="19371712" y="1215394"/>
              <a:ext cx="168910" cy="567055"/>
            </a:xfrm>
            <a:custGeom>
              <a:avLst/>
              <a:gdLst/>
              <a:ahLst/>
              <a:cxnLst/>
              <a:rect l="l" t="t" r="r" b="b"/>
              <a:pathLst>
                <a:path w="168909" h="567055">
                  <a:moveTo>
                    <a:pt x="84405" y="0"/>
                  </a:moveTo>
                  <a:lnTo>
                    <a:pt x="51551" y="6632"/>
                  </a:lnTo>
                  <a:lnTo>
                    <a:pt x="24721" y="24721"/>
                  </a:lnTo>
                  <a:lnTo>
                    <a:pt x="6632" y="51551"/>
                  </a:lnTo>
                  <a:lnTo>
                    <a:pt x="0" y="84405"/>
                  </a:lnTo>
                  <a:lnTo>
                    <a:pt x="0" y="566715"/>
                  </a:lnTo>
                  <a:lnTo>
                    <a:pt x="168811" y="566715"/>
                  </a:lnTo>
                  <a:lnTo>
                    <a:pt x="168811" y="84405"/>
                  </a:lnTo>
                  <a:lnTo>
                    <a:pt x="162178" y="51551"/>
                  </a:lnTo>
                  <a:lnTo>
                    <a:pt x="144089" y="24721"/>
                  </a:lnTo>
                  <a:lnTo>
                    <a:pt x="117260" y="6632"/>
                  </a:lnTo>
                  <a:lnTo>
                    <a:pt x="84405" y="0"/>
                  </a:lnTo>
                  <a:close/>
                </a:path>
              </a:pathLst>
            </a:custGeom>
            <a:solidFill>
              <a:srgbClr val="FFF5D4"/>
            </a:solidFill>
          </p:spPr>
          <p:txBody>
            <a:bodyPr wrap="square" lIns="0" tIns="0" rIns="0" bIns="0" rtlCol="0"/>
            <a:lstStyle/>
            <a:p>
              <a:endParaRPr/>
            </a:p>
          </p:txBody>
        </p:sp>
        <p:sp>
          <p:nvSpPr>
            <p:cNvPr id="26" name="object 26"/>
            <p:cNvSpPr/>
            <p:nvPr/>
          </p:nvSpPr>
          <p:spPr>
            <a:xfrm>
              <a:off x="15078515" y="0"/>
              <a:ext cx="2513330" cy="2502535"/>
            </a:xfrm>
            <a:custGeom>
              <a:avLst/>
              <a:gdLst/>
              <a:ahLst/>
              <a:cxnLst/>
              <a:rect l="l" t="t" r="r" b="b"/>
              <a:pathLst>
                <a:path w="2513330" h="2502535">
                  <a:moveTo>
                    <a:pt x="2512792" y="0"/>
                  </a:moveTo>
                  <a:lnTo>
                    <a:pt x="0" y="0"/>
                  </a:lnTo>
                  <a:lnTo>
                    <a:pt x="0" y="2502321"/>
                  </a:lnTo>
                  <a:lnTo>
                    <a:pt x="2512792" y="2502321"/>
                  </a:lnTo>
                  <a:lnTo>
                    <a:pt x="2512792" y="0"/>
                  </a:lnTo>
                  <a:close/>
                </a:path>
              </a:pathLst>
            </a:custGeom>
            <a:solidFill>
              <a:srgbClr val="0E9C4E"/>
            </a:solidFill>
          </p:spPr>
          <p:txBody>
            <a:bodyPr wrap="square" lIns="0" tIns="0" rIns="0" bIns="0" rtlCol="0"/>
            <a:lstStyle/>
            <a:p>
              <a:endParaRPr/>
            </a:p>
          </p:txBody>
        </p:sp>
        <p:sp>
          <p:nvSpPr>
            <p:cNvPr id="27" name="object 27"/>
            <p:cNvSpPr/>
            <p:nvPr/>
          </p:nvSpPr>
          <p:spPr>
            <a:xfrm>
              <a:off x="15598681" y="301908"/>
              <a:ext cx="1472565" cy="1901825"/>
            </a:xfrm>
            <a:custGeom>
              <a:avLst/>
              <a:gdLst/>
              <a:ahLst/>
              <a:cxnLst/>
              <a:rect l="l" t="t" r="r" b="b"/>
              <a:pathLst>
                <a:path w="1472565" h="1901825">
                  <a:moveTo>
                    <a:pt x="646472" y="2244"/>
                  </a:moveTo>
                  <a:lnTo>
                    <a:pt x="719526" y="0"/>
                  </a:lnTo>
                  <a:lnTo>
                    <a:pt x="757040" y="15350"/>
                  </a:lnTo>
                  <a:lnTo>
                    <a:pt x="770861" y="62786"/>
                  </a:lnTo>
                  <a:lnTo>
                    <a:pt x="772835" y="156794"/>
                  </a:lnTo>
                  <a:lnTo>
                    <a:pt x="772930" y="210002"/>
                  </a:lnTo>
                  <a:lnTo>
                    <a:pt x="772678" y="242419"/>
                  </a:lnTo>
                  <a:lnTo>
                    <a:pt x="770344" y="316266"/>
                  </a:lnTo>
                  <a:lnTo>
                    <a:pt x="767769" y="356648"/>
                  </a:lnTo>
                  <a:lnTo>
                    <a:pt x="763925" y="398638"/>
                  </a:lnTo>
                  <a:lnTo>
                    <a:pt x="758568" y="441712"/>
                  </a:lnTo>
                  <a:lnTo>
                    <a:pt x="751449" y="485347"/>
                  </a:lnTo>
                  <a:lnTo>
                    <a:pt x="742323" y="529020"/>
                  </a:lnTo>
                  <a:lnTo>
                    <a:pt x="730942" y="572207"/>
                  </a:lnTo>
                  <a:lnTo>
                    <a:pt x="717061" y="614384"/>
                  </a:lnTo>
                  <a:lnTo>
                    <a:pt x="700433" y="655029"/>
                  </a:lnTo>
                  <a:lnTo>
                    <a:pt x="680810" y="693618"/>
                  </a:lnTo>
                  <a:lnTo>
                    <a:pt x="657947" y="729627"/>
                  </a:lnTo>
                  <a:lnTo>
                    <a:pt x="631597" y="762533"/>
                  </a:lnTo>
                  <a:lnTo>
                    <a:pt x="601514" y="791812"/>
                  </a:lnTo>
                  <a:lnTo>
                    <a:pt x="567450" y="816942"/>
                  </a:lnTo>
                  <a:lnTo>
                    <a:pt x="529159" y="837399"/>
                  </a:lnTo>
                  <a:lnTo>
                    <a:pt x="486395" y="852659"/>
                  </a:lnTo>
                  <a:lnTo>
                    <a:pt x="438910" y="862199"/>
                  </a:lnTo>
                  <a:lnTo>
                    <a:pt x="386459" y="865495"/>
                  </a:lnTo>
                  <a:lnTo>
                    <a:pt x="334010" y="862149"/>
                  </a:lnTo>
                  <a:lnTo>
                    <a:pt x="286527" y="852472"/>
                  </a:lnTo>
                  <a:lnTo>
                    <a:pt x="243764" y="837000"/>
                  </a:lnTo>
                  <a:lnTo>
                    <a:pt x="205474" y="816270"/>
                  </a:lnTo>
                  <a:lnTo>
                    <a:pt x="171411" y="790821"/>
                  </a:lnTo>
                  <a:lnTo>
                    <a:pt x="141328" y="761189"/>
                  </a:lnTo>
                  <a:lnTo>
                    <a:pt x="114979" y="727911"/>
                  </a:lnTo>
                  <a:lnTo>
                    <a:pt x="92116" y="691527"/>
                  </a:lnTo>
                  <a:lnTo>
                    <a:pt x="72494" y="652572"/>
                  </a:lnTo>
                  <a:lnTo>
                    <a:pt x="55866" y="611584"/>
                  </a:lnTo>
                  <a:lnTo>
                    <a:pt x="41986" y="569101"/>
                  </a:lnTo>
                  <a:lnTo>
                    <a:pt x="30605" y="525659"/>
                  </a:lnTo>
                  <a:lnTo>
                    <a:pt x="21479" y="481798"/>
                  </a:lnTo>
                  <a:lnTo>
                    <a:pt x="14361" y="438053"/>
                  </a:lnTo>
                  <a:lnTo>
                    <a:pt x="9003" y="394962"/>
                  </a:lnTo>
                  <a:lnTo>
                    <a:pt x="5160" y="353064"/>
                  </a:lnTo>
                  <a:lnTo>
                    <a:pt x="2585" y="312894"/>
                  </a:lnTo>
                  <a:lnTo>
                    <a:pt x="251" y="239892"/>
                  </a:lnTo>
                  <a:lnTo>
                    <a:pt x="0" y="208135"/>
                  </a:lnTo>
                  <a:lnTo>
                    <a:pt x="29" y="180256"/>
                  </a:lnTo>
                  <a:lnTo>
                    <a:pt x="19267" y="67444"/>
                  </a:lnTo>
                  <a:lnTo>
                    <a:pt x="61448" y="21562"/>
                  </a:lnTo>
                  <a:lnTo>
                    <a:pt x="103629" y="4658"/>
                  </a:lnTo>
                  <a:lnTo>
                    <a:pt x="122802" y="2244"/>
                  </a:lnTo>
                </a:path>
                <a:path w="1472565" h="1901825">
                  <a:moveTo>
                    <a:pt x="1348147" y="1636194"/>
                  </a:moveTo>
                  <a:lnTo>
                    <a:pt x="1348147" y="1397458"/>
                  </a:lnTo>
                  <a:lnTo>
                    <a:pt x="1310426" y="1257889"/>
                  </a:lnTo>
                  <a:lnTo>
                    <a:pt x="1227439" y="1186218"/>
                  </a:lnTo>
                  <a:lnTo>
                    <a:pt x="1144452" y="1159813"/>
                  </a:lnTo>
                  <a:lnTo>
                    <a:pt x="1106731" y="1156041"/>
                  </a:lnTo>
                  <a:lnTo>
                    <a:pt x="967162" y="1159813"/>
                  </a:lnTo>
                  <a:lnTo>
                    <a:pt x="895491" y="1186218"/>
                  </a:lnTo>
                  <a:lnTo>
                    <a:pt x="869086" y="1257889"/>
                  </a:lnTo>
                  <a:lnTo>
                    <a:pt x="865314" y="1397458"/>
                  </a:lnTo>
                  <a:lnTo>
                    <a:pt x="865226" y="1449102"/>
                  </a:lnTo>
                  <a:lnTo>
                    <a:pt x="864610" y="1500218"/>
                  </a:lnTo>
                  <a:lnTo>
                    <a:pt x="862938" y="1550279"/>
                  </a:lnTo>
                  <a:lnTo>
                    <a:pt x="859683" y="1598756"/>
                  </a:lnTo>
                  <a:lnTo>
                    <a:pt x="854316" y="1645121"/>
                  </a:lnTo>
                  <a:lnTo>
                    <a:pt x="846310" y="1688847"/>
                  </a:lnTo>
                  <a:lnTo>
                    <a:pt x="835137" y="1729406"/>
                  </a:lnTo>
                  <a:lnTo>
                    <a:pt x="820268" y="1766269"/>
                  </a:lnTo>
                  <a:lnTo>
                    <a:pt x="777334" y="1826799"/>
                  </a:lnTo>
                  <a:lnTo>
                    <a:pt x="713285" y="1866214"/>
                  </a:lnTo>
                  <a:lnTo>
                    <a:pt x="672022" y="1876684"/>
                  </a:lnTo>
                  <a:lnTo>
                    <a:pt x="623897" y="1880291"/>
                  </a:lnTo>
                  <a:lnTo>
                    <a:pt x="575772" y="1876684"/>
                  </a:lnTo>
                  <a:lnTo>
                    <a:pt x="534510" y="1866214"/>
                  </a:lnTo>
                  <a:lnTo>
                    <a:pt x="499582" y="1849410"/>
                  </a:lnTo>
                  <a:lnTo>
                    <a:pt x="446618" y="1798910"/>
                  </a:lnTo>
                  <a:lnTo>
                    <a:pt x="412658" y="1729406"/>
                  </a:lnTo>
                  <a:lnTo>
                    <a:pt x="401484" y="1688847"/>
                  </a:lnTo>
                  <a:lnTo>
                    <a:pt x="393478" y="1645121"/>
                  </a:lnTo>
                  <a:lnTo>
                    <a:pt x="388111" y="1598756"/>
                  </a:lnTo>
                  <a:lnTo>
                    <a:pt x="384856" y="1550279"/>
                  </a:lnTo>
                  <a:lnTo>
                    <a:pt x="383184" y="1500218"/>
                  </a:lnTo>
                  <a:lnTo>
                    <a:pt x="382568" y="1449102"/>
                  </a:lnTo>
                  <a:lnTo>
                    <a:pt x="382480" y="1397458"/>
                  </a:lnTo>
                  <a:lnTo>
                    <a:pt x="382480" y="893190"/>
                  </a:lnTo>
                </a:path>
                <a:path w="1472565" h="1901825">
                  <a:moveTo>
                    <a:pt x="1472468" y="1771132"/>
                  </a:moveTo>
                  <a:lnTo>
                    <a:pt x="1462200" y="1821987"/>
                  </a:lnTo>
                  <a:lnTo>
                    <a:pt x="1434198" y="1863518"/>
                  </a:lnTo>
                  <a:lnTo>
                    <a:pt x="1392668" y="1891520"/>
                  </a:lnTo>
                  <a:lnTo>
                    <a:pt x="1341812" y="1901788"/>
                  </a:lnTo>
                  <a:lnTo>
                    <a:pt x="1290957" y="1891520"/>
                  </a:lnTo>
                  <a:lnTo>
                    <a:pt x="1249427" y="1863518"/>
                  </a:lnTo>
                  <a:lnTo>
                    <a:pt x="1221425" y="1821987"/>
                  </a:lnTo>
                  <a:lnTo>
                    <a:pt x="1211157" y="1771132"/>
                  </a:lnTo>
                  <a:lnTo>
                    <a:pt x="1221425" y="1720277"/>
                  </a:lnTo>
                  <a:lnTo>
                    <a:pt x="1249427" y="1678746"/>
                  </a:lnTo>
                  <a:lnTo>
                    <a:pt x="1290957" y="1650745"/>
                  </a:lnTo>
                  <a:lnTo>
                    <a:pt x="1341812" y="1640476"/>
                  </a:lnTo>
                  <a:lnTo>
                    <a:pt x="1392668" y="1650745"/>
                  </a:lnTo>
                  <a:lnTo>
                    <a:pt x="1434198" y="1678746"/>
                  </a:lnTo>
                  <a:lnTo>
                    <a:pt x="1462200" y="1720277"/>
                  </a:lnTo>
                  <a:lnTo>
                    <a:pt x="1472468" y="1771132"/>
                  </a:lnTo>
                  <a:close/>
                </a:path>
              </a:pathLst>
            </a:custGeom>
            <a:ln w="104708">
              <a:solidFill>
                <a:srgbClr val="FFF5D4"/>
              </a:solidFill>
            </a:ln>
          </p:spPr>
          <p:txBody>
            <a:bodyPr wrap="square" lIns="0" tIns="0" rIns="0" bIns="0" rtlCol="0"/>
            <a:lstStyle/>
            <a:p>
              <a:endParaRPr/>
            </a:p>
          </p:txBody>
        </p:sp>
        <p:sp>
          <p:nvSpPr>
            <p:cNvPr id="28" name="object 28"/>
            <p:cNvSpPr/>
            <p:nvPr/>
          </p:nvSpPr>
          <p:spPr>
            <a:xfrm>
              <a:off x="7652966" y="136663"/>
              <a:ext cx="2308860" cy="2195830"/>
            </a:xfrm>
            <a:custGeom>
              <a:avLst/>
              <a:gdLst/>
              <a:ahLst/>
              <a:cxnLst/>
              <a:rect l="l" t="t" r="r" b="b"/>
              <a:pathLst>
                <a:path w="2308859" h="2195830">
                  <a:moveTo>
                    <a:pt x="236579" y="1097673"/>
                  </a:moveTo>
                  <a:lnTo>
                    <a:pt x="234861" y="1097673"/>
                  </a:lnTo>
                  <a:lnTo>
                    <a:pt x="0" y="1097673"/>
                  </a:lnTo>
                </a:path>
                <a:path w="2308859" h="2195830">
                  <a:moveTo>
                    <a:pt x="220422" y="419275"/>
                  </a:moveTo>
                  <a:lnTo>
                    <a:pt x="411819" y="558339"/>
                  </a:lnTo>
                </a:path>
                <a:path w="2308859" h="2195830">
                  <a:moveTo>
                    <a:pt x="870549" y="224841"/>
                  </a:moveTo>
                  <a:lnTo>
                    <a:pt x="797494" y="0"/>
                  </a:lnTo>
                </a:path>
                <a:path w="2308859" h="2195830">
                  <a:moveTo>
                    <a:pt x="1437746" y="224841"/>
                  </a:moveTo>
                  <a:lnTo>
                    <a:pt x="1510802" y="0"/>
                  </a:lnTo>
                </a:path>
                <a:path w="2308859" h="2195830">
                  <a:moveTo>
                    <a:pt x="1896476" y="558339"/>
                  </a:moveTo>
                  <a:lnTo>
                    <a:pt x="2087884" y="419275"/>
                  </a:lnTo>
                </a:path>
                <a:path w="2308859" h="2195830">
                  <a:moveTo>
                    <a:pt x="2071717" y="1097673"/>
                  </a:moveTo>
                  <a:lnTo>
                    <a:pt x="2308306" y="1097673"/>
                  </a:lnTo>
                </a:path>
                <a:path w="2308859" h="2195830">
                  <a:moveTo>
                    <a:pt x="1896476" y="1637007"/>
                  </a:moveTo>
                  <a:lnTo>
                    <a:pt x="2087884" y="1776061"/>
                  </a:lnTo>
                </a:path>
                <a:path w="2308859" h="2195830">
                  <a:moveTo>
                    <a:pt x="1510802" y="2195336"/>
                  </a:moveTo>
                  <a:lnTo>
                    <a:pt x="1437746" y="1970505"/>
                  </a:lnTo>
                </a:path>
                <a:path w="2308859" h="2195830">
                  <a:moveTo>
                    <a:pt x="870549" y="1970505"/>
                  </a:moveTo>
                  <a:lnTo>
                    <a:pt x="797494" y="2195336"/>
                  </a:lnTo>
                </a:path>
                <a:path w="2308859" h="2195830">
                  <a:moveTo>
                    <a:pt x="220422" y="1776061"/>
                  </a:moveTo>
                  <a:lnTo>
                    <a:pt x="411819" y="1637007"/>
                  </a:lnTo>
                </a:path>
              </a:pathLst>
            </a:custGeom>
            <a:ln w="41883">
              <a:solidFill>
                <a:srgbClr val="00705C"/>
              </a:solidFill>
            </a:ln>
          </p:spPr>
          <p:txBody>
            <a:bodyPr wrap="square" lIns="0" tIns="0" rIns="0" bIns="0" rtlCol="0"/>
            <a:lstStyle/>
            <a:p>
              <a:endParaRPr/>
            </a:p>
          </p:txBody>
        </p:sp>
        <p:sp>
          <p:nvSpPr>
            <p:cNvPr id="29" name="object 29"/>
            <p:cNvSpPr/>
            <p:nvPr/>
          </p:nvSpPr>
          <p:spPr>
            <a:xfrm>
              <a:off x="8181962" y="609182"/>
              <a:ext cx="1250315" cy="1250315"/>
            </a:xfrm>
            <a:custGeom>
              <a:avLst/>
              <a:gdLst/>
              <a:ahLst/>
              <a:cxnLst/>
              <a:rect l="l" t="t" r="r" b="b"/>
              <a:pathLst>
                <a:path w="1250315" h="1250314">
                  <a:moveTo>
                    <a:pt x="625153" y="0"/>
                  </a:moveTo>
                  <a:lnTo>
                    <a:pt x="576297" y="1880"/>
                  </a:lnTo>
                  <a:lnTo>
                    <a:pt x="528470" y="7430"/>
                  </a:lnTo>
                  <a:lnTo>
                    <a:pt x="481810" y="16510"/>
                  </a:lnTo>
                  <a:lnTo>
                    <a:pt x="436456" y="28981"/>
                  </a:lnTo>
                  <a:lnTo>
                    <a:pt x="392548" y="44704"/>
                  </a:lnTo>
                  <a:lnTo>
                    <a:pt x="350225" y="63540"/>
                  </a:lnTo>
                  <a:lnTo>
                    <a:pt x="309624" y="85350"/>
                  </a:lnTo>
                  <a:lnTo>
                    <a:pt x="270886" y="109996"/>
                  </a:lnTo>
                  <a:lnTo>
                    <a:pt x="234150" y="137337"/>
                  </a:lnTo>
                  <a:lnTo>
                    <a:pt x="199553" y="167236"/>
                  </a:lnTo>
                  <a:lnTo>
                    <a:pt x="167236" y="199553"/>
                  </a:lnTo>
                  <a:lnTo>
                    <a:pt x="137337" y="234150"/>
                  </a:lnTo>
                  <a:lnTo>
                    <a:pt x="109996" y="270886"/>
                  </a:lnTo>
                  <a:lnTo>
                    <a:pt x="85350" y="309624"/>
                  </a:lnTo>
                  <a:lnTo>
                    <a:pt x="63540" y="350225"/>
                  </a:lnTo>
                  <a:lnTo>
                    <a:pt x="44704" y="392548"/>
                  </a:lnTo>
                  <a:lnTo>
                    <a:pt x="28981" y="436456"/>
                  </a:lnTo>
                  <a:lnTo>
                    <a:pt x="16510" y="481810"/>
                  </a:lnTo>
                  <a:lnTo>
                    <a:pt x="7430" y="528470"/>
                  </a:lnTo>
                  <a:lnTo>
                    <a:pt x="1880" y="576297"/>
                  </a:lnTo>
                  <a:lnTo>
                    <a:pt x="0" y="625153"/>
                  </a:lnTo>
                  <a:lnTo>
                    <a:pt x="1880" y="674009"/>
                  </a:lnTo>
                  <a:lnTo>
                    <a:pt x="7430" y="721837"/>
                  </a:lnTo>
                  <a:lnTo>
                    <a:pt x="16510" y="768497"/>
                  </a:lnTo>
                  <a:lnTo>
                    <a:pt x="28981" y="813850"/>
                  </a:lnTo>
                  <a:lnTo>
                    <a:pt x="44704" y="857758"/>
                  </a:lnTo>
                  <a:lnTo>
                    <a:pt x="63540" y="900082"/>
                  </a:lnTo>
                  <a:lnTo>
                    <a:pt x="85350" y="940682"/>
                  </a:lnTo>
                  <a:lnTo>
                    <a:pt x="109996" y="979420"/>
                  </a:lnTo>
                  <a:lnTo>
                    <a:pt x="137337" y="1016157"/>
                  </a:lnTo>
                  <a:lnTo>
                    <a:pt x="167236" y="1050753"/>
                  </a:lnTo>
                  <a:lnTo>
                    <a:pt x="199553" y="1083070"/>
                  </a:lnTo>
                  <a:lnTo>
                    <a:pt x="234150" y="1112969"/>
                  </a:lnTo>
                  <a:lnTo>
                    <a:pt x="270886" y="1140311"/>
                  </a:lnTo>
                  <a:lnTo>
                    <a:pt x="309624" y="1164956"/>
                  </a:lnTo>
                  <a:lnTo>
                    <a:pt x="350225" y="1186766"/>
                  </a:lnTo>
                  <a:lnTo>
                    <a:pt x="392548" y="1205602"/>
                  </a:lnTo>
                  <a:lnTo>
                    <a:pt x="436456" y="1221326"/>
                  </a:lnTo>
                  <a:lnTo>
                    <a:pt x="481810" y="1233796"/>
                  </a:lnTo>
                  <a:lnTo>
                    <a:pt x="528470" y="1242876"/>
                  </a:lnTo>
                  <a:lnTo>
                    <a:pt x="576297" y="1248426"/>
                  </a:lnTo>
                  <a:lnTo>
                    <a:pt x="625153" y="1250307"/>
                  </a:lnTo>
                  <a:lnTo>
                    <a:pt x="674009" y="1248426"/>
                  </a:lnTo>
                  <a:lnTo>
                    <a:pt x="721837" y="1242876"/>
                  </a:lnTo>
                  <a:lnTo>
                    <a:pt x="768497" y="1233796"/>
                  </a:lnTo>
                  <a:lnTo>
                    <a:pt x="813850" y="1221326"/>
                  </a:lnTo>
                  <a:lnTo>
                    <a:pt x="857758" y="1205602"/>
                  </a:lnTo>
                  <a:lnTo>
                    <a:pt x="900082" y="1186766"/>
                  </a:lnTo>
                  <a:lnTo>
                    <a:pt x="940682" y="1164956"/>
                  </a:lnTo>
                  <a:lnTo>
                    <a:pt x="979420" y="1140311"/>
                  </a:lnTo>
                  <a:lnTo>
                    <a:pt x="1016157" y="1112969"/>
                  </a:lnTo>
                  <a:lnTo>
                    <a:pt x="1050753" y="1083070"/>
                  </a:lnTo>
                  <a:lnTo>
                    <a:pt x="1083070" y="1050753"/>
                  </a:lnTo>
                  <a:lnTo>
                    <a:pt x="1112969" y="1016157"/>
                  </a:lnTo>
                  <a:lnTo>
                    <a:pt x="1140311" y="979420"/>
                  </a:lnTo>
                  <a:lnTo>
                    <a:pt x="1164956" y="940682"/>
                  </a:lnTo>
                  <a:lnTo>
                    <a:pt x="1186766" y="900082"/>
                  </a:lnTo>
                  <a:lnTo>
                    <a:pt x="1205602" y="857758"/>
                  </a:lnTo>
                  <a:lnTo>
                    <a:pt x="1221326" y="813850"/>
                  </a:lnTo>
                  <a:lnTo>
                    <a:pt x="1233796" y="768497"/>
                  </a:lnTo>
                  <a:lnTo>
                    <a:pt x="1242876" y="721837"/>
                  </a:lnTo>
                  <a:lnTo>
                    <a:pt x="1248426" y="674009"/>
                  </a:lnTo>
                  <a:lnTo>
                    <a:pt x="1250307" y="625153"/>
                  </a:lnTo>
                  <a:lnTo>
                    <a:pt x="1248426" y="576297"/>
                  </a:lnTo>
                  <a:lnTo>
                    <a:pt x="1242876" y="528470"/>
                  </a:lnTo>
                  <a:lnTo>
                    <a:pt x="1233796" y="481810"/>
                  </a:lnTo>
                  <a:lnTo>
                    <a:pt x="1221326" y="436456"/>
                  </a:lnTo>
                  <a:lnTo>
                    <a:pt x="1205602" y="392548"/>
                  </a:lnTo>
                  <a:lnTo>
                    <a:pt x="1186766" y="350225"/>
                  </a:lnTo>
                  <a:lnTo>
                    <a:pt x="1164956" y="309624"/>
                  </a:lnTo>
                  <a:lnTo>
                    <a:pt x="1140311" y="270886"/>
                  </a:lnTo>
                  <a:lnTo>
                    <a:pt x="1112969" y="234150"/>
                  </a:lnTo>
                  <a:lnTo>
                    <a:pt x="1083070" y="199553"/>
                  </a:lnTo>
                  <a:lnTo>
                    <a:pt x="1050753" y="167236"/>
                  </a:lnTo>
                  <a:lnTo>
                    <a:pt x="1016157" y="137337"/>
                  </a:lnTo>
                  <a:lnTo>
                    <a:pt x="979420" y="109996"/>
                  </a:lnTo>
                  <a:lnTo>
                    <a:pt x="940682" y="85350"/>
                  </a:lnTo>
                  <a:lnTo>
                    <a:pt x="900082" y="63540"/>
                  </a:lnTo>
                  <a:lnTo>
                    <a:pt x="857758" y="44704"/>
                  </a:lnTo>
                  <a:lnTo>
                    <a:pt x="813850" y="28981"/>
                  </a:lnTo>
                  <a:lnTo>
                    <a:pt x="768497" y="16510"/>
                  </a:lnTo>
                  <a:lnTo>
                    <a:pt x="721837" y="7430"/>
                  </a:lnTo>
                  <a:lnTo>
                    <a:pt x="674009" y="1880"/>
                  </a:lnTo>
                  <a:lnTo>
                    <a:pt x="625153" y="0"/>
                  </a:lnTo>
                  <a:close/>
                </a:path>
              </a:pathLst>
            </a:custGeom>
            <a:solidFill>
              <a:srgbClr val="00705C"/>
            </a:solidFill>
          </p:spPr>
          <p:txBody>
            <a:bodyPr wrap="square" lIns="0" tIns="0" rIns="0" bIns="0" rtlCol="0"/>
            <a:lstStyle/>
            <a:p>
              <a:endParaRPr/>
            </a:p>
          </p:txBody>
        </p:sp>
        <p:sp>
          <p:nvSpPr>
            <p:cNvPr id="30" name="object 30"/>
            <p:cNvSpPr/>
            <p:nvPr/>
          </p:nvSpPr>
          <p:spPr>
            <a:xfrm>
              <a:off x="8181962" y="609182"/>
              <a:ext cx="1250315" cy="1250315"/>
            </a:xfrm>
            <a:custGeom>
              <a:avLst/>
              <a:gdLst/>
              <a:ahLst/>
              <a:cxnLst/>
              <a:rect l="l" t="t" r="r" b="b"/>
              <a:pathLst>
                <a:path w="1250315" h="1250314">
                  <a:moveTo>
                    <a:pt x="625153" y="1250307"/>
                  </a:moveTo>
                  <a:lnTo>
                    <a:pt x="674009" y="1248426"/>
                  </a:lnTo>
                  <a:lnTo>
                    <a:pt x="721837" y="1242876"/>
                  </a:lnTo>
                  <a:lnTo>
                    <a:pt x="768497" y="1233796"/>
                  </a:lnTo>
                  <a:lnTo>
                    <a:pt x="813850" y="1221326"/>
                  </a:lnTo>
                  <a:lnTo>
                    <a:pt x="857758" y="1205602"/>
                  </a:lnTo>
                  <a:lnTo>
                    <a:pt x="900082" y="1186766"/>
                  </a:lnTo>
                  <a:lnTo>
                    <a:pt x="940682" y="1164956"/>
                  </a:lnTo>
                  <a:lnTo>
                    <a:pt x="979420" y="1140311"/>
                  </a:lnTo>
                  <a:lnTo>
                    <a:pt x="1016157" y="1112969"/>
                  </a:lnTo>
                  <a:lnTo>
                    <a:pt x="1050753" y="1083070"/>
                  </a:lnTo>
                  <a:lnTo>
                    <a:pt x="1083070" y="1050753"/>
                  </a:lnTo>
                  <a:lnTo>
                    <a:pt x="1112969" y="1016157"/>
                  </a:lnTo>
                  <a:lnTo>
                    <a:pt x="1140311" y="979420"/>
                  </a:lnTo>
                  <a:lnTo>
                    <a:pt x="1164956" y="940682"/>
                  </a:lnTo>
                  <a:lnTo>
                    <a:pt x="1186766" y="900082"/>
                  </a:lnTo>
                  <a:lnTo>
                    <a:pt x="1205602" y="857758"/>
                  </a:lnTo>
                  <a:lnTo>
                    <a:pt x="1221326" y="813850"/>
                  </a:lnTo>
                  <a:lnTo>
                    <a:pt x="1233796" y="768497"/>
                  </a:lnTo>
                  <a:lnTo>
                    <a:pt x="1242876" y="721837"/>
                  </a:lnTo>
                  <a:lnTo>
                    <a:pt x="1248426" y="674009"/>
                  </a:lnTo>
                  <a:lnTo>
                    <a:pt x="1250307" y="625153"/>
                  </a:lnTo>
                  <a:lnTo>
                    <a:pt x="1248426" y="576297"/>
                  </a:lnTo>
                  <a:lnTo>
                    <a:pt x="1242876" y="528470"/>
                  </a:lnTo>
                  <a:lnTo>
                    <a:pt x="1233796" y="481810"/>
                  </a:lnTo>
                  <a:lnTo>
                    <a:pt x="1221326" y="436456"/>
                  </a:lnTo>
                  <a:lnTo>
                    <a:pt x="1205602" y="392548"/>
                  </a:lnTo>
                  <a:lnTo>
                    <a:pt x="1186766" y="350225"/>
                  </a:lnTo>
                  <a:lnTo>
                    <a:pt x="1164956" y="309624"/>
                  </a:lnTo>
                  <a:lnTo>
                    <a:pt x="1140311" y="270886"/>
                  </a:lnTo>
                  <a:lnTo>
                    <a:pt x="1112969" y="234150"/>
                  </a:lnTo>
                  <a:lnTo>
                    <a:pt x="1083070" y="199553"/>
                  </a:lnTo>
                  <a:lnTo>
                    <a:pt x="1050753" y="167236"/>
                  </a:lnTo>
                  <a:lnTo>
                    <a:pt x="1016157" y="137337"/>
                  </a:lnTo>
                  <a:lnTo>
                    <a:pt x="979420" y="109996"/>
                  </a:lnTo>
                  <a:lnTo>
                    <a:pt x="940682" y="85350"/>
                  </a:lnTo>
                  <a:lnTo>
                    <a:pt x="900082" y="63540"/>
                  </a:lnTo>
                  <a:lnTo>
                    <a:pt x="857758" y="44704"/>
                  </a:lnTo>
                  <a:lnTo>
                    <a:pt x="813850" y="28981"/>
                  </a:lnTo>
                  <a:lnTo>
                    <a:pt x="768497" y="16510"/>
                  </a:lnTo>
                  <a:lnTo>
                    <a:pt x="721837" y="7430"/>
                  </a:lnTo>
                  <a:lnTo>
                    <a:pt x="674009" y="1880"/>
                  </a:lnTo>
                  <a:lnTo>
                    <a:pt x="625153" y="0"/>
                  </a:lnTo>
                  <a:lnTo>
                    <a:pt x="576297" y="1880"/>
                  </a:lnTo>
                  <a:lnTo>
                    <a:pt x="528470" y="7430"/>
                  </a:lnTo>
                  <a:lnTo>
                    <a:pt x="481810" y="16510"/>
                  </a:lnTo>
                  <a:lnTo>
                    <a:pt x="436456" y="28981"/>
                  </a:lnTo>
                  <a:lnTo>
                    <a:pt x="392548" y="44704"/>
                  </a:lnTo>
                  <a:lnTo>
                    <a:pt x="350225" y="63540"/>
                  </a:lnTo>
                  <a:lnTo>
                    <a:pt x="309624" y="85350"/>
                  </a:lnTo>
                  <a:lnTo>
                    <a:pt x="270886" y="109996"/>
                  </a:lnTo>
                  <a:lnTo>
                    <a:pt x="234150" y="137337"/>
                  </a:lnTo>
                  <a:lnTo>
                    <a:pt x="199553" y="167236"/>
                  </a:lnTo>
                  <a:lnTo>
                    <a:pt x="167236" y="199553"/>
                  </a:lnTo>
                  <a:lnTo>
                    <a:pt x="137337" y="234150"/>
                  </a:lnTo>
                  <a:lnTo>
                    <a:pt x="109996" y="270886"/>
                  </a:lnTo>
                  <a:lnTo>
                    <a:pt x="85350" y="309624"/>
                  </a:lnTo>
                  <a:lnTo>
                    <a:pt x="63540" y="350225"/>
                  </a:lnTo>
                  <a:lnTo>
                    <a:pt x="44704" y="392548"/>
                  </a:lnTo>
                  <a:lnTo>
                    <a:pt x="28981" y="436456"/>
                  </a:lnTo>
                  <a:lnTo>
                    <a:pt x="16510" y="481810"/>
                  </a:lnTo>
                  <a:lnTo>
                    <a:pt x="7430" y="528470"/>
                  </a:lnTo>
                  <a:lnTo>
                    <a:pt x="1880" y="576297"/>
                  </a:lnTo>
                  <a:lnTo>
                    <a:pt x="0" y="625153"/>
                  </a:lnTo>
                  <a:lnTo>
                    <a:pt x="1880" y="674009"/>
                  </a:lnTo>
                  <a:lnTo>
                    <a:pt x="7430" y="721837"/>
                  </a:lnTo>
                  <a:lnTo>
                    <a:pt x="16510" y="768497"/>
                  </a:lnTo>
                  <a:lnTo>
                    <a:pt x="28981" y="813850"/>
                  </a:lnTo>
                  <a:lnTo>
                    <a:pt x="44704" y="857758"/>
                  </a:lnTo>
                  <a:lnTo>
                    <a:pt x="63540" y="900082"/>
                  </a:lnTo>
                  <a:lnTo>
                    <a:pt x="85350" y="940682"/>
                  </a:lnTo>
                  <a:lnTo>
                    <a:pt x="109996" y="979420"/>
                  </a:lnTo>
                  <a:lnTo>
                    <a:pt x="137337" y="1016157"/>
                  </a:lnTo>
                  <a:lnTo>
                    <a:pt x="167236" y="1050753"/>
                  </a:lnTo>
                  <a:lnTo>
                    <a:pt x="199553" y="1083070"/>
                  </a:lnTo>
                  <a:lnTo>
                    <a:pt x="234150" y="1112969"/>
                  </a:lnTo>
                  <a:lnTo>
                    <a:pt x="270886" y="1140311"/>
                  </a:lnTo>
                  <a:lnTo>
                    <a:pt x="309624" y="1164956"/>
                  </a:lnTo>
                  <a:lnTo>
                    <a:pt x="350225" y="1186766"/>
                  </a:lnTo>
                  <a:lnTo>
                    <a:pt x="392548" y="1205602"/>
                  </a:lnTo>
                  <a:lnTo>
                    <a:pt x="436456" y="1221326"/>
                  </a:lnTo>
                  <a:lnTo>
                    <a:pt x="481810" y="1233796"/>
                  </a:lnTo>
                  <a:lnTo>
                    <a:pt x="528470" y="1242876"/>
                  </a:lnTo>
                  <a:lnTo>
                    <a:pt x="576297" y="1248426"/>
                  </a:lnTo>
                  <a:lnTo>
                    <a:pt x="625153" y="1250307"/>
                  </a:lnTo>
                  <a:close/>
                </a:path>
              </a:pathLst>
            </a:custGeom>
            <a:ln w="41883">
              <a:solidFill>
                <a:srgbClr val="00705C"/>
              </a:solidFill>
            </a:ln>
          </p:spPr>
          <p:txBody>
            <a:bodyPr wrap="square" lIns="0" tIns="0" rIns="0" bIns="0" rtlCol="0"/>
            <a:lstStyle/>
            <a:p>
              <a:endParaRPr/>
            </a:p>
          </p:txBody>
        </p:sp>
        <p:sp>
          <p:nvSpPr>
            <p:cNvPr id="31" name="object 31"/>
            <p:cNvSpPr/>
            <p:nvPr/>
          </p:nvSpPr>
          <p:spPr>
            <a:xfrm>
              <a:off x="7553314" y="0"/>
              <a:ext cx="2499995" cy="2499995"/>
            </a:xfrm>
            <a:custGeom>
              <a:avLst/>
              <a:gdLst/>
              <a:ahLst/>
              <a:cxnLst/>
              <a:rect l="l" t="t" r="r" b="b"/>
              <a:pathLst>
                <a:path w="2499995" h="2499995">
                  <a:moveTo>
                    <a:pt x="2499724" y="0"/>
                  </a:moveTo>
                  <a:lnTo>
                    <a:pt x="0" y="0"/>
                  </a:lnTo>
                  <a:lnTo>
                    <a:pt x="2499724" y="2499724"/>
                  </a:lnTo>
                  <a:lnTo>
                    <a:pt x="2499724" y="0"/>
                  </a:lnTo>
                  <a:close/>
                </a:path>
              </a:pathLst>
            </a:custGeom>
            <a:solidFill>
              <a:srgbClr val="0E9C4E"/>
            </a:solidFill>
          </p:spPr>
          <p:txBody>
            <a:bodyPr wrap="square" lIns="0" tIns="0" rIns="0" bIns="0" rtlCol="0"/>
            <a:lstStyle/>
            <a:p>
              <a:endParaRPr/>
            </a:p>
          </p:txBody>
        </p:sp>
        <p:sp>
          <p:nvSpPr>
            <p:cNvPr id="32" name="object 32"/>
            <p:cNvSpPr/>
            <p:nvPr/>
          </p:nvSpPr>
          <p:spPr>
            <a:xfrm>
              <a:off x="8451945" y="136663"/>
              <a:ext cx="1511300" cy="1776095"/>
            </a:xfrm>
            <a:custGeom>
              <a:avLst/>
              <a:gdLst/>
              <a:ahLst/>
              <a:cxnLst/>
              <a:rect l="l" t="t" r="r" b="b"/>
              <a:pathLst>
                <a:path w="1511300" h="1776095">
                  <a:moveTo>
                    <a:pt x="73055" y="224841"/>
                  </a:moveTo>
                  <a:lnTo>
                    <a:pt x="0" y="0"/>
                  </a:lnTo>
                </a:path>
                <a:path w="1511300" h="1776095">
                  <a:moveTo>
                    <a:pt x="640252" y="224841"/>
                  </a:moveTo>
                  <a:lnTo>
                    <a:pt x="713308" y="0"/>
                  </a:lnTo>
                </a:path>
                <a:path w="1511300" h="1776095">
                  <a:moveTo>
                    <a:pt x="1098982" y="558339"/>
                  </a:moveTo>
                  <a:lnTo>
                    <a:pt x="1290390" y="419275"/>
                  </a:lnTo>
                </a:path>
                <a:path w="1511300" h="1776095">
                  <a:moveTo>
                    <a:pt x="1274222" y="1097673"/>
                  </a:moveTo>
                  <a:lnTo>
                    <a:pt x="1510812" y="1097673"/>
                  </a:lnTo>
                </a:path>
                <a:path w="1511300" h="1776095">
                  <a:moveTo>
                    <a:pt x="1098982" y="1637007"/>
                  </a:moveTo>
                  <a:lnTo>
                    <a:pt x="1290390" y="1776061"/>
                  </a:lnTo>
                </a:path>
              </a:pathLst>
            </a:custGeom>
            <a:ln w="41883">
              <a:solidFill>
                <a:srgbClr val="FFFFFF"/>
              </a:solidFill>
            </a:ln>
          </p:spPr>
          <p:txBody>
            <a:bodyPr wrap="square" lIns="0" tIns="0" rIns="0" bIns="0" rtlCol="0"/>
            <a:lstStyle/>
            <a:p>
              <a:endParaRPr/>
            </a:p>
          </p:txBody>
        </p:sp>
        <p:sp>
          <p:nvSpPr>
            <p:cNvPr id="33" name="object 33"/>
            <p:cNvSpPr/>
            <p:nvPr/>
          </p:nvSpPr>
          <p:spPr>
            <a:xfrm>
              <a:off x="8356366" y="609182"/>
              <a:ext cx="1077595" cy="1077595"/>
            </a:xfrm>
            <a:custGeom>
              <a:avLst/>
              <a:gdLst/>
              <a:ahLst/>
              <a:cxnLst/>
              <a:rect l="l" t="t" r="r" b="b"/>
              <a:pathLst>
                <a:path w="1077595" h="1077595">
                  <a:moveTo>
                    <a:pt x="883518" y="1077386"/>
                  </a:moveTo>
                  <a:lnTo>
                    <a:pt x="940049" y="1016157"/>
                  </a:lnTo>
                  <a:lnTo>
                    <a:pt x="967391" y="979420"/>
                  </a:lnTo>
                  <a:lnTo>
                    <a:pt x="992036" y="940682"/>
                  </a:lnTo>
                  <a:lnTo>
                    <a:pt x="1013847" y="900082"/>
                  </a:lnTo>
                  <a:lnTo>
                    <a:pt x="1032683" y="857758"/>
                  </a:lnTo>
                  <a:lnTo>
                    <a:pt x="1048406" y="813850"/>
                  </a:lnTo>
                  <a:lnTo>
                    <a:pt x="1060877" y="768497"/>
                  </a:lnTo>
                  <a:lnTo>
                    <a:pt x="1069957" y="721837"/>
                  </a:lnTo>
                  <a:lnTo>
                    <a:pt x="1075507" y="674009"/>
                  </a:lnTo>
                  <a:lnTo>
                    <a:pt x="1077387" y="625153"/>
                  </a:lnTo>
                  <a:lnTo>
                    <a:pt x="1075507" y="576297"/>
                  </a:lnTo>
                  <a:lnTo>
                    <a:pt x="1069957" y="528470"/>
                  </a:lnTo>
                  <a:lnTo>
                    <a:pt x="1060877" y="481810"/>
                  </a:lnTo>
                  <a:lnTo>
                    <a:pt x="1048406" y="436456"/>
                  </a:lnTo>
                  <a:lnTo>
                    <a:pt x="1032683" y="392548"/>
                  </a:lnTo>
                  <a:lnTo>
                    <a:pt x="1013847" y="350225"/>
                  </a:lnTo>
                  <a:lnTo>
                    <a:pt x="992036" y="309624"/>
                  </a:lnTo>
                  <a:lnTo>
                    <a:pt x="967391" y="270886"/>
                  </a:lnTo>
                  <a:lnTo>
                    <a:pt x="940049" y="234150"/>
                  </a:lnTo>
                  <a:lnTo>
                    <a:pt x="910151" y="199553"/>
                  </a:lnTo>
                  <a:lnTo>
                    <a:pt x="877833" y="167236"/>
                  </a:lnTo>
                  <a:lnTo>
                    <a:pt x="843237" y="137337"/>
                  </a:lnTo>
                  <a:lnTo>
                    <a:pt x="806500" y="109996"/>
                  </a:lnTo>
                  <a:lnTo>
                    <a:pt x="767763" y="85350"/>
                  </a:lnTo>
                  <a:lnTo>
                    <a:pt x="727162" y="63540"/>
                  </a:lnTo>
                  <a:lnTo>
                    <a:pt x="684839" y="44704"/>
                  </a:lnTo>
                  <a:lnTo>
                    <a:pt x="640930" y="28981"/>
                  </a:lnTo>
                  <a:lnTo>
                    <a:pt x="595577" y="16510"/>
                  </a:lnTo>
                  <a:lnTo>
                    <a:pt x="548917" y="7430"/>
                  </a:lnTo>
                  <a:lnTo>
                    <a:pt x="501090" y="1880"/>
                  </a:lnTo>
                  <a:lnTo>
                    <a:pt x="452234" y="0"/>
                  </a:lnTo>
                  <a:lnTo>
                    <a:pt x="403378" y="1880"/>
                  </a:lnTo>
                  <a:lnTo>
                    <a:pt x="355550" y="7430"/>
                  </a:lnTo>
                  <a:lnTo>
                    <a:pt x="308890" y="16510"/>
                  </a:lnTo>
                  <a:lnTo>
                    <a:pt x="263537" y="28981"/>
                  </a:lnTo>
                  <a:lnTo>
                    <a:pt x="219629" y="44704"/>
                  </a:lnTo>
                  <a:lnTo>
                    <a:pt x="177305" y="63540"/>
                  </a:lnTo>
                  <a:lnTo>
                    <a:pt x="136705" y="85350"/>
                  </a:lnTo>
                  <a:lnTo>
                    <a:pt x="97967" y="109996"/>
                  </a:lnTo>
                  <a:lnTo>
                    <a:pt x="61230" y="137337"/>
                  </a:lnTo>
                  <a:lnTo>
                    <a:pt x="26634" y="167236"/>
                  </a:lnTo>
                  <a:lnTo>
                    <a:pt x="0" y="193871"/>
                  </a:lnTo>
                </a:path>
              </a:pathLst>
            </a:custGeom>
            <a:ln w="41883">
              <a:solidFill>
                <a:srgbClr val="FFFFFF"/>
              </a:solidFill>
            </a:ln>
          </p:spPr>
          <p:txBody>
            <a:bodyPr wrap="square" lIns="0" tIns="0" rIns="0" bIns="0" rtlCol="0"/>
            <a:lstStyle/>
            <a:p>
              <a:endParaRPr/>
            </a:p>
          </p:txBody>
        </p:sp>
        <p:sp>
          <p:nvSpPr>
            <p:cNvPr id="34" name="object 34"/>
            <p:cNvSpPr/>
            <p:nvPr/>
          </p:nvSpPr>
          <p:spPr>
            <a:xfrm>
              <a:off x="15078515" y="12601710"/>
              <a:ext cx="2513330" cy="2476500"/>
            </a:xfrm>
            <a:custGeom>
              <a:avLst/>
              <a:gdLst/>
              <a:ahLst/>
              <a:cxnLst/>
              <a:rect l="l" t="t" r="r" b="b"/>
              <a:pathLst>
                <a:path w="2513330" h="2476500">
                  <a:moveTo>
                    <a:pt x="2512792" y="0"/>
                  </a:moveTo>
                  <a:lnTo>
                    <a:pt x="0" y="0"/>
                  </a:lnTo>
                  <a:lnTo>
                    <a:pt x="0" y="2476364"/>
                  </a:lnTo>
                  <a:lnTo>
                    <a:pt x="2512792" y="2476364"/>
                  </a:lnTo>
                  <a:lnTo>
                    <a:pt x="2512792" y="0"/>
                  </a:lnTo>
                  <a:close/>
                </a:path>
              </a:pathLst>
            </a:custGeom>
            <a:solidFill>
              <a:srgbClr val="00705C"/>
            </a:solidFill>
          </p:spPr>
          <p:txBody>
            <a:bodyPr wrap="square" lIns="0" tIns="0" rIns="0" bIns="0" rtlCol="0"/>
            <a:lstStyle/>
            <a:p>
              <a:endParaRPr/>
            </a:p>
          </p:txBody>
        </p:sp>
        <p:sp>
          <p:nvSpPr>
            <p:cNvPr id="35" name="object 35"/>
            <p:cNvSpPr/>
            <p:nvPr/>
          </p:nvSpPr>
          <p:spPr>
            <a:xfrm>
              <a:off x="16831726" y="13125031"/>
              <a:ext cx="575945" cy="1607185"/>
            </a:xfrm>
            <a:custGeom>
              <a:avLst/>
              <a:gdLst/>
              <a:ahLst/>
              <a:cxnLst/>
              <a:rect l="l" t="t" r="r" b="b"/>
              <a:pathLst>
                <a:path w="575944" h="1607184">
                  <a:moveTo>
                    <a:pt x="450248" y="0"/>
                  </a:moveTo>
                  <a:lnTo>
                    <a:pt x="125650" y="0"/>
                  </a:lnTo>
                  <a:lnTo>
                    <a:pt x="76743" y="9874"/>
                  </a:lnTo>
                  <a:lnTo>
                    <a:pt x="36803" y="36803"/>
                  </a:lnTo>
                  <a:lnTo>
                    <a:pt x="9874" y="76743"/>
                  </a:lnTo>
                  <a:lnTo>
                    <a:pt x="0" y="125650"/>
                  </a:lnTo>
                  <a:lnTo>
                    <a:pt x="0" y="1481326"/>
                  </a:lnTo>
                  <a:lnTo>
                    <a:pt x="9874" y="1530233"/>
                  </a:lnTo>
                  <a:lnTo>
                    <a:pt x="36803" y="1570173"/>
                  </a:lnTo>
                  <a:lnTo>
                    <a:pt x="76743" y="1597102"/>
                  </a:lnTo>
                  <a:lnTo>
                    <a:pt x="125650" y="1606977"/>
                  </a:lnTo>
                  <a:lnTo>
                    <a:pt x="450248" y="1606977"/>
                  </a:lnTo>
                  <a:lnTo>
                    <a:pt x="499155" y="1597102"/>
                  </a:lnTo>
                  <a:lnTo>
                    <a:pt x="539094" y="1570173"/>
                  </a:lnTo>
                  <a:lnTo>
                    <a:pt x="566023" y="1530233"/>
                  </a:lnTo>
                  <a:lnTo>
                    <a:pt x="575898" y="1481326"/>
                  </a:lnTo>
                  <a:lnTo>
                    <a:pt x="575898" y="125650"/>
                  </a:lnTo>
                  <a:lnTo>
                    <a:pt x="566023" y="76743"/>
                  </a:lnTo>
                  <a:lnTo>
                    <a:pt x="539094" y="36803"/>
                  </a:lnTo>
                  <a:lnTo>
                    <a:pt x="499155" y="9874"/>
                  </a:lnTo>
                  <a:lnTo>
                    <a:pt x="450248" y="0"/>
                  </a:lnTo>
                  <a:close/>
                </a:path>
              </a:pathLst>
            </a:custGeom>
            <a:solidFill>
              <a:srgbClr val="FFFFFF"/>
            </a:solidFill>
          </p:spPr>
          <p:txBody>
            <a:bodyPr wrap="square" lIns="0" tIns="0" rIns="0" bIns="0" rtlCol="0"/>
            <a:lstStyle/>
            <a:p>
              <a:endParaRPr/>
            </a:p>
          </p:txBody>
        </p:sp>
        <p:pic>
          <p:nvPicPr>
            <p:cNvPr id="36" name="object 36"/>
            <p:cNvPicPr/>
            <p:nvPr/>
          </p:nvPicPr>
          <p:blipFill>
            <a:blip r:embed="rId6" cstate="print"/>
            <a:stretch>
              <a:fillRect/>
            </a:stretch>
          </p:blipFill>
          <p:spPr>
            <a:xfrm>
              <a:off x="16215736" y="13310875"/>
              <a:ext cx="80713" cy="81811"/>
            </a:xfrm>
            <a:prstGeom prst="rect">
              <a:avLst/>
            </a:prstGeom>
          </p:spPr>
        </p:pic>
        <p:pic>
          <p:nvPicPr>
            <p:cNvPr id="37" name="object 37"/>
            <p:cNvPicPr/>
            <p:nvPr/>
          </p:nvPicPr>
          <p:blipFill>
            <a:blip r:embed="rId7" cstate="print"/>
            <a:stretch>
              <a:fillRect/>
            </a:stretch>
          </p:blipFill>
          <p:spPr>
            <a:xfrm>
              <a:off x="15797291" y="12886735"/>
              <a:ext cx="80714" cy="81815"/>
            </a:xfrm>
            <a:prstGeom prst="rect">
              <a:avLst/>
            </a:prstGeom>
          </p:spPr>
        </p:pic>
        <p:pic>
          <p:nvPicPr>
            <p:cNvPr id="38" name="object 38"/>
            <p:cNvPicPr/>
            <p:nvPr/>
          </p:nvPicPr>
          <p:blipFill>
            <a:blip r:embed="rId8" cstate="print"/>
            <a:stretch>
              <a:fillRect/>
            </a:stretch>
          </p:blipFill>
          <p:spPr>
            <a:xfrm>
              <a:off x="16215513" y="12884829"/>
              <a:ext cx="80713" cy="81816"/>
            </a:xfrm>
            <a:prstGeom prst="rect">
              <a:avLst/>
            </a:prstGeom>
          </p:spPr>
        </p:pic>
        <p:pic>
          <p:nvPicPr>
            <p:cNvPr id="39" name="object 39"/>
            <p:cNvPicPr/>
            <p:nvPr/>
          </p:nvPicPr>
          <p:blipFill>
            <a:blip r:embed="rId9" cstate="print"/>
            <a:stretch>
              <a:fillRect/>
            </a:stretch>
          </p:blipFill>
          <p:spPr>
            <a:xfrm>
              <a:off x="16005463" y="13097738"/>
              <a:ext cx="80713" cy="81815"/>
            </a:xfrm>
            <a:prstGeom prst="rect">
              <a:avLst/>
            </a:prstGeom>
          </p:spPr>
        </p:pic>
        <p:pic>
          <p:nvPicPr>
            <p:cNvPr id="40" name="object 40"/>
            <p:cNvPicPr/>
            <p:nvPr/>
          </p:nvPicPr>
          <p:blipFill>
            <a:blip r:embed="rId10" cstate="print"/>
            <a:stretch>
              <a:fillRect/>
            </a:stretch>
          </p:blipFill>
          <p:spPr>
            <a:xfrm>
              <a:off x="16005981" y="13523476"/>
              <a:ext cx="80714" cy="81815"/>
            </a:xfrm>
            <a:prstGeom prst="rect">
              <a:avLst/>
            </a:prstGeom>
          </p:spPr>
        </p:pic>
        <p:pic>
          <p:nvPicPr>
            <p:cNvPr id="41" name="object 41"/>
            <p:cNvPicPr/>
            <p:nvPr/>
          </p:nvPicPr>
          <p:blipFill>
            <a:blip r:embed="rId7" cstate="print"/>
            <a:stretch>
              <a:fillRect/>
            </a:stretch>
          </p:blipFill>
          <p:spPr>
            <a:xfrm>
              <a:off x="15587540" y="13099341"/>
              <a:ext cx="80714" cy="81815"/>
            </a:xfrm>
            <a:prstGeom prst="rect">
              <a:avLst/>
            </a:prstGeom>
          </p:spPr>
        </p:pic>
        <p:pic>
          <p:nvPicPr>
            <p:cNvPr id="42" name="object 42"/>
            <p:cNvPicPr/>
            <p:nvPr/>
          </p:nvPicPr>
          <p:blipFill>
            <a:blip r:embed="rId10" cstate="print"/>
            <a:stretch>
              <a:fillRect/>
            </a:stretch>
          </p:blipFill>
          <p:spPr>
            <a:xfrm>
              <a:off x="15795709" y="13310342"/>
              <a:ext cx="80713" cy="81816"/>
            </a:xfrm>
            <a:prstGeom prst="rect">
              <a:avLst/>
            </a:prstGeom>
          </p:spPr>
        </p:pic>
        <p:pic>
          <p:nvPicPr>
            <p:cNvPr id="43" name="object 43"/>
            <p:cNvPicPr/>
            <p:nvPr/>
          </p:nvPicPr>
          <p:blipFill>
            <a:blip r:embed="rId9" cstate="print"/>
            <a:stretch>
              <a:fillRect/>
            </a:stretch>
          </p:blipFill>
          <p:spPr>
            <a:xfrm>
              <a:off x="16215736" y="13736082"/>
              <a:ext cx="80713" cy="81815"/>
            </a:xfrm>
            <a:prstGeom prst="rect">
              <a:avLst/>
            </a:prstGeom>
          </p:spPr>
        </p:pic>
        <p:pic>
          <p:nvPicPr>
            <p:cNvPr id="44" name="object 44"/>
            <p:cNvPicPr/>
            <p:nvPr/>
          </p:nvPicPr>
          <p:blipFill>
            <a:blip r:embed="rId7" cstate="print"/>
            <a:stretch>
              <a:fillRect/>
            </a:stretch>
          </p:blipFill>
          <p:spPr>
            <a:xfrm>
              <a:off x="15377785" y="12886735"/>
              <a:ext cx="80714" cy="81815"/>
            </a:xfrm>
            <a:prstGeom prst="rect">
              <a:avLst/>
            </a:prstGeom>
          </p:spPr>
        </p:pic>
        <p:sp>
          <p:nvSpPr>
            <p:cNvPr id="45" name="object 45"/>
            <p:cNvSpPr/>
            <p:nvPr/>
          </p:nvSpPr>
          <p:spPr>
            <a:xfrm>
              <a:off x="15258701" y="13649715"/>
              <a:ext cx="563880" cy="552450"/>
            </a:xfrm>
            <a:custGeom>
              <a:avLst/>
              <a:gdLst/>
              <a:ahLst/>
              <a:cxnLst/>
              <a:rect l="l" t="t" r="r" b="b"/>
              <a:pathLst>
                <a:path w="563880" h="552450">
                  <a:moveTo>
                    <a:pt x="174329" y="0"/>
                  </a:moveTo>
                  <a:lnTo>
                    <a:pt x="19527" y="52"/>
                  </a:lnTo>
                  <a:lnTo>
                    <a:pt x="972" y="52"/>
                  </a:lnTo>
                  <a:lnTo>
                    <a:pt x="772" y="53096"/>
                  </a:lnTo>
                  <a:lnTo>
                    <a:pt x="69" y="149770"/>
                  </a:lnTo>
                  <a:lnTo>
                    <a:pt x="0" y="199152"/>
                  </a:lnTo>
                  <a:lnTo>
                    <a:pt x="441" y="248299"/>
                  </a:lnTo>
                  <a:lnTo>
                    <a:pt x="1632" y="297341"/>
                  </a:lnTo>
                  <a:lnTo>
                    <a:pt x="8143" y="344775"/>
                  </a:lnTo>
                  <a:lnTo>
                    <a:pt x="23758" y="389938"/>
                  </a:lnTo>
                  <a:lnTo>
                    <a:pt x="47425" y="431692"/>
                  </a:lnTo>
                  <a:lnTo>
                    <a:pt x="78094" y="468902"/>
                  </a:lnTo>
                  <a:lnTo>
                    <a:pt x="114716" y="500431"/>
                  </a:lnTo>
                  <a:lnTo>
                    <a:pt x="156239" y="525142"/>
                  </a:lnTo>
                  <a:lnTo>
                    <a:pt x="201615" y="541898"/>
                  </a:lnTo>
                  <a:lnTo>
                    <a:pt x="249792" y="549564"/>
                  </a:lnTo>
                  <a:lnTo>
                    <a:pt x="301562" y="551649"/>
                  </a:lnTo>
                  <a:lnTo>
                    <a:pt x="353488" y="552424"/>
                  </a:lnTo>
                  <a:lnTo>
                    <a:pt x="563856" y="550726"/>
                  </a:lnTo>
                  <a:lnTo>
                    <a:pt x="563859" y="538883"/>
                  </a:lnTo>
                  <a:lnTo>
                    <a:pt x="551950" y="538883"/>
                  </a:lnTo>
                  <a:lnTo>
                    <a:pt x="7673" y="5852"/>
                  </a:lnTo>
                  <a:lnTo>
                    <a:pt x="334172" y="5852"/>
                  </a:lnTo>
                  <a:lnTo>
                    <a:pt x="324990" y="3717"/>
                  </a:lnTo>
                  <a:lnTo>
                    <a:pt x="277529" y="83"/>
                  </a:lnTo>
                  <a:lnTo>
                    <a:pt x="174329" y="0"/>
                  </a:lnTo>
                  <a:close/>
                </a:path>
                <a:path w="563880" h="552450">
                  <a:moveTo>
                    <a:pt x="334172" y="5852"/>
                  </a:moveTo>
                  <a:lnTo>
                    <a:pt x="7673" y="5852"/>
                  </a:lnTo>
                  <a:lnTo>
                    <a:pt x="551950" y="538883"/>
                  </a:lnTo>
                  <a:lnTo>
                    <a:pt x="563859" y="538883"/>
                  </a:lnTo>
                  <a:lnTo>
                    <a:pt x="563824" y="280347"/>
                  </a:lnTo>
                  <a:lnTo>
                    <a:pt x="560110" y="233881"/>
                  </a:lnTo>
                  <a:lnTo>
                    <a:pt x="549507" y="190190"/>
                  </a:lnTo>
                  <a:lnTo>
                    <a:pt x="532523" y="149770"/>
                  </a:lnTo>
                  <a:lnTo>
                    <a:pt x="509664" y="113117"/>
                  </a:lnTo>
                  <a:lnTo>
                    <a:pt x="481437" y="80727"/>
                  </a:lnTo>
                  <a:lnTo>
                    <a:pt x="448349" y="53096"/>
                  </a:lnTo>
                  <a:lnTo>
                    <a:pt x="410907" y="30720"/>
                  </a:lnTo>
                  <a:lnTo>
                    <a:pt x="369618" y="14095"/>
                  </a:lnTo>
                  <a:lnTo>
                    <a:pt x="334172" y="5852"/>
                  </a:lnTo>
                  <a:close/>
                </a:path>
              </a:pathLst>
            </a:custGeom>
            <a:solidFill>
              <a:srgbClr val="79C44F"/>
            </a:solidFill>
          </p:spPr>
          <p:txBody>
            <a:bodyPr wrap="square" lIns="0" tIns="0" rIns="0" bIns="0" rtlCol="0"/>
            <a:lstStyle/>
            <a:p>
              <a:endParaRPr/>
            </a:p>
          </p:txBody>
        </p:sp>
        <p:sp>
          <p:nvSpPr>
            <p:cNvPr id="46" name="object 46"/>
            <p:cNvSpPr/>
            <p:nvPr/>
          </p:nvSpPr>
          <p:spPr>
            <a:xfrm>
              <a:off x="15261094" y="13650889"/>
              <a:ext cx="568960" cy="556260"/>
            </a:xfrm>
            <a:custGeom>
              <a:avLst/>
              <a:gdLst/>
              <a:ahLst/>
              <a:cxnLst/>
              <a:rect l="l" t="t" r="r" b="b"/>
              <a:pathLst>
                <a:path w="568959" h="556259">
                  <a:moveTo>
                    <a:pt x="0" y="0"/>
                  </a:moveTo>
                  <a:lnTo>
                    <a:pt x="568443" y="555815"/>
                  </a:lnTo>
                </a:path>
              </a:pathLst>
            </a:custGeom>
            <a:solidFill>
              <a:srgbClr val="0E9C4E"/>
            </a:solidFill>
          </p:spPr>
          <p:txBody>
            <a:bodyPr wrap="square" lIns="0" tIns="0" rIns="0" bIns="0" rtlCol="0"/>
            <a:lstStyle/>
            <a:p>
              <a:endParaRPr/>
            </a:p>
          </p:txBody>
        </p:sp>
        <p:sp>
          <p:nvSpPr>
            <p:cNvPr id="47" name="object 47"/>
            <p:cNvSpPr/>
            <p:nvPr/>
          </p:nvSpPr>
          <p:spPr>
            <a:xfrm>
              <a:off x="15261094" y="13650889"/>
              <a:ext cx="568960" cy="556260"/>
            </a:xfrm>
            <a:custGeom>
              <a:avLst/>
              <a:gdLst/>
              <a:ahLst/>
              <a:cxnLst/>
              <a:rect l="l" t="t" r="r" b="b"/>
              <a:pathLst>
                <a:path w="568959" h="556259">
                  <a:moveTo>
                    <a:pt x="0" y="0"/>
                  </a:moveTo>
                  <a:lnTo>
                    <a:pt x="568443" y="555815"/>
                  </a:lnTo>
                </a:path>
              </a:pathLst>
            </a:custGeom>
            <a:ln w="31412">
              <a:solidFill>
                <a:srgbClr val="00705C"/>
              </a:solidFill>
            </a:ln>
          </p:spPr>
          <p:txBody>
            <a:bodyPr wrap="square" lIns="0" tIns="0" rIns="0" bIns="0" rtlCol="0"/>
            <a:lstStyle/>
            <a:p>
              <a:endParaRPr/>
            </a:p>
          </p:txBody>
        </p:sp>
        <p:sp>
          <p:nvSpPr>
            <p:cNvPr id="48" name="object 48"/>
            <p:cNvSpPr/>
            <p:nvPr/>
          </p:nvSpPr>
          <p:spPr>
            <a:xfrm>
              <a:off x="15359602" y="13742032"/>
              <a:ext cx="312420" cy="312420"/>
            </a:xfrm>
            <a:custGeom>
              <a:avLst/>
              <a:gdLst/>
              <a:ahLst/>
              <a:cxnLst/>
              <a:rect l="l" t="t" r="r" b="b"/>
              <a:pathLst>
                <a:path w="312419" h="312419">
                  <a:moveTo>
                    <a:pt x="136582" y="312021"/>
                  </a:moveTo>
                  <a:lnTo>
                    <a:pt x="306063" y="312021"/>
                  </a:lnTo>
                </a:path>
                <a:path w="312419" h="312419">
                  <a:moveTo>
                    <a:pt x="172099" y="0"/>
                  </a:moveTo>
                  <a:lnTo>
                    <a:pt x="172099" y="165869"/>
                  </a:lnTo>
                </a:path>
                <a:path w="312419" h="312419">
                  <a:moveTo>
                    <a:pt x="312147" y="137053"/>
                  </a:moveTo>
                  <a:lnTo>
                    <a:pt x="312147" y="302922"/>
                  </a:lnTo>
                </a:path>
                <a:path w="312419" h="312419">
                  <a:moveTo>
                    <a:pt x="0" y="178371"/>
                  </a:moveTo>
                  <a:lnTo>
                    <a:pt x="169481" y="178371"/>
                  </a:lnTo>
                </a:path>
              </a:pathLst>
            </a:custGeom>
            <a:ln w="31412">
              <a:solidFill>
                <a:srgbClr val="00705C"/>
              </a:solidFill>
            </a:ln>
          </p:spPr>
          <p:txBody>
            <a:bodyPr wrap="square" lIns="0" tIns="0" rIns="0" bIns="0" rtlCol="0"/>
            <a:lstStyle/>
            <a:p>
              <a:endParaRPr/>
            </a:p>
          </p:txBody>
        </p:sp>
        <p:sp>
          <p:nvSpPr>
            <p:cNvPr id="49" name="object 49"/>
            <p:cNvSpPr/>
            <p:nvPr/>
          </p:nvSpPr>
          <p:spPr>
            <a:xfrm>
              <a:off x="15686909" y="14352801"/>
              <a:ext cx="563245" cy="552450"/>
            </a:xfrm>
            <a:custGeom>
              <a:avLst/>
              <a:gdLst/>
              <a:ahLst/>
              <a:cxnLst/>
              <a:rect l="l" t="t" r="r" b="b"/>
              <a:pathLst>
                <a:path w="563244" h="552450">
                  <a:moveTo>
                    <a:pt x="389531" y="0"/>
                  </a:moveTo>
                  <a:lnTo>
                    <a:pt x="286326" y="83"/>
                  </a:lnTo>
                  <a:lnTo>
                    <a:pt x="238865" y="3717"/>
                  </a:lnTo>
                  <a:lnTo>
                    <a:pt x="194238" y="14095"/>
                  </a:lnTo>
                  <a:lnTo>
                    <a:pt x="152950" y="30720"/>
                  </a:lnTo>
                  <a:lnTo>
                    <a:pt x="115509" y="53096"/>
                  </a:lnTo>
                  <a:lnTo>
                    <a:pt x="82422" y="80727"/>
                  </a:lnTo>
                  <a:lnTo>
                    <a:pt x="54196" y="113117"/>
                  </a:lnTo>
                  <a:lnTo>
                    <a:pt x="31313" y="149827"/>
                  </a:lnTo>
                  <a:lnTo>
                    <a:pt x="14352" y="190190"/>
                  </a:lnTo>
                  <a:lnTo>
                    <a:pt x="3747" y="233881"/>
                  </a:lnTo>
                  <a:lnTo>
                    <a:pt x="31" y="280347"/>
                  </a:lnTo>
                  <a:lnTo>
                    <a:pt x="0" y="550726"/>
                  </a:lnTo>
                  <a:lnTo>
                    <a:pt x="210367" y="552424"/>
                  </a:lnTo>
                  <a:lnTo>
                    <a:pt x="262293" y="551649"/>
                  </a:lnTo>
                  <a:lnTo>
                    <a:pt x="314063" y="549564"/>
                  </a:lnTo>
                  <a:lnTo>
                    <a:pt x="362240" y="541898"/>
                  </a:lnTo>
                  <a:lnTo>
                    <a:pt x="11905" y="538883"/>
                  </a:lnTo>
                  <a:lnTo>
                    <a:pt x="556182" y="5852"/>
                  </a:lnTo>
                  <a:lnTo>
                    <a:pt x="562904" y="5852"/>
                  </a:lnTo>
                  <a:lnTo>
                    <a:pt x="562883" y="52"/>
                  </a:lnTo>
                  <a:lnTo>
                    <a:pt x="389531" y="0"/>
                  </a:lnTo>
                  <a:close/>
                </a:path>
              </a:pathLst>
            </a:custGeom>
            <a:solidFill>
              <a:srgbClr val="79C44F"/>
            </a:solidFill>
          </p:spPr>
          <p:txBody>
            <a:bodyPr wrap="square" lIns="0" tIns="0" rIns="0" bIns="0" rtlCol="0"/>
            <a:lstStyle/>
            <a:p>
              <a:endParaRPr/>
            </a:p>
          </p:txBody>
        </p:sp>
        <p:sp>
          <p:nvSpPr>
            <p:cNvPr id="50" name="object 50"/>
            <p:cNvSpPr/>
            <p:nvPr/>
          </p:nvSpPr>
          <p:spPr>
            <a:xfrm>
              <a:off x="15679931" y="14353975"/>
              <a:ext cx="568960" cy="556260"/>
            </a:xfrm>
            <a:custGeom>
              <a:avLst/>
              <a:gdLst/>
              <a:ahLst/>
              <a:cxnLst/>
              <a:rect l="l" t="t" r="r" b="b"/>
              <a:pathLst>
                <a:path w="568959" h="556259">
                  <a:moveTo>
                    <a:pt x="568443" y="0"/>
                  </a:moveTo>
                  <a:lnTo>
                    <a:pt x="0" y="555815"/>
                  </a:lnTo>
                </a:path>
              </a:pathLst>
            </a:custGeom>
            <a:solidFill>
              <a:srgbClr val="0E9C4E"/>
            </a:solidFill>
          </p:spPr>
          <p:txBody>
            <a:bodyPr wrap="square" lIns="0" tIns="0" rIns="0" bIns="0" rtlCol="0"/>
            <a:lstStyle/>
            <a:p>
              <a:endParaRPr/>
            </a:p>
          </p:txBody>
        </p:sp>
        <p:sp>
          <p:nvSpPr>
            <p:cNvPr id="51" name="object 51"/>
            <p:cNvSpPr/>
            <p:nvPr/>
          </p:nvSpPr>
          <p:spPr>
            <a:xfrm>
              <a:off x="15679931" y="14353975"/>
              <a:ext cx="568960" cy="556260"/>
            </a:xfrm>
            <a:custGeom>
              <a:avLst/>
              <a:gdLst/>
              <a:ahLst/>
              <a:cxnLst/>
              <a:rect l="l" t="t" r="r" b="b"/>
              <a:pathLst>
                <a:path w="568959" h="556259">
                  <a:moveTo>
                    <a:pt x="568443" y="0"/>
                  </a:moveTo>
                  <a:lnTo>
                    <a:pt x="0" y="555815"/>
                  </a:lnTo>
                </a:path>
              </a:pathLst>
            </a:custGeom>
            <a:ln w="31412">
              <a:solidFill>
                <a:srgbClr val="00705C"/>
              </a:solidFill>
            </a:ln>
          </p:spPr>
          <p:txBody>
            <a:bodyPr wrap="square" lIns="0" tIns="0" rIns="0" bIns="0" rtlCol="0"/>
            <a:lstStyle/>
            <a:p>
              <a:endParaRPr/>
            </a:p>
          </p:txBody>
        </p:sp>
        <p:sp>
          <p:nvSpPr>
            <p:cNvPr id="52" name="object 52"/>
            <p:cNvSpPr/>
            <p:nvPr/>
          </p:nvSpPr>
          <p:spPr>
            <a:xfrm>
              <a:off x="15837719" y="14445118"/>
              <a:ext cx="312420" cy="312420"/>
            </a:xfrm>
            <a:custGeom>
              <a:avLst/>
              <a:gdLst/>
              <a:ahLst/>
              <a:cxnLst/>
              <a:rect l="l" t="t" r="r" b="b"/>
              <a:pathLst>
                <a:path w="312419" h="312419">
                  <a:moveTo>
                    <a:pt x="175565" y="312021"/>
                  </a:moveTo>
                  <a:lnTo>
                    <a:pt x="6083" y="312021"/>
                  </a:lnTo>
                </a:path>
                <a:path w="312419" h="312419">
                  <a:moveTo>
                    <a:pt x="140048" y="0"/>
                  </a:moveTo>
                  <a:lnTo>
                    <a:pt x="140048" y="165869"/>
                  </a:lnTo>
                </a:path>
                <a:path w="312419" h="312419">
                  <a:moveTo>
                    <a:pt x="0" y="137053"/>
                  </a:moveTo>
                  <a:lnTo>
                    <a:pt x="0" y="302922"/>
                  </a:lnTo>
                </a:path>
                <a:path w="312419" h="312419">
                  <a:moveTo>
                    <a:pt x="312147" y="178371"/>
                  </a:moveTo>
                  <a:lnTo>
                    <a:pt x="142665" y="178371"/>
                  </a:lnTo>
                </a:path>
              </a:pathLst>
            </a:custGeom>
            <a:ln w="31412">
              <a:solidFill>
                <a:srgbClr val="00705C"/>
              </a:solidFill>
            </a:ln>
          </p:spPr>
          <p:txBody>
            <a:bodyPr wrap="square" lIns="0" tIns="0" rIns="0" bIns="0" rtlCol="0"/>
            <a:lstStyle/>
            <a:p>
              <a:endParaRPr/>
            </a:p>
          </p:txBody>
        </p:sp>
        <p:sp>
          <p:nvSpPr>
            <p:cNvPr id="53" name="object 53"/>
            <p:cNvSpPr/>
            <p:nvPr/>
          </p:nvSpPr>
          <p:spPr>
            <a:xfrm>
              <a:off x="16622397" y="12882483"/>
              <a:ext cx="0" cy="1743075"/>
            </a:xfrm>
            <a:custGeom>
              <a:avLst/>
              <a:gdLst/>
              <a:ahLst/>
              <a:cxnLst/>
              <a:rect l="l" t="t" r="r" b="b"/>
              <a:pathLst>
                <a:path h="1743075">
                  <a:moveTo>
                    <a:pt x="0" y="0"/>
                  </a:moveTo>
                  <a:lnTo>
                    <a:pt x="0" y="1742669"/>
                  </a:lnTo>
                </a:path>
              </a:pathLst>
            </a:custGeom>
            <a:ln w="83767">
              <a:solidFill>
                <a:srgbClr val="79C44F"/>
              </a:solidFill>
            </a:ln>
          </p:spPr>
          <p:txBody>
            <a:bodyPr wrap="square" lIns="0" tIns="0" rIns="0" bIns="0" rtlCol="0"/>
            <a:lstStyle/>
            <a:p>
              <a:endParaRPr/>
            </a:p>
          </p:txBody>
        </p:sp>
        <p:sp>
          <p:nvSpPr>
            <p:cNvPr id="54" name="object 54"/>
            <p:cNvSpPr/>
            <p:nvPr/>
          </p:nvSpPr>
          <p:spPr>
            <a:xfrm>
              <a:off x="16452611" y="12916145"/>
              <a:ext cx="201295" cy="0"/>
            </a:xfrm>
            <a:custGeom>
              <a:avLst/>
              <a:gdLst/>
              <a:ahLst/>
              <a:cxnLst/>
              <a:rect l="l" t="t" r="r" b="b"/>
              <a:pathLst>
                <a:path w="201294">
                  <a:moveTo>
                    <a:pt x="0" y="0"/>
                  </a:moveTo>
                  <a:lnTo>
                    <a:pt x="201198" y="0"/>
                  </a:lnTo>
                </a:path>
              </a:pathLst>
            </a:custGeom>
            <a:ln w="83767">
              <a:solidFill>
                <a:srgbClr val="79C44F"/>
              </a:solidFill>
            </a:ln>
          </p:spPr>
          <p:txBody>
            <a:bodyPr wrap="square" lIns="0" tIns="0" rIns="0" bIns="0" rtlCol="0"/>
            <a:lstStyle/>
            <a:p>
              <a:endParaRPr/>
            </a:p>
          </p:txBody>
        </p:sp>
        <p:sp>
          <p:nvSpPr>
            <p:cNvPr id="55" name="object 55"/>
            <p:cNvSpPr/>
            <p:nvPr/>
          </p:nvSpPr>
          <p:spPr>
            <a:xfrm>
              <a:off x="16622397" y="14593653"/>
              <a:ext cx="508000" cy="254000"/>
            </a:xfrm>
            <a:custGeom>
              <a:avLst/>
              <a:gdLst/>
              <a:ahLst/>
              <a:cxnLst/>
              <a:rect l="l" t="t" r="r" b="b"/>
              <a:pathLst>
                <a:path w="508000" h="254000">
                  <a:moveTo>
                    <a:pt x="0" y="0"/>
                  </a:moveTo>
                  <a:lnTo>
                    <a:pt x="4090" y="45635"/>
                  </a:lnTo>
                  <a:lnTo>
                    <a:pt x="15882" y="88587"/>
                  </a:lnTo>
                  <a:lnTo>
                    <a:pt x="34660" y="128138"/>
                  </a:lnTo>
                  <a:lnTo>
                    <a:pt x="59707" y="163571"/>
                  </a:lnTo>
                  <a:lnTo>
                    <a:pt x="90306" y="194169"/>
                  </a:lnTo>
                  <a:lnTo>
                    <a:pt x="125739" y="219216"/>
                  </a:lnTo>
                  <a:lnTo>
                    <a:pt x="165289" y="237994"/>
                  </a:lnTo>
                  <a:lnTo>
                    <a:pt x="208241" y="249786"/>
                  </a:lnTo>
                  <a:lnTo>
                    <a:pt x="253877" y="253877"/>
                  </a:lnTo>
                  <a:lnTo>
                    <a:pt x="299509" y="249786"/>
                  </a:lnTo>
                  <a:lnTo>
                    <a:pt x="342460" y="237994"/>
                  </a:lnTo>
                  <a:lnTo>
                    <a:pt x="382010" y="219216"/>
                  </a:lnTo>
                  <a:lnTo>
                    <a:pt x="417443" y="194169"/>
                  </a:lnTo>
                  <a:lnTo>
                    <a:pt x="448043" y="163571"/>
                  </a:lnTo>
                  <a:lnTo>
                    <a:pt x="473090" y="128138"/>
                  </a:lnTo>
                  <a:lnTo>
                    <a:pt x="491870" y="88587"/>
                  </a:lnTo>
                  <a:lnTo>
                    <a:pt x="503663" y="45635"/>
                  </a:lnTo>
                  <a:lnTo>
                    <a:pt x="507754" y="0"/>
                  </a:lnTo>
                </a:path>
              </a:pathLst>
            </a:custGeom>
            <a:ln w="83767">
              <a:solidFill>
                <a:srgbClr val="79C44F"/>
              </a:solidFill>
            </a:ln>
          </p:spPr>
          <p:txBody>
            <a:bodyPr wrap="square" lIns="0" tIns="0" rIns="0" bIns="0" rtlCol="0"/>
            <a:lstStyle/>
            <a:p>
              <a:endParaRPr/>
            </a:p>
          </p:txBody>
        </p:sp>
        <p:sp>
          <p:nvSpPr>
            <p:cNvPr id="56" name="object 56"/>
            <p:cNvSpPr/>
            <p:nvPr/>
          </p:nvSpPr>
          <p:spPr>
            <a:xfrm>
              <a:off x="17009731" y="14390622"/>
              <a:ext cx="241300" cy="241300"/>
            </a:xfrm>
            <a:custGeom>
              <a:avLst/>
              <a:gdLst/>
              <a:ahLst/>
              <a:cxnLst/>
              <a:rect l="l" t="t" r="r" b="b"/>
              <a:pathLst>
                <a:path w="241300" h="241300">
                  <a:moveTo>
                    <a:pt x="120415" y="0"/>
                  </a:moveTo>
                  <a:lnTo>
                    <a:pt x="73545" y="9463"/>
                  </a:lnTo>
                  <a:lnTo>
                    <a:pt x="35269" y="35269"/>
                  </a:lnTo>
                  <a:lnTo>
                    <a:pt x="9463" y="73545"/>
                  </a:lnTo>
                  <a:lnTo>
                    <a:pt x="0" y="120415"/>
                  </a:lnTo>
                  <a:lnTo>
                    <a:pt x="9463" y="167284"/>
                  </a:lnTo>
                  <a:lnTo>
                    <a:pt x="35269" y="205560"/>
                  </a:lnTo>
                  <a:lnTo>
                    <a:pt x="73545" y="231367"/>
                  </a:lnTo>
                  <a:lnTo>
                    <a:pt x="120415" y="240830"/>
                  </a:lnTo>
                  <a:lnTo>
                    <a:pt x="167284" y="231367"/>
                  </a:lnTo>
                  <a:lnTo>
                    <a:pt x="205560" y="205560"/>
                  </a:lnTo>
                  <a:lnTo>
                    <a:pt x="231367" y="167284"/>
                  </a:lnTo>
                  <a:lnTo>
                    <a:pt x="240830" y="120415"/>
                  </a:lnTo>
                  <a:lnTo>
                    <a:pt x="231367" y="73545"/>
                  </a:lnTo>
                  <a:lnTo>
                    <a:pt x="205560" y="35269"/>
                  </a:lnTo>
                  <a:lnTo>
                    <a:pt x="167284" y="9463"/>
                  </a:lnTo>
                  <a:lnTo>
                    <a:pt x="120415" y="0"/>
                  </a:lnTo>
                  <a:close/>
                </a:path>
              </a:pathLst>
            </a:custGeom>
            <a:solidFill>
              <a:srgbClr val="00705C"/>
            </a:solidFill>
          </p:spPr>
          <p:txBody>
            <a:bodyPr wrap="square" lIns="0" tIns="0" rIns="0" bIns="0" rtlCol="0"/>
            <a:lstStyle/>
            <a:p>
              <a:endParaRPr/>
            </a:p>
          </p:txBody>
        </p:sp>
        <p:sp>
          <p:nvSpPr>
            <p:cNvPr id="57" name="object 57"/>
            <p:cNvSpPr/>
            <p:nvPr/>
          </p:nvSpPr>
          <p:spPr>
            <a:xfrm>
              <a:off x="17130146" y="14500442"/>
              <a:ext cx="0" cy="123825"/>
            </a:xfrm>
            <a:custGeom>
              <a:avLst/>
              <a:gdLst/>
              <a:ahLst/>
              <a:cxnLst/>
              <a:rect l="l" t="t" r="r" b="b"/>
              <a:pathLst>
                <a:path h="123825">
                  <a:moveTo>
                    <a:pt x="0" y="0"/>
                  </a:moveTo>
                  <a:lnTo>
                    <a:pt x="0" y="123556"/>
                  </a:lnTo>
                </a:path>
              </a:pathLst>
            </a:custGeom>
            <a:ln w="83767">
              <a:solidFill>
                <a:srgbClr val="79C44F"/>
              </a:solidFill>
            </a:ln>
          </p:spPr>
          <p:txBody>
            <a:bodyPr wrap="square" lIns="0" tIns="0" rIns="0" bIns="0" rtlCol="0"/>
            <a:lstStyle/>
            <a:p>
              <a:endParaRPr/>
            </a:p>
          </p:txBody>
        </p:sp>
        <p:sp>
          <p:nvSpPr>
            <p:cNvPr id="58" name="object 58"/>
            <p:cNvSpPr/>
            <p:nvPr/>
          </p:nvSpPr>
          <p:spPr>
            <a:xfrm>
              <a:off x="16831726" y="12868495"/>
              <a:ext cx="429895" cy="450850"/>
            </a:xfrm>
            <a:custGeom>
              <a:avLst/>
              <a:gdLst/>
              <a:ahLst/>
              <a:cxnLst/>
              <a:rect l="l" t="t" r="r" b="b"/>
              <a:pathLst>
                <a:path w="429894" h="450850">
                  <a:moveTo>
                    <a:pt x="303655" y="0"/>
                  </a:moveTo>
                  <a:lnTo>
                    <a:pt x="125650" y="0"/>
                  </a:lnTo>
                  <a:lnTo>
                    <a:pt x="76743" y="9874"/>
                  </a:lnTo>
                  <a:lnTo>
                    <a:pt x="36803" y="36803"/>
                  </a:lnTo>
                  <a:lnTo>
                    <a:pt x="9874" y="76743"/>
                  </a:lnTo>
                  <a:lnTo>
                    <a:pt x="0" y="125650"/>
                  </a:lnTo>
                  <a:lnTo>
                    <a:pt x="0" y="324597"/>
                  </a:lnTo>
                  <a:lnTo>
                    <a:pt x="9874" y="373504"/>
                  </a:lnTo>
                  <a:lnTo>
                    <a:pt x="36803" y="413444"/>
                  </a:lnTo>
                  <a:lnTo>
                    <a:pt x="76743" y="440373"/>
                  </a:lnTo>
                  <a:lnTo>
                    <a:pt x="125650" y="450248"/>
                  </a:lnTo>
                  <a:lnTo>
                    <a:pt x="303655" y="450248"/>
                  </a:lnTo>
                  <a:lnTo>
                    <a:pt x="352562" y="440373"/>
                  </a:lnTo>
                  <a:lnTo>
                    <a:pt x="392502" y="413444"/>
                  </a:lnTo>
                  <a:lnTo>
                    <a:pt x="419431" y="373504"/>
                  </a:lnTo>
                  <a:lnTo>
                    <a:pt x="429306" y="324597"/>
                  </a:lnTo>
                  <a:lnTo>
                    <a:pt x="429306" y="125650"/>
                  </a:lnTo>
                  <a:lnTo>
                    <a:pt x="419431" y="76743"/>
                  </a:lnTo>
                  <a:lnTo>
                    <a:pt x="392502" y="36803"/>
                  </a:lnTo>
                  <a:lnTo>
                    <a:pt x="352562" y="9874"/>
                  </a:lnTo>
                  <a:lnTo>
                    <a:pt x="303655" y="0"/>
                  </a:lnTo>
                  <a:close/>
                </a:path>
              </a:pathLst>
            </a:custGeom>
            <a:solidFill>
              <a:srgbClr val="FFFFFF"/>
            </a:solidFill>
          </p:spPr>
          <p:txBody>
            <a:bodyPr wrap="square" lIns="0" tIns="0" rIns="0" bIns="0" rtlCol="0"/>
            <a:lstStyle/>
            <a:p>
              <a:endParaRPr/>
            </a:p>
          </p:txBody>
        </p:sp>
        <p:sp>
          <p:nvSpPr>
            <p:cNvPr id="59" name="object 59"/>
            <p:cNvSpPr/>
            <p:nvPr/>
          </p:nvSpPr>
          <p:spPr>
            <a:xfrm>
              <a:off x="17591307" y="10054939"/>
              <a:ext cx="2513330" cy="2513330"/>
            </a:xfrm>
            <a:custGeom>
              <a:avLst/>
              <a:gdLst/>
              <a:ahLst/>
              <a:cxnLst/>
              <a:rect l="l" t="t" r="r" b="b"/>
              <a:pathLst>
                <a:path w="2513330" h="2513329">
                  <a:moveTo>
                    <a:pt x="2512792" y="0"/>
                  </a:moveTo>
                  <a:lnTo>
                    <a:pt x="0" y="0"/>
                  </a:lnTo>
                  <a:lnTo>
                    <a:pt x="0" y="2512792"/>
                  </a:lnTo>
                  <a:lnTo>
                    <a:pt x="2512792" y="2512792"/>
                  </a:lnTo>
                  <a:lnTo>
                    <a:pt x="2512792" y="0"/>
                  </a:lnTo>
                  <a:close/>
                </a:path>
              </a:pathLst>
            </a:custGeom>
            <a:solidFill>
              <a:srgbClr val="FFF5D4"/>
            </a:solidFill>
          </p:spPr>
          <p:txBody>
            <a:bodyPr wrap="square" lIns="0" tIns="0" rIns="0" bIns="0" rtlCol="0"/>
            <a:lstStyle/>
            <a:p>
              <a:endParaRPr/>
            </a:p>
          </p:txBody>
        </p:sp>
        <p:sp>
          <p:nvSpPr>
            <p:cNvPr id="60" name="object 60"/>
            <p:cNvSpPr/>
            <p:nvPr/>
          </p:nvSpPr>
          <p:spPr>
            <a:xfrm>
              <a:off x="17591307" y="10054945"/>
              <a:ext cx="2513330" cy="2513330"/>
            </a:xfrm>
            <a:custGeom>
              <a:avLst/>
              <a:gdLst/>
              <a:ahLst/>
              <a:cxnLst/>
              <a:rect l="l" t="t" r="r" b="b"/>
              <a:pathLst>
                <a:path w="2513330" h="2513329">
                  <a:moveTo>
                    <a:pt x="2512792" y="0"/>
                  </a:moveTo>
                  <a:lnTo>
                    <a:pt x="0" y="0"/>
                  </a:lnTo>
                  <a:lnTo>
                    <a:pt x="2512792" y="2512792"/>
                  </a:lnTo>
                  <a:lnTo>
                    <a:pt x="2512792" y="0"/>
                  </a:lnTo>
                  <a:close/>
                </a:path>
              </a:pathLst>
            </a:custGeom>
            <a:solidFill>
              <a:srgbClr val="00705C"/>
            </a:solidFill>
          </p:spPr>
          <p:txBody>
            <a:bodyPr wrap="square" lIns="0" tIns="0" rIns="0" bIns="0" rtlCol="0"/>
            <a:lstStyle/>
            <a:p>
              <a:endParaRPr/>
            </a:p>
          </p:txBody>
        </p:sp>
        <p:sp>
          <p:nvSpPr>
            <p:cNvPr id="61" name="object 61"/>
            <p:cNvSpPr/>
            <p:nvPr/>
          </p:nvSpPr>
          <p:spPr>
            <a:xfrm>
              <a:off x="17775859" y="10219915"/>
              <a:ext cx="2122805" cy="1995805"/>
            </a:xfrm>
            <a:custGeom>
              <a:avLst/>
              <a:gdLst/>
              <a:ahLst/>
              <a:cxnLst/>
              <a:rect l="l" t="t" r="r" b="b"/>
              <a:pathLst>
                <a:path w="2122805" h="1995804">
                  <a:moveTo>
                    <a:pt x="911009" y="0"/>
                  </a:moveTo>
                  <a:lnTo>
                    <a:pt x="863114" y="3992"/>
                  </a:lnTo>
                  <a:lnTo>
                    <a:pt x="816488" y="12361"/>
                  </a:lnTo>
                  <a:lnTo>
                    <a:pt x="771358" y="24907"/>
                  </a:lnTo>
                  <a:lnTo>
                    <a:pt x="727948" y="41429"/>
                  </a:lnTo>
                  <a:lnTo>
                    <a:pt x="686483" y="61729"/>
                  </a:lnTo>
                  <a:lnTo>
                    <a:pt x="647188" y="85606"/>
                  </a:lnTo>
                  <a:lnTo>
                    <a:pt x="610288" y="112860"/>
                  </a:lnTo>
                  <a:lnTo>
                    <a:pt x="576007" y="143293"/>
                  </a:lnTo>
                  <a:lnTo>
                    <a:pt x="544572" y="176703"/>
                  </a:lnTo>
                  <a:lnTo>
                    <a:pt x="516206" y="212892"/>
                  </a:lnTo>
                  <a:lnTo>
                    <a:pt x="491135" y="251660"/>
                  </a:lnTo>
                  <a:lnTo>
                    <a:pt x="469584" y="292806"/>
                  </a:lnTo>
                  <a:lnTo>
                    <a:pt x="451778" y="336132"/>
                  </a:lnTo>
                  <a:lnTo>
                    <a:pt x="437941" y="381437"/>
                  </a:lnTo>
                  <a:lnTo>
                    <a:pt x="428298" y="428521"/>
                  </a:lnTo>
                  <a:lnTo>
                    <a:pt x="423076" y="477186"/>
                  </a:lnTo>
                  <a:lnTo>
                    <a:pt x="422233" y="515169"/>
                  </a:lnTo>
                  <a:lnTo>
                    <a:pt x="424175" y="552549"/>
                  </a:lnTo>
                  <a:lnTo>
                    <a:pt x="428795" y="589228"/>
                  </a:lnTo>
                  <a:lnTo>
                    <a:pt x="435986" y="625108"/>
                  </a:lnTo>
                  <a:lnTo>
                    <a:pt x="420889" y="621822"/>
                  </a:lnTo>
                  <a:lnTo>
                    <a:pt x="405554" y="619161"/>
                  </a:lnTo>
                  <a:lnTo>
                    <a:pt x="389985" y="617160"/>
                  </a:lnTo>
                  <a:lnTo>
                    <a:pt x="374187" y="615852"/>
                  </a:lnTo>
                  <a:lnTo>
                    <a:pt x="326072" y="616228"/>
                  </a:lnTo>
                  <a:lnTo>
                    <a:pt x="279549" y="622888"/>
                  </a:lnTo>
                  <a:lnTo>
                    <a:pt x="235064" y="635436"/>
                  </a:lnTo>
                  <a:lnTo>
                    <a:pt x="193064" y="653476"/>
                  </a:lnTo>
                  <a:lnTo>
                    <a:pt x="153994" y="676613"/>
                  </a:lnTo>
                  <a:lnTo>
                    <a:pt x="118300" y="704450"/>
                  </a:lnTo>
                  <a:lnTo>
                    <a:pt x="86427" y="736593"/>
                  </a:lnTo>
                  <a:lnTo>
                    <a:pt x="58823" y="772645"/>
                  </a:lnTo>
                  <a:lnTo>
                    <a:pt x="35932" y="812210"/>
                  </a:lnTo>
                  <a:lnTo>
                    <a:pt x="18200" y="854893"/>
                  </a:lnTo>
                  <a:lnTo>
                    <a:pt x="6074" y="900299"/>
                  </a:lnTo>
                  <a:lnTo>
                    <a:pt x="0" y="948030"/>
                  </a:lnTo>
                  <a:lnTo>
                    <a:pt x="788" y="1001122"/>
                  </a:lnTo>
                  <a:lnTo>
                    <a:pt x="9206" y="1052202"/>
                  </a:lnTo>
                  <a:lnTo>
                    <a:pt x="24717" y="1100674"/>
                  </a:lnTo>
                  <a:lnTo>
                    <a:pt x="46786" y="1145935"/>
                  </a:lnTo>
                  <a:lnTo>
                    <a:pt x="74877" y="1187389"/>
                  </a:lnTo>
                  <a:lnTo>
                    <a:pt x="108456" y="1224433"/>
                  </a:lnTo>
                  <a:lnTo>
                    <a:pt x="146985" y="1256470"/>
                  </a:lnTo>
                  <a:lnTo>
                    <a:pt x="189931" y="1282900"/>
                  </a:lnTo>
                  <a:lnTo>
                    <a:pt x="157741" y="1315166"/>
                  </a:lnTo>
                  <a:lnTo>
                    <a:pt x="130870" y="1352210"/>
                  </a:lnTo>
                  <a:lnTo>
                    <a:pt x="110000" y="1393438"/>
                  </a:lnTo>
                  <a:lnTo>
                    <a:pt x="95810" y="1438255"/>
                  </a:lnTo>
                  <a:lnTo>
                    <a:pt x="88981" y="1486066"/>
                  </a:lnTo>
                  <a:lnTo>
                    <a:pt x="89979" y="1533304"/>
                  </a:lnTo>
                  <a:lnTo>
                    <a:pt x="98310" y="1578553"/>
                  </a:lnTo>
                  <a:lnTo>
                    <a:pt x="113412" y="1621182"/>
                  </a:lnTo>
                  <a:lnTo>
                    <a:pt x="134724" y="1660559"/>
                  </a:lnTo>
                  <a:lnTo>
                    <a:pt x="161686" y="1696052"/>
                  </a:lnTo>
                  <a:lnTo>
                    <a:pt x="193735" y="1727028"/>
                  </a:lnTo>
                  <a:lnTo>
                    <a:pt x="230310" y="1752856"/>
                  </a:lnTo>
                  <a:lnTo>
                    <a:pt x="270850" y="1772903"/>
                  </a:lnTo>
                  <a:lnTo>
                    <a:pt x="314794" y="1786536"/>
                  </a:lnTo>
                  <a:lnTo>
                    <a:pt x="361580" y="1793125"/>
                  </a:lnTo>
                  <a:lnTo>
                    <a:pt x="384138" y="1795064"/>
                  </a:lnTo>
                  <a:lnTo>
                    <a:pt x="413041" y="1798509"/>
                  </a:lnTo>
                  <a:lnTo>
                    <a:pt x="487765" y="1809401"/>
                  </a:lnTo>
                  <a:lnTo>
                    <a:pt x="532526" y="1816587"/>
                  </a:lnTo>
                  <a:lnTo>
                    <a:pt x="581512" y="1824762"/>
                  </a:lnTo>
                  <a:lnTo>
                    <a:pt x="690045" y="1843555"/>
                  </a:lnTo>
                  <a:lnTo>
                    <a:pt x="1125135" y="1921380"/>
                  </a:lnTo>
                  <a:lnTo>
                    <a:pt x="1247740" y="1942778"/>
                  </a:lnTo>
                  <a:lnTo>
                    <a:pt x="1306108" y="1952688"/>
                  </a:lnTo>
                  <a:lnTo>
                    <a:pt x="1361814" y="1961901"/>
                  </a:lnTo>
                  <a:lnTo>
                    <a:pt x="1414328" y="1970285"/>
                  </a:lnTo>
                  <a:lnTo>
                    <a:pt x="1463119" y="1977711"/>
                  </a:lnTo>
                  <a:lnTo>
                    <a:pt x="1507658" y="1984050"/>
                  </a:lnTo>
                  <a:lnTo>
                    <a:pt x="1547415" y="1989172"/>
                  </a:lnTo>
                  <a:lnTo>
                    <a:pt x="1610464" y="1995245"/>
                  </a:lnTo>
                  <a:lnTo>
                    <a:pt x="1658915" y="1995117"/>
                  </a:lnTo>
                  <a:lnTo>
                    <a:pt x="1705919" y="1989126"/>
                  </a:lnTo>
                  <a:lnTo>
                    <a:pt x="1751095" y="1977612"/>
                  </a:lnTo>
                  <a:lnTo>
                    <a:pt x="1794059" y="1960914"/>
                  </a:lnTo>
                  <a:lnTo>
                    <a:pt x="1834430" y="1939370"/>
                  </a:lnTo>
                  <a:lnTo>
                    <a:pt x="1871826" y="1913320"/>
                  </a:lnTo>
                  <a:lnTo>
                    <a:pt x="1905864" y="1883103"/>
                  </a:lnTo>
                  <a:lnTo>
                    <a:pt x="1936163" y="1849058"/>
                  </a:lnTo>
                  <a:lnTo>
                    <a:pt x="1962340" y="1811525"/>
                  </a:lnTo>
                  <a:lnTo>
                    <a:pt x="1984014" y="1770842"/>
                  </a:lnTo>
                  <a:lnTo>
                    <a:pt x="2000801" y="1727348"/>
                  </a:lnTo>
                  <a:lnTo>
                    <a:pt x="2012320" y="1681384"/>
                  </a:lnTo>
                  <a:lnTo>
                    <a:pt x="2018189" y="1633287"/>
                  </a:lnTo>
                  <a:lnTo>
                    <a:pt x="2017920" y="1582759"/>
                  </a:lnTo>
                  <a:lnTo>
                    <a:pt x="2011281" y="1533828"/>
                  </a:lnTo>
                  <a:lnTo>
                    <a:pt x="1998659" y="1486927"/>
                  </a:lnTo>
                  <a:lnTo>
                    <a:pt x="1980440" y="1442489"/>
                  </a:lnTo>
                  <a:lnTo>
                    <a:pt x="1957009" y="1400947"/>
                  </a:lnTo>
                  <a:lnTo>
                    <a:pt x="1928752" y="1362735"/>
                  </a:lnTo>
                  <a:lnTo>
                    <a:pt x="1896056" y="1328286"/>
                  </a:lnTo>
                  <a:lnTo>
                    <a:pt x="1859305" y="1298032"/>
                  </a:lnTo>
                  <a:lnTo>
                    <a:pt x="1818887" y="1272408"/>
                  </a:lnTo>
                  <a:lnTo>
                    <a:pt x="1863274" y="1256886"/>
                  </a:lnTo>
                  <a:lnTo>
                    <a:pt x="1905320" y="1236672"/>
                  </a:lnTo>
                  <a:lnTo>
                    <a:pt x="1944686" y="1212064"/>
                  </a:lnTo>
                  <a:lnTo>
                    <a:pt x="1981036" y="1183362"/>
                  </a:lnTo>
                  <a:lnTo>
                    <a:pt x="2014031" y="1150864"/>
                  </a:lnTo>
                  <a:lnTo>
                    <a:pt x="2043332" y="1114870"/>
                  </a:lnTo>
                  <a:lnTo>
                    <a:pt x="2068604" y="1075678"/>
                  </a:lnTo>
                  <a:lnTo>
                    <a:pt x="2089506" y="1033587"/>
                  </a:lnTo>
                  <a:lnTo>
                    <a:pt x="2105703" y="988897"/>
                  </a:lnTo>
                  <a:lnTo>
                    <a:pt x="2116855" y="941905"/>
                  </a:lnTo>
                  <a:lnTo>
                    <a:pt x="2122626" y="892912"/>
                  </a:lnTo>
                  <a:lnTo>
                    <a:pt x="2122714" y="843747"/>
                  </a:lnTo>
                  <a:lnTo>
                    <a:pt x="2117259" y="795919"/>
                  </a:lnTo>
                  <a:lnTo>
                    <a:pt x="2106560" y="749761"/>
                  </a:lnTo>
                  <a:lnTo>
                    <a:pt x="2090912" y="705608"/>
                  </a:lnTo>
                  <a:lnTo>
                    <a:pt x="2070612" y="663794"/>
                  </a:lnTo>
                  <a:lnTo>
                    <a:pt x="2045956" y="624652"/>
                  </a:lnTo>
                  <a:lnTo>
                    <a:pt x="2017240" y="588517"/>
                  </a:lnTo>
                  <a:lnTo>
                    <a:pt x="1984763" y="555722"/>
                  </a:lnTo>
                  <a:lnTo>
                    <a:pt x="1948819" y="526601"/>
                  </a:lnTo>
                  <a:lnTo>
                    <a:pt x="1909705" y="501489"/>
                  </a:lnTo>
                  <a:lnTo>
                    <a:pt x="1867719" y="480720"/>
                  </a:lnTo>
                  <a:lnTo>
                    <a:pt x="1823156" y="464626"/>
                  </a:lnTo>
                  <a:lnTo>
                    <a:pt x="1776313" y="453543"/>
                  </a:lnTo>
                  <a:lnTo>
                    <a:pt x="1727486" y="447805"/>
                  </a:lnTo>
                  <a:lnTo>
                    <a:pt x="1673241" y="448038"/>
                  </a:lnTo>
                  <a:lnTo>
                    <a:pt x="1620674" y="455003"/>
                  </a:lnTo>
                  <a:lnTo>
                    <a:pt x="1570234" y="468298"/>
                  </a:lnTo>
                  <a:lnTo>
                    <a:pt x="1522371" y="487520"/>
                  </a:lnTo>
                  <a:lnTo>
                    <a:pt x="1477532" y="512267"/>
                  </a:lnTo>
                  <a:lnTo>
                    <a:pt x="1436165" y="542137"/>
                  </a:lnTo>
                  <a:lnTo>
                    <a:pt x="1436553" y="537457"/>
                  </a:lnTo>
                  <a:lnTo>
                    <a:pt x="1437136" y="488516"/>
                  </a:lnTo>
                  <a:lnTo>
                    <a:pt x="1433143" y="440620"/>
                  </a:lnTo>
                  <a:lnTo>
                    <a:pt x="1424774" y="393995"/>
                  </a:lnTo>
                  <a:lnTo>
                    <a:pt x="1412229" y="348864"/>
                  </a:lnTo>
                  <a:lnTo>
                    <a:pt x="1395706" y="305453"/>
                  </a:lnTo>
                  <a:lnTo>
                    <a:pt x="1375407" y="263988"/>
                  </a:lnTo>
                  <a:lnTo>
                    <a:pt x="1351530" y="224692"/>
                  </a:lnTo>
                  <a:lnTo>
                    <a:pt x="1324275" y="187791"/>
                  </a:lnTo>
                  <a:lnTo>
                    <a:pt x="1293843" y="153511"/>
                  </a:lnTo>
                  <a:lnTo>
                    <a:pt x="1260432" y="122075"/>
                  </a:lnTo>
                  <a:lnTo>
                    <a:pt x="1224244" y="93709"/>
                  </a:lnTo>
                  <a:lnTo>
                    <a:pt x="1185476" y="68638"/>
                  </a:lnTo>
                  <a:lnTo>
                    <a:pt x="1144329" y="47087"/>
                  </a:lnTo>
                  <a:lnTo>
                    <a:pt x="1101004" y="29281"/>
                  </a:lnTo>
                  <a:lnTo>
                    <a:pt x="1055699" y="15445"/>
                  </a:lnTo>
                  <a:lnTo>
                    <a:pt x="1008614" y="5804"/>
                  </a:lnTo>
                  <a:lnTo>
                    <a:pt x="959949" y="583"/>
                  </a:lnTo>
                  <a:lnTo>
                    <a:pt x="911009" y="0"/>
                  </a:lnTo>
                  <a:close/>
                </a:path>
              </a:pathLst>
            </a:custGeom>
            <a:solidFill>
              <a:srgbClr val="0E9C4E"/>
            </a:solidFill>
          </p:spPr>
          <p:txBody>
            <a:bodyPr wrap="square" lIns="0" tIns="0" rIns="0" bIns="0" rtlCol="0"/>
            <a:lstStyle/>
            <a:p>
              <a:endParaRPr/>
            </a:p>
          </p:txBody>
        </p:sp>
        <p:sp>
          <p:nvSpPr>
            <p:cNvPr id="62" name="object 62"/>
            <p:cNvSpPr/>
            <p:nvPr/>
          </p:nvSpPr>
          <p:spPr>
            <a:xfrm>
              <a:off x="18049383" y="11318172"/>
              <a:ext cx="1622425" cy="1244600"/>
            </a:xfrm>
            <a:custGeom>
              <a:avLst/>
              <a:gdLst/>
              <a:ahLst/>
              <a:cxnLst/>
              <a:rect l="l" t="t" r="r" b="b"/>
              <a:pathLst>
                <a:path w="1622425" h="1244600">
                  <a:moveTo>
                    <a:pt x="712665" y="0"/>
                  </a:moveTo>
                  <a:lnTo>
                    <a:pt x="766180" y="161757"/>
                  </a:lnTo>
                  <a:lnTo>
                    <a:pt x="765170" y="252026"/>
                  </a:lnTo>
                  <a:lnTo>
                    <a:pt x="692670" y="303519"/>
                  </a:lnTo>
                  <a:lnTo>
                    <a:pt x="531718" y="348952"/>
                  </a:lnTo>
                  <a:lnTo>
                    <a:pt x="379304" y="443564"/>
                  </a:lnTo>
                  <a:lnTo>
                    <a:pt x="318067" y="582399"/>
                  </a:lnTo>
                  <a:lnTo>
                    <a:pt x="309537" y="707906"/>
                  </a:lnTo>
                  <a:lnTo>
                    <a:pt x="315243" y="762531"/>
                  </a:lnTo>
                  <a:lnTo>
                    <a:pt x="290858" y="648082"/>
                  </a:lnTo>
                  <a:lnTo>
                    <a:pt x="265563" y="586035"/>
                  </a:lnTo>
                  <a:lnTo>
                    <a:pt x="223911" y="554885"/>
                  </a:lnTo>
                  <a:lnTo>
                    <a:pt x="150452" y="533125"/>
                  </a:lnTo>
                  <a:lnTo>
                    <a:pt x="161811" y="637379"/>
                  </a:lnTo>
                  <a:lnTo>
                    <a:pt x="156509" y="700740"/>
                  </a:lnTo>
                  <a:lnTo>
                    <a:pt x="126368" y="748956"/>
                  </a:lnTo>
                  <a:lnTo>
                    <a:pt x="63208" y="807776"/>
                  </a:lnTo>
                  <a:lnTo>
                    <a:pt x="36898" y="837962"/>
                  </a:lnTo>
                  <a:lnTo>
                    <a:pt x="17738" y="874629"/>
                  </a:lnTo>
                  <a:lnTo>
                    <a:pt x="5512" y="916249"/>
                  </a:lnTo>
                  <a:lnTo>
                    <a:pt x="0" y="961292"/>
                  </a:lnTo>
                  <a:lnTo>
                    <a:pt x="983" y="1008228"/>
                  </a:lnTo>
                  <a:lnTo>
                    <a:pt x="8244" y="1055529"/>
                  </a:lnTo>
                  <a:lnTo>
                    <a:pt x="21563" y="1101665"/>
                  </a:lnTo>
                  <a:lnTo>
                    <a:pt x="40723" y="1145107"/>
                  </a:lnTo>
                  <a:lnTo>
                    <a:pt x="65505" y="1184325"/>
                  </a:lnTo>
                  <a:lnTo>
                    <a:pt x="95690" y="1217789"/>
                  </a:lnTo>
                  <a:lnTo>
                    <a:pt x="131060" y="1243972"/>
                  </a:lnTo>
                  <a:lnTo>
                    <a:pt x="1462276" y="1240737"/>
                  </a:lnTo>
                  <a:lnTo>
                    <a:pt x="1585207" y="1074337"/>
                  </a:lnTo>
                  <a:lnTo>
                    <a:pt x="1621809" y="963673"/>
                  </a:lnTo>
                  <a:lnTo>
                    <a:pt x="1568145" y="859065"/>
                  </a:lnTo>
                  <a:lnTo>
                    <a:pt x="1420277" y="710836"/>
                  </a:lnTo>
                  <a:lnTo>
                    <a:pt x="1433046" y="801359"/>
                  </a:lnTo>
                  <a:lnTo>
                    <a:pt x="1425522" y="853411"/>
                  </a:lnTo>
                  <a:lnTo>
                    <a:pt x="1387101" y="886682"/>
                  </a:lnTo>
                  <a:lnTo>
                    <a:pt x="1307181" y="920862"/>
                  </a:lnTo>
                  <a:lnTo>
                    <a:pt x="1336312" y="737599"/>
                  </a:lnTo>
                  <a:lnTo>
                    <a:pt x="1334243" y="630064"/>
                  </a:lnTo>
                  <a:lnTo>
                    <a:pt x="1290371" y="556455"/>
                  </a:lnTo>
                  <a:lnTo>
                    <a:pt x="1194095" y="474969"/>
                  </a:lnTo>
                  <a:lnTo>
                    <a:pt x="1177029" y="561555"/>
                  </a:lnTo>
                  <a:lnTo>
                    <a:pt x="1154512" y="610274"/>
                  </a:lnTo>
                  <a:lnTo>
                    <a:pt x="1111397" y="638999"/>
                  </a:lnTo>
                  <a:lnTo>
                    <a:pt x="1032540" y="665602"/>
                  </a:lnTo>
                  <a:lnTo>
                    <a:pt x="1100241" y="440740"/>
                  </a:lnTo>
                  <a:lnTo>
                    <a:pt x="1089487" y="296453"/>
                  </a:lnTo>
                  <a:lnTo>
                    <a:pt x="970292" y="170339"/>
                  </a:lnTo>
                  <a:lnTo>
                    <a:pt x="712665" y="0"/>
                  </a:lnTo>
                  <a:close/>
                </a:path>
              </a:pathLst>
            </a:custGeom>
            <a:solidFill>
              <a:srgbClr val="FFD13B"/>
            </a:solidFill>
          </p:spPr>
          <p:txBody>
            <a:bodyPr wrap="square" lIns="0" tIns="0" rIns="0" bIns="0" rtlCol="0"/>
            <a:lstStyle/>
            <a:p>
              <a:endParaRPr/>
            </a:p>
          </p:txBody>
        </p:sp>
        <p:sp>
          <p:nvSpPr>
            <p:cNvPr id="63" name="object 63"/>
            <p:cNvSpPr/>
            <p:nvPr/>
          </p:nvSpPr>
          <p:spPr>
            <a:xfrm>
              <a:off x="18470228" y="11850430"/>
              <a:ext cx="749300" cy="717550"/>
            </a:xfrm>
            <a:custGeom>
              <a:avLst/>
              <a:gdLst/>
              <a:ahLst/>
              <a:cxnLst/>
              <a:rect l="l" t="t" r="r" b="b"/>
              <a:pathLst>
                <a:path w="749300" h="717550">
                  <a:moveTo>
                    <a:pt x="229895" y="0"/>
                  </a:moveTo>
                  <a:lnTo>
                    <a:pt x="226365" y="121569"/>
                  </a:lnTo>
                  <a:lnTo>
                    <a:pt x="213745" y="197096"/>
                  </a:lnTo>
                  <a:lnTo>
                    <a:pt x="181738" y="258082"/>
                  </a:lnTo>
                  <a:lnTo>
                    <a:pt x="120045" y="336031"/>
                  </a:lnTo>
                  <a:lnTo>
                    <a:pt x="89198" y="374538"/>
                  </a:lnTo>
                  <a:lnTo>
                    <a:pt x="61317" y="412599"/>
                  </a:lnTo>
                  <a:lnTo>
                    <a:pt x="37428" y="450349"/>
                  </a:lnTo>
                  <a:lnTo>
                    <a:pt x="18561" y="487924"/>
                  </a:lnTo>
                  <a:lnTo>
                    <a:pt x="5742" y="525460"/>
                  </a:lnTo>
                  <a:lnTo>
                    <a:pt x="0" y="563093"/>
                  </a:lnTo>
                  <a:lnTo>
                    <a:pt x="2360" y="600958"/>
                  </a:lnTo>
                  <a:lnTo>
                    <a:pt x="13852" y="639192"/>
                  </a:lnTo>
                  <a:lnTo>
                    <a:pt x="35503" y="677930"/>
                  </a:lnTo>
                  <a:lnTo>
                    <a:pt x="68340" y="717308"/>
                  </a:lnTo>
                  <a:lnTo>
                    <a:pt x="669327" y="714072"/>
                  </a:lnTo>
                  <a:lnTo>
                    <a:pt x="733798" y="564380"/>
                  </a:lnTo>
                  <a:lnTo>
                    <a:pt x="748894" y="473757"/>
                  </a:lnTo>
                  <a:lnTo>
                    <a:pt x="708858" y="405552"/>
                  </a:lnTo>
                  <a:lnTo>
                    <a:pt x="607936" y="323110"/>
                  </a:lnTo>
                  <a:lnTo>
                    <a:pt x="600008" y="389144"/>
                  </a:lnTo>
                  <a:lnTo>
                    <a:pt x="580874" y="427311"/>
                  </a:lnTo>
                  <a:lnTo>
                    <a:pt x="535691" y="452151"/>
                  </a:lnTo>
                  <a:lnTo>
                    <a:pt x="449616" y="478205"/>
                  </a:lnTo>
                  <a:lnTo>
                    <a:pt x="457085" y="268993"/>
                  </a:lnTo>
                  <a:lnTo>
                    <a:pt x="436687" y="149443"/>
                  </a:lnTo>
                  <a:lnTo>
                    <a:pt x="367824" y="74722"/>
                  </a:lnTo>
                  <a:lnTo>
                    <a:pt x="229895" y="0"/>
                  </a:lnTo>
                  <a:close/>
                </a:path>
              </a:pathLst>
            </a:custGeom>
            <a:solidFill>
              <a:srgbClr val="FFF5D4"/>
            </a:solidFill>
          </p:spPr>
          <p:txBody>
            <a:bodyPr wrap="square" lIns="0" tIns="0" rIns="0" bIns="0" rtlCol="0"/>
            <a:lstStyle/>
            <a:p>
              <a:endParaRPr/>
            </a:p>
          </p:txBody>
        </p:sp>
        <p:pic>
          <p:nvPicPr>
            <p:cNvPr id="64" name="object 64"/>
            <p:cNvPicPr/>
            <p:nvPr/>
          </p:nvPicPr>
          <p:blipFill>
            <a:blip r:embed="rId11" cstate="print"/>
            <a:stretch>
              <a:fillRect/>
            </a:stretch>
          </p:blipFill>
          <p:spPr>
            <a:xfrm>
              <a:off x="18516172" y="11282571"/>
              <a:ext cx="65547" cy="65275"/>
            </a:xfrm>
            <a:prstGeom prst="rect">
              <a:avLst/>
            </a:prstGeom>
          </p:spPr>
        </p:pic>
        <p:pic>
          <p:nvPicPr>
            <p:cNvPr id="65" name="object 65"/>
            <p:cNvPicPr/>
            <p:nvPr/>
          </p:nvPicPr>
          <p:blipFill>
            <a:blip r:embed="rId11" cstate="print"/>
            <a:stretch>
              <a:fillRect/>
            </a:stretch>
          </p:blipFill>
          <p:spPr>
            <a:xfrm>
              <a:off x="18512078" y="10810236"/>
              <a:ext cx="65547" cy="65275"/>
            </a:xfrm>
            <a:prstGeom prst="rect">
              <a:avLst/>
            </a:prstGeom>
          </p:spPr>
        </p:pic>
        <p:pic>
          <p:nvPicPr>
            <p:cNvPr id="66" name="object 66"/>
            <p:cNvPicPr/>
            <p:nvPr/>
          </p:nvPicPr>
          <p:blipFill>
            <a:blip r:embed="rId12" cstate="print"/>
            <a:stretch>
              <a:fillRect/>
            </a:stretch>
          </p:blipFill>
          <p:spPr>
            <a:xfrm>
              <a:off x="18804828" y="10414680"/>
              <a:ext cx="65547" cy="65275"/>
            </a:xfrm>
            <a:prstGeom prst="rect">
              <a:avLst/>
            </a:prstGeom>
          </p:spPr>
        </p:pic>
        <p:pic>
          <p:nvPicPr>
            <p:cNvPr id="67" name="object 67"/>
            <p:cNvPicPr/>
            <p:nvPr/>
          </p:nvPicPr>
          <p:blipFill>
            <a:blip r:embed="rId11" cstate="print"/>
            <a:stretch>
              <a:fillRect/>
            </a:stretch>
          </p:blipFill>
          <p:spPr>
            <a:xfrm>
              <a:off x="18902840" y="10654128"/>
              <a:ext cx="65547" cy="65275"/>
            </a:xfrm>
            <a:prstGeom prst="rect">
              <a:avLst/>
            </a:prstGeom>
          </p:spPr>
        </p:pic>
        <p:pic>
          <p:nvPicPr>
            <p:cNvPr id="68" name="object 68"/>
            <p:cNvPicPr/>
            <p:nvPr/>
          </p:nvPicPr>
          <p:blipFill>
            <a:blip r:embed="rId13" cstate="print"/>
            <a:stretch>
              <a:fillRect/>
            </a:stretch>
          </p:blipFill>
          <p:spPr>
            <a:xfrm>
              <a:off x="18099971" y="11627921"/>
              <a:ext cx="65547" cy="65275"/>
            </a:xfrm>
            <a:prstGeom prst="rect">
              <a:avLst/>
            </a:prstGeom>
          </p:spPr>
        </p:pic>
        <p:pic>
          <p:nvPicPr>
            <p:cNvPr id="69" name="object 69"/>
            <p:cNvPicPr/>
            <p:nvPr/>
          </p:nvPicPr>
          <p:blipFill>
            <a:blip r:embed="rId11" cstate="print"/>
            <a:stretch>
              <a:fillRect/>
            </a:stretch>
          </p:blipFill>
          <p:spPr>
            <a:xfrm>
              <a:off x="18373229" y="11062699"/>
              <a:ext cx="65547" cy="65275"/>
            </a:xfrm>
            <a:prstGeom prst="rect">
              <a:avLst/>
            </a:prstGeom>
          </p:spPr>
        </p:pic>
        <p:pic>
          <p:nvPicPr>
            <p:cNvPr id="70" name="object 70"/>
            <p:cNvPicPr/>
            <p:nvPr/>
          </p:nvPicPr>
          <p:blipFill>
            <a:blip r:embed="rId11" cstate="print"/>
            <a:stretch>
              <a:fillRect/>
            </a:stretch>
          </p:blipFill>
          <p:spPr>
            <a:xfrm>
              <a:off x="19303307" y="11562639"/>
              <a:ext cx="65547" cy="65275"/>
            </a:xfrm>
            <a:prstGeom prst="rect">
              <a:avLst/>
            </a:prstGeom>
          </p:spPr>
        </p:pic>
        <p:pic>
          <p:nvPicPr>
            <p:cNvPr id="71" name="object 71"/>
            <p:cNvPicPr/>
            <p:nvPr/>
          </p:nvPicPr>
          <p:blipFill>
            <a:blip r:embed="rId14" cstate="print"/>
            <a:stretch>
              <a:fillRect/>
            </a:stretch>
          </p:blipFill>
          <p:spPr>
            <a:xfrm>
              <a:off x="19736710" y="11018426"/>
              <a:ext cx="65547" cy="65275"/>
            </a:xfrm>
            <a:prstGeom prst="rect">
              <a:avLst/>
            </a:prstGeom>
          </p:spPr>
        </p:pic>
        <p:pic>
          <p:nvPicPr>
            <p:cNvPr id="72" name="object 72"/>
            <p:cNvPicPr/>
            <p:nvPr/>
          </p:nvPicPr>
          <p:blipFill>
            <a:blip r:embed="rId12" cstate="print"/>
            <a:stretch>
              <a:fillRect/>
            </a:stretch>
          </p:blipFill>
          <p:spPr>
            <a:xfrm>
              <a:off x="18047617" y="11102127"/>
              <a:ext cx="65547" cy="65275"/>
            </a:xfrm>
            <a:prstGeom prst="rect">
              <a:avLst/>
            </a:prstGeom>
          </p:spPr>
        </p:pic>
        <p:pic>
          <p:nvPicPr>
            <p:cNvPr id="73" name="object 73"/>
            <p:cNvPicPr/>
            <p:nvPr/>
          </p:nvPicPr>
          <p:blipFill>
            <a:blip r:embed="rId15" cstate="print"/>
            <a:stretch>
              <a:fillRect/>
            </a:stretch>
          </p:blipFill>
          <p:spPr>
            <a:xfrm>
              <a:off x="19527294" y="11167409"/>
              <a:ext cx="65547" cy="65275"/>
            </a:xfrm>
            <a:prstGeom prst="rect">
              <a:avLst/>
            </a:prstGeom>
          </p:spPr>
        </p:pic>
        <p:pic>
          <p:nvPicPr>
            <p:cNvPr id="74" name="object 74"/>
            <p:cNvPicPr/>
            <p:nvPr/>
          </p:nvPicPr>
          <p:blipFill>
            <a:blip r:embed="rId16" cstate="print"/>
            <a:stretch>
              <a:fillRect/>
            </a:stretch>
          </p:blipFill>
          <p:spPr>
            <a:xfrm>
              <a:off x="19560068" y="11751660"/>
              <a:ext cx="65547" cy="65275"/>
            </a:xfrm>
            <a:prstGeom prst="rect">
              <a:avLst/>
            </a:prstGeom>
          </p:spPr>
        </p:pic>
        <p:pic>
          <p:nvPicPr>
            <p:cNvPr id="75" name="object 75"/>
            <p:cNvPicPr/>
            <p:nvPr/>
          </p:nvPicPr>
          <p:blipFill>
            <a:blip r:embed="rId15" cstate="print"/>
            <a:stretch>
              <a:fillRect/>
            </a:stretch>
          </p:blipFill>
          <p:spPr>
            <a:xfrm>
              <a:off x="19213167" y="10957990"/>
              <a:ext cx="65547" cy="65275"/>
            </a:xfrm>
            <a:prstGeom prst="rect">
              <a:avLst/>
            </a:prstGeom>
          </p:spPr>
        </p:pic>
        <p:sp>
          <p:nvSpPr>
            <p:cNvPr id="76" name="object 76"/>
            <p:cNvSpPr/>
            <p:nvPr/>
          </p:nvSpPr>
          <p:spPr>
            <a:xfrm>
              <a:off x="19138263" y="11283798"/>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77" name="object 77"/>
            <p:cNvSpPr/>
            <p:nvPr/>
          </p:nvSpPr>
          <p:spPr>
            <a:xfrm>
              <a:off x="19138265" y="11283798"/>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78" name="object 78"/>
            <p:cNvSpPr/>
            <p:nvPr/>
          </p:nvSpPr>
          <p:spPr>
            <a:xfrm>
              <a:off x="18487368" y="10464540"/>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79" name="object 79"/>
            <p:cNvSpPr/>
            <p:nvPr/>
          </p:nvSpPr>
          <p:spPr>
            <a:xfrm>
              <a:off x="18487368" y="10464540"/>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80" name="object 80"/>
            <p:cNvSpPr/>
            <p:nvPr/>
          </p:nvSpPr>
          <p:spPr>
            <a:xfrm>
              <a:off x="18153690" y="11391180"/>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81" name="object 81"/>
            <p:cNvSpPr/>
            <p:nvPr/>
          </p:nvSpPr>
          <p:spPr>
            <a:xfrm>
              <a:off x="18153690" y="11391180"/>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82" name="object 82"/>
            <p:cNvSpPr/>
            <p:nvPr/>
          </p:nvSpPr>
          <p:spPr>
            <a:xfrm>
              <a:off x="18768162" y="10976522"/>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83" name="object 83"/>
            <p:cNvSpPr/>
            <p:nvPr/>
          </p:nvSpPr>
          <p:spPr>
            <a:xfrm>
              <a:off x="18768165" y="10976522"/>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84" name="object 84"/>
            <p:cNvSpPr/>
            <p:nvPr/>
          </p:nvSpPr>
          <p:spPr>
            <a:xfrm>
              <a:off x="19481519" y="10810215"/>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85" name="object 85"/>
            <p:cNvSpPr/>
            <p:nvPr/>
          </p:nvSpPr>
          <p:spPr>
            <a:xfrm>
              <a:off x="19481519" y="10810217"/>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pic>
          <p:nvPicPr>
            <p:cNvPr id="86" name="object 86"/>
            <p:cNvPicPr/>
            <p:nvPr/>
          </p:nvPicPr>
          <p:blipFill>
            <a:blip r:embed="rId17" cstate="print"/>
            <a:stretch>
              <a:fillRect/>
            </a:stretch>
          </p:blipFill>
          <p:spPr>
            <a:xfrm>
              <a:off x="10053537" y="2497683"/>
              <a:ext cx="10050563" cy="7557267"/>
            </a:xfrm>
            <a:prstGeom prst="rect">
              <a:avLst/>
            </a:prstGeom>
          </p:spPr>
        </p:pic>
        <p:sp>
          <p:nvSpPr>
            <p:cNvPr id="87" name="object 87"/>
            <p:cNvSpPr/>
            <p:nvPr/>
          </p:nvSpPr>
          <p:spPr>
            <a:xfrm>
              <a:off x="9909873" y="2780264"/>
              <a:ext cx="3929379" cy="2578100"/>
            </a:xfrm>
            <a:custGeom>
              <a:avLst/>
              <a:gdLst/>
              <a:ahLst/>
              <a:cxnLst/>
              <a:rect l="l" t="t" r="r" b="b"/>
              <a:pathLst>
                <a:path w="3929380" h="2578100">
                  <a:moveTo>
                    <a:pt x="3915101" y="2460311"/>
                  </a:moveTo>
                  <a:lnTo>
                    <a:pt x="3888679" y="2439354"/>
                  </a:lnTo>
                  <a:lnTo>
                    <a:pt x="3848629" y="2407570"/>
                  </a:lnTo>
                  <a:lnTo>
                    <a:pt x="3809030" y="2376140"/>
                  </a:lnTo>
                  <a:lnTo>
                    <a:pt x="3769804" y="2345012"/>
                  </a:lnTo>
                  <a:lnTo>
                    <a:pt x="3730868" y="2314132"/>
                  </a:lnTo>
                  <a:lnTo>
                    <a:pt x="3692145" y="2283449"/>
                  </a:lnTo>
                  <a:lnTo>
                    <a:pt x="3653552" y="2252910"/>
                  </a:lnTo>
                  <a:lnTo>
                    <a:pt x="3615010" y="2222462"/>
                  </a:lnTo>
                  <a:lnTo>
                    <a:pt x="3575819" y="2196424"/>
                  </a:lnTo>
                  <a:lnTo>
                    <a:pt x="3535438" y="2178969"/>
                  </a:lnTo>
                  <a:lnTo>
                    <a:pt x="3494348" y="2170108"/>
                  </a:lnTo>
                  <a:lnTo>
                    <a:pt x="3453029" y="2169851"/>
                  </a:lnTo>
                  <a:lnTo>
                    <a:pt x="3411962" y="2178206"/>
                  </a:lnTo>
                  <a:lnTo>
                    <a:pt x="3371627" y="2195185"/>
                  </a:lnTo>
                  <a:lnTo>
                    <a:pt x="3332505" y="2220797"/>
                  </a:lnTo>
                  <a:lnTo>
                    <a:pt x="3293436" y="2251277"/>
                  </a:lnTo>
                  <a:lnTo>
                    <a:pt x="3254365" y="2281760"/>
                  </a:lnTo>
                  <a:lnTo>
                    <a:pt x="3215309" y="2312267"/>
                  </a:lnTo>
                  <a:lnTo>
                    <a:pt x="3176286" y="2342820"/>
                  </a:lnTo>
                  <a:lnTo>
                    <a:pt x="3137315" y="2373439"/>
                  </a:lnTo>
                  <a:lnTo>
                    <a:pt x="3098414" y="2404146"/>
                  </a:lnTo>
                  <a:lnTo>
                    <a:pt x="3059600" y="2434963"/>
                  </a:lnTo>
                  <a:lnTo>
                    <a:pt x="3020892" y="2465910"/>
                  </a:lnTo>
                  <a:lnTo>
                    <a:pt x="2980439" y="2495395"/>
                  </a:lnTo>
                  <a:lnTo>
                    <a:pt x="2938372" y="2520371"/>
                  </a:lnTo>
                  <a:lnTo>
                    <a:pt x="2894957" y="2540837"/>
                  </a:lnTo>
                  <a:lnTo>
                    <a:pt x="2850465" y="2556790"/>
                  </a:lnTo>
                  <a:lnTo>
                    <a:pt x="2805163" y="2568228"/>
                  </a:lnTo>
                  <a:lnTo>
                    <a:pt x="2759320" y="2575149"/>
                  </a:lnTo>
                  <a:lnTo>
                    <a:pt x="2713205" y="2577551"/>
                  </a:lnTo>
                  <a:lnTo>
                    <a:pt x="2667086" y="2575431"/>
                  </a:lnTo>
                  <a:lnTo>
                    <a:pt x="2621231" y="2568787"/>
                  </a:lnTo>
                  <a:lnTo>
                    <a:pt x="2575910" y="2557618"/>
                  </a:lnTo>
                  <a:lnTo>
                    <a:pt x="2531391" y="2541921"/>
                  </a:lnTo>
                  <a:lnTo>
                    <a:pt x="2487942" y="2521693"/>
                  </a:lnTo>
                  <a:lnTo>
                    <a:pt x="2445832" y="2496933"/>
                  </a:lnTo>
                  <a:lnTo>
                    <a:pt x="2405329" y="2467638"/>
                  </a:lnTo>
                  <a:lnTo>
                    <a:pt x="2365899" y="2436281"/>
                  </a:lnTo>
                  <a:lnTo>
                    <a:pt x="2326410" y="2404998"/>
                  </a:lnTo>
                  <a:lnTo>
                    <a:pt x="2286869" y="2373781"/>
                  </a:lnTo>
                  <a:lnTo>
                    <a:pt x="2247283" y="2342622"/>
                  </a:lnTo>
                  <a:lnTo>
                    <a:pt x="2207658" y="2311512"/>
                  </a:lnTo>
                  <a:lnTo>
                    <a:pt x="2168001" y="2280444"/>
                  </a:lnTo>
                  <a:lnTo>
                    <a:pt x="2128319" y="2249409"/>
                  </a:lnTo>
                  <a:lnTo>
                    <a:pt x="2088617" y="2218399"/>
                  </a:lnTo>
                  <a:lnTo>
                    <a:pt x="2049456" y="2193555"/>
                  </a:lnTo>
                  <a:lnTo>
                    <a:pt x="2007440" y="2177367"/>
                  </a:lnTo>
                  <a:lnTo>
                    <a:pt x="1963649" y="2169816"/>
                  </a:lnTo>
                  <a:lnTo>
                    <a:pt x="1919162" y="2170884"/>
                  </a:lnTo>
                  <a:lnTo>
                    <a:pt x="1875060" y="2180554"/>
                  </a:lnTo>
                  <a:lnTo>
                    <a:pt x="1832423" y="2198807"/>
                  </a:lnTo>
                  <a:lnTo>
                    <a:pt x="1792332" y="2225624"/>
                  </a:lnTo>
                  <a:lnTo>
                    <a:pt x="1751976" y="2258364"/>
                  </a:lnTo>
                  <a:lnTo>
                    <a:pt x="1711712" y="2291215"/>
                  </a:lnTo>
                  <a:lnTo>
                    <a:pt x="1671513" y="2324147"/>
                  </a:lnTo>
                  <a:lnTo>
                    <a:pt x="1631356" y="2357129"/>
                  </a:lnTo>
                  <a:lnTo>
                    <a:pt x="1609110" y="2375418"/>
                  </a:lnTo>
                </a:path>
                <a:path w="3929380" h="2578100">
                  <a:moveTo>
                    <a:pt x="3929262" y="302196"/>
                  </a:moveTo>
                  <a:lnTo>
                    <a:pt x="3888679" y="270003"/>
                  </a:lnTo>
                  <a:lnTo>
                    <a:pt x="3848629" y="238217"/>
                  </a:lnTo>
                  <a:lnTo>
                    <a:pt x="3809030" y="206785"/>
                  </a:lnTo>
                  <a:lnTo>
                    <a:pt x="3769804" y="175655"/>
                  </a:lnTo>
                  <a:lnTo>
                    <a:pt x="3730868" y="144775"/>
                  </a:lnTo>
                  <a:lnTo>
                    <a:pt x="3692145" y="114091"/>
                  </a:lnTo>
                  <a:lnTo>
                    <a:pt x="3653552" y="83552"/>
                  </a:lnTo>
                  <a:lnTo>
                    <a:pt x="3615010" y="53104"/>
                  </a:lnTo>
                  <a:lnTo>
                    <a:pt x="3575819" y="27066"/>
                  </a:lnTo>
                  <a:lnTo>
                    <a:pt x="3535438" y="9611"/>
                  </a:lnTo>
                  <a:lnTo>
                    <a:pt x="3494348" y="750"/>
                  </a:lnTo>
                  <a:lnTo>
                    <a:pt x="3453029" y="493"/>
                  </a:lnTo>
                  <a:lnTo>
                    <a:pt x="3411962" y="8848"/>
                  </a:lnTo>
                  <a:lnTo>
                    <a:pt x="3371627" y="25827"/>
                  </a:lnTo>
                  <a:lnTo>
                    <a:pt x="3332505" y="51439"/>
                  </a:lnTo>
                  <a:lnTo>
                    <a:pt x="3293436" y="81920"/>
                  </a:lnTo>
                  <a:lnTo>
                    <a:pt x="3254365" y="112404"/>
                  </a:lnTo>
                  <a:lnTo>
                    <a:pt x="3215309" y="142912"/>
                  </a:lnTo>
                  <a:lnTo>
                    <a:pt x="3176286" y="173465"/>
                  </a:lnTo>
                  <a:lnTo>
                    <a:pt x="3137315" y="204085"/>
                  </a:lnTo>
                  <a:lnTo>
                    <a:pt x="3098414" y="234792"/>
                  </a:lnTo>
                  <a:lnTo>
                    <a:pt x="3059600" y="265608"/>
                  </a:lnTo>
                  <a:lnTo>
                    <a:pt x="3020892" y="296552"/>
                  </a:lnTo>
                  <a:lnTo>
                    <a:pt x="2980439" y="326039"/>
                  </a:lnTo>
                  <a:lnTo>
                    <a:pt x="2938372" y="351016"/>
                  </a:lnTo>
                  <a:lnTo>
                    <a:pt x="2894957" y="371483"/>
                  </a:lnTo>
                  <a:lnTo>
                    <a:pt x="2850465" y="387436"/>
                  </a:lnTo>
                  <a:lnTo>
                    <a:pt x="2805163" y="398875"/>
                  </a:lnTo>
                  <a:lnTo>
                    <a:pt x="2759320" y="405796"/>
                  </a:lnTo>
                  <a:lnTo>
                    <a:pt x="2713205" y="408198"/>
                  </a:lnTo>
                  <a:lnTo>
                    <a:pt x="2667086" y="406078"/>
                  </a:lnTo>
                  <a:lnTo>
                    <a:pt x="2621231" y="399435"/>
                  </a:lnTo>
                  <a:lnTo>
                    <a:pt x="2575910" y="388266"/>
                  </a:lnTo>
                  <a:lnTo>
                    <a:pt x="2531391" y="372569"/>
                  </a:lnTo>
                  <a:lnTo>
                    <a:pt x="2487942" y="352342"/>
                  </a:lnTo>
                  <a:lnTo>
                    <a:pt x="2445832" y="327583"/>
                  </a:lnTo>
                  <a:lnTo>
                    <a:pt x="2405329" y="298290"/>
                  </a:lnTo>
                  <a:lnTo>
                    <a:pt x="2365899" y="266933"/>
                  </a:lnTo>
                  <a:lnTo>
                    <a:pt x="2326410" y="235650"/>
                  </a:lnTo>
                  <a:lnTo>
                    <a:pt x="2286869" y="204433"/>
                  </a:lnTo>
                  <a:lnTo>
                    <a:pt x="2247283" y="173274"/>
                  </a:lnTo>
                  <a:lnTo>
                    <a:pt x="2207658" y="142165"/>
                  </a:lnTo>
                  <a:lnTo>
                    <a:pt x="2168001" y="111097"/>
                  </a:lnTo>
                  <a:lnTo>
                    <a:pt x="2128319" y="80062"/>
                  </a:lnTo>
                  <a:lnTo>
                    <a:pt x="2088617" y="49052"/>
                  </a:lnTo>
                  <a:lnTo>
                    <a:pt x="2049456" y="24207"/>
                  </a:lnTo>
                  <a:lnTo>
                    <a:pt x="2007440" y="8017"/>
                  </a:lnTo>
                  <a:lnTo>
                    <a:pt x="1963649" y="465"/>
                  </a:lnTo>
                  <a:lnTo>
                    <a:pt x="1919162" y="1532"/>
                  </a:lnTo>
                  <a:lnTo>
                    <a:pt x="1875060" y="11202"/>
                  </a:lnTo>
                  <a:lnTo>
                    <a:pt x="1832423" y="29456"/>
                  </a:lnTo>
                  <a:lnTo>
                    <a:pt x="1792332" y="56277"/>
                  </a:lnTo>
                  <a:lnTo>
                    <a:pt x="1751976" y="89016"/>
                  </a:lnTo>
                  <a:lnTo>
                    <a:pt x="1711712" y="121867"/>
                  </a:lnTo>
                  <a:lnTo>
                    <a:pt x="1671513" y="154799"/>
                  </a:lnTo>
                  <a:lnTo>
                    <a:pt x="1631356" y="187782"/>
                  </a:lnTo>
                  <a:lnTo>
                    <a:pt x="1591214" y="220783"/>
                  </a:lnTo>
                  <a:lnTo>
                    <a:pt x="1551062" y="253772"/>
                  </a:lnTo>
                  <a:lnTo>
                    <a:pt x="1510875" y="286720"/>
                  </a:lnTo>
                  <a:lnTo>
                    <a:pt x="1469347" y="317815"/>
                  </a:lnTo>
                  <a:lnTo>
                    <a:pt x="1426389" y="344378"/>
                  </a:lnTo>
                  <a:lnTo>
                    <a:pt x="1382221" y="366390"/>
                  </a:lnTo>
                  <a:lnTo>
                    <a:pt x="1337066" y="383833"/>
                  </a:lnTo>
                  <a:lnTo>
                    <a:pt x="1291147" y="396690"/>
                  </a:lnTo>
                  <a:lnTo>
                    <a:pt x="1244686" y="404941"/>
                  </a:lnTo>
                  <a:lnTo>
                    <a:pt x="1197905" y="408571"/>
                  </a:lnTo>
                  <a:lnTo>
                    <a:pt x="1151027" y="407560"/>
                  </a:lnTo>
                  <a:lnTo>
                    <a:pt x="1104274" y="401890"/>
                  </a:lnTo>
                  <a:lnTo>
                    <a:pt x="1057868" y="391543"/>
                  </a:lnTo>
                  <a:lnTo>
                    <a:pt x="1012031" y="376503"/>
                  </a:lnTo>
                  <a:lnTo>
                    <a:pt x="966986" y="356749"/>
                  </a:lnTo>
                  <a:lnTo>
                    <a:pt x="922955" y="332266"/>
                  </a:lnTo>
                  <a:lnTo>
                    <a:pt x="880161" y="303033"/>
                  </a:lnTo>
                  <a:lnTo>
                    <a:pt x="837440" y="270348"/>
                  </a:lnTo>
                  <a:lnTo>
                    <a:pt x="795222" y="236984"/>
                  </a:lnTo>
                  <a:lnTo>
                    <a:pt x="753389" y="203105"/>
                  </a:lnTo>
                  <a:lnTo>
                    <a:pt x="711821" y="168873"/>
                  </a:lnTo>
                  <a:lnTo>
                    <a:pt x="670398" y="134451"/>
                  </a:lnTo>
                  <a:lnTo>
                    <a:pt x="629001" y="100003"/>
                  </a:lnTo>
                  <a:lnTo>
                    <a:pt x="587510" y="65690"/>
                  </a:lnTo>
                  <a:lnTo>
                    <a:pt x="547498" y="37148"/>
                  </a:lnTo>
                  <a:lnTo>
                    <a:pt x="506803" y="16676"/>
                  </a:lnTo>
                  <a:lnTo>
                    <a:pt x="465642" y="4287"/>
                  </a:lnTo>
                  <a:lnTo>
                    <a:pt x="424227" y="0"/>
                  </a:lnTo>
                  <a:lnTo>
                    <a:pt x="382776" y="3827"/>
                  </a:lnTo>
                  <a:lnTo>
                    <a:pt x="341502" y="15786"/>
                  </a:lnTo>
                  <a:lnTo>
                    <a:pt x="300621" y="35893"/>
                  </a:lnTo>
                  <a:lnTo>
                    <a:pt x="260348" y="64161"/>
                  </a:lnTo>
                  <a:lnTo>
                    <a:pt x="218777" y="97875"/>
                  </a:lnTo>
                  <a:lnTo>
                    <a:pt x="177211" y="131599"/>
                  </a:lnTo>
                  <a:lnTo>
                    <a:pt x="135649" y="165330"/>
                  </a:lnTo>
                  <a:lnTo>
                    <a:pt x="94085" y="199059"/>
                  </a:lnTo>
                  <a:lnTo>
                    <a:pt x="52517" y="232781"/>
                  </a:lnTo>
                  <a:lnTo>
                    <a:pt x="10942" y="266490"/>
                  </a:lnTo>
                  <a:lnTo>
                    <a:pt x="9360" y="267778"/>
                  </a:lnTo>
                  <a:lnTo>
                    <a:pt x="7141" y="268291"/>
                  </a:lnTo>
                  <a:lnTo>
                    <a:pt x="2366" y="270479"/>
                  </a:lnTo>
                  <a:lnTo>
                    <a:pt x="1486" y="261558"/>
                  </a:lnTo>
                  <a:lnTo>
                    <a:pt x="20" y="253621"/>
                  </a:lnTo>
                  <a:lnTo>
                    <a:pt x="0" y="245695"/>
                  </a:lnTo>
                </a:path>
                <a:path w="3929380" h="2578100">
                  <a:moveTo>
                    <a:pt x="3929262" y="1025315"/>
                  </a:moveTo>
                  <a:lnTo>
                    <a:pt x="3888679" y="993122"/>
                  </a:lnTo>
                  <a:lnTo>
                    <a:pt x="3848629" y="961336"/>
                  </a:lnTo>
                  <a:lnTo>
                    <a:pt x="3809030" y="929904"/>
                  </a:lnTo>
                  <a:lnTo>
                    <a:pt x="3769804" y="898774"/>
                  </a:lnTo>
                  <a:lnTo>
                    <a:pt x="3730868" y="867894"/>
                  </a:lnTo>
                  <a:lnTo>
                    <a:pt x="3692145" y="837210"/>
                  </a:lnTo>
                  <a:lnTo>
                    <a:pt x="3653552" y="806671"/>
                  </a:lnTo>
                  <a:lnTo>
                    <a:pt x="3615010" y="776223"/>
                  </a:lnTo>
                  <a:lnTo>
                    <a:pt x="3575819" y="750185"/>
                  </a:lnTo>
                  <a:lnTo>
                    <a:pt x="3535438" y="732731"/>
                  </a:lnTo>
                  <a:lnTo>
                    <a:pt x="3494348" y="723870"/>
                  </a:lnTo>
                  <a:lnTo>
                    <a:pt x="3453029" y="723612"/>
                  </a:lnTo>
                  <a:lnTo>
                    <a:pt x="3411962" y="731968"/>
                  </a:lnTo>
                  <a:lnTo>
                    <a:pt x="3371627" y="748946"/>
                  </a:lnTo>
                  <a:lnTo>
                    <a:pt x="3332505" y="774558"/>
                  </a:lnTo>
                  <a:lnTo>
                    <a:pt x="3293436" y="805039"/>
                  </a:lnTo>
                  <a:lnTo>
                    <a:pt x="3254365" y="835523"/>
                  </a:lnTo>
                  <a:lnTo>
                    <a:pt x="3215309" y="866031"/>
                  </a:lnTo>
                  <a:lnTo>
                    <a:pt x="3176286" y="896585"/>
                  </a:lnTo>
                  <a:lnTo>
                    <a:pt x="3137315" y="927205"/>
                  </a:lnTo>
                  <a:lnTo>
                    <a:pt x="3098414" y="957912"/>
                  </a:lnTo>
                  <a:lnTo>
                    <a:pt x="3059600" y="988727"/>
                  </a:lnTo>
                  <a:lnTo>
                    <a:pt x="3020892" y="1019671"/>
                  </a:lnTo>
                  <a:lnTo>
                    <a:pt x="2980439" y="1049158"/>
                  </a:lnTo>
                  <a:lnTo>
                    <a:pt x="2938372" y="1074135"/>
                  </a:lnTo>
                  <a:lnTo>
                    <a:pt x="2894957" y="1094602"/>
                  </a:lnTo>
                  <a:lnTo>
                    <a:pt x="2850465" y="1110556"/>
                  </a:lnTo>
                  <a:lnTo>
                    <a:pt x="2805163" y="1121994"/>
                  </a:lnTo>
                  <a:lnTo>
                    <a:pt x="2759320" y="1128915"/>
                  </a:lnTo>
                  <a:lnTo>
                    <a:pt x="2713205" y="1131316"/>
                  </a:lnTo>
                  <a:lnTo>
                    <a:pt x="2667086" y="1129195"/>
                  </a:lnTo>
                  <a:lnTo>
                    <a:pt x="2621231" y="1122551"/>
                  </a:lnTo>
                  <a:lnTo>
                    <a:pt x="2575910" y="1111381"/>
                  </a:lnTo>
                  <a:lnTo>
                    <a:pt x="2531391" y="1095683"/>
                  </a:lnTo>
                  <a:lnTo>
                    <a:pt x="2487942" y="1075455"/>
                  </a:lnTo>
                  <a:lnTo>
                    <a:pt x="2445832" y="1050694"/>
                  </a:lnTo>
                  <a:lnTo>
                    <a:pt x="2405329" y="1021399"/>
                  </a:lnTo>
                  <a:lnTo>
                    <a:pt x="2365899" y="990045"/>
                  </a:lnTo>
                  <a:lnTo>
                    <a:pt x="2326410" y="958765"/>
                  </a:lnTo>
                  <a:lnTo>
                    <a:pt x="2286869" y="927550"/>
                  </a:lnTo>
                  <a:lnTo>
                    <a:pt x="2247283" y="896392"/>
                  </a:lnTo>
                  <a:lnTo>
                    <a:pt x="2207658" y="865284"/>
                  </a:lnTo>
                  <a:lnTo>
                    <a:pt x="2168001" y="834216"/>
                  </a:lnTo>
                  <a:lnTo>
                    <a:pt x="2128319" y="803181"/>
                  </a:lnTo>
                  <a:lnTo>
                    <a:pt x="2088617" y="772171"/>
                  </a:lnTo>
                  <a:lnTo>
                    <a:pt x="2049456" y="747326"/>
                  </a:lnTo>
                  <a:lnTo>
                    <a:pt x="2007440" y="731137"/>
                  </a:lnTo>
                  <a:lnTo>
                    <a:pt x="1963649" y="723584"/>
                  </a:lnTo>
                  <a:lnTo>
                    <a:pt x="1919162" y="724650"/>
                  </a:lnTo>
                  <a:lnTo>
                    <a:pt x="1875060" y="734317"/>
                  </a:lnTo>
                  <a:lnTo>
                    <a:pt x="1832423" y="752568"/>
                  </a:lnTo>
                  <a:lnTo>
                    <a:pt x="1792332" y="779385"/>
                  </a:lnTo>
                  <a:lnTo>
                    <a:pt x="1751976" y="812125"/>
                  </a:lnTo>
                  <a:lnTo>
                    <a:pt x="1711712" y="844977"/>
                  </a:lnTo>
                  <a:lnTo>
                    <a:pt x="1671513" y="877909"/>
                  </a:lnTo>
                  <a:lnTo>
                    <a:pt x="1631356" y="910892"/>
                  </a:lnTo>
                  <a:lnTo>
                    <a:pt x="1591214" y="943895"/>
                  </a:lnTo>
                  <a:lnTo>
                    <a:pt x="1551062" y="976888"/>
                  </a:lnTo>
                  <a:lnTo>
                    <a:pt x="1510875" y="1009839"/>
                  </a:lnTo>
                  <a:lnTo>
                    <a:pt x="1469347" y="1040934"/>
                  </a:lnTo>
                  <a:lnTo>
                    <a:pt x="1426389" y="1067497"/>
                  </a:lnTo>
                  <a:lnTo>
                    <a:pt x="1382221" y="1089508"/>
                  </a:lnTo>
                  <a:lnTo>
                    <a:pt x="1337066" y="1106950"/>
                  </a:lnTo>
                  <a:lnTo>
                    <a:pt x="1291147" y="1119806"/>
                  </a:lnTo>
                  <a:lnTo>
                    <a:pt x="1244686" y="1128058"/>
                  </a:lnTo>
                  <a:lnTo>
                    <a:pt x="1197905" y="1131686"/>
                  </a:lnTo>
                  <a:lnTo>
                    <a:pt x="1151027" y="1130675"/>
                  </a:lnTo>
                  <a:lnTo>
                    <a:pt x="1104274" y="1125004"/>
                  </a:lnTo>
                  <a:lnTo>
                    <a:pt x="1057868" y="1114658"/>
                  </a:lnTo>
                  <a:lnTo>
                    <a:pt x="1012031" y="1099618"/>
                  </a:lnTo>
                  <a:lnTo>
                    <a:pt x="966986" y="1079865"/>
                  </a:lnTo>
                  <a:lnTo>
                    <a:pt x="922955" y="1055383"/>
                  </a:lnTo>
                  <a:lnTo>
                    <a:pt x="880161" y="1026153"/>
                  </a:lnTo>
                  <a:lnTo>
                    <a:pt x="837440" y="993467"/>
                  </a:lnTo>
                  <a:lnTo>
                    <a:pt x="795222" y="960103"/>
                  </a:lnTo>
                  <a:lnTo>
                    <a:pt x="753389" y="926224"/>
                  </a:lnTo>
                  <a:lnTo>
                    <a:pt x="711821" y="891992"/>
                  </a:lnTo>
                  <a:lnTo>
                    <a:pt x="670398" y="857570"/>
                  </a:lnTo>
                  <a:lnTo>
                    <a:pt x="629001" y="823122"/>
                  </a:lnTo>
                  <a:lnTo>
                    <a:pt x="587510" y="788809"/>
                  </a:lnTo>
                  <a:lnTo>
                    <a:pt x="547498" y="760268"/>
                  </a:lnTo>
                  <a:lnTo>
                    <a:pt x="506803" y="739795"/>
                  </a:lnTo>
                  <a:lnTo>
                    <a:pt x="465642" y="727407"/>
                  </a:lnTo>
                  <a:lnTo>
                    <a:pt x="424227" y="723119"/>
                  </a:lnTo>
                  <a:lnTo>
                    <a:pt x="382776" y="726947"/>
                  </a:lnTo>
                  <a:lnTo>
                    <a:pt x="341502" y="738906"/>
                  </a:lnTo>
                  <a:lnTo>
                    <a:pt x="300621" y="759012"/>
                  </a:lnTo>
                  <a:lnTo>
                    <a:pt x="260348" y="787281"/>
                  </a:lnTo>
                  <a:lnTo>
                    <a:pt x="218777" y="820994"/>
                  </a:lnTo>
                  <a:lnTo>
                    <a:pt x="177211" y="854718"/>
                  </a:lnTo>
                  <a:lnTo>
                    <a:pt x="135649" y="888448"/>
                  </a:lnTo>
                  <a:lnTo>
                    <a:pt x="94085" y="922175"/>
                  </a:lnTo>
                  <a:lnTo>
                    <a:pt x="52517" y="955894"/>
                  </a:lnTo>
                  <a:lnTo>
                    <a:pt x="10942" y="989599"/>
                  </a:lnTo>
                  <a:lnTo>
                    <a:pt x="9360" y="990897"/>
                  </a:lnTo>
                  <a:lnTo>
                    <a:pt x="7141" y="991410"/>
                  </a:lnTo>
                  <a:lnTo>
                    <a:pt x="2366" y="993599"/>
                  </a:lnTo>
                  <a:lnTo>
                    <a:pt x="1486" y="984678"/>
                  </a:lnTo>
                  <a:lnTo>
                    <a:pt x="20" y="976741"/>
                  </a:lnTo>
                  <a:lnTo>
                    <a:pt x="0" y="968804"/>
                  </a:lnTo>
                </a:path>
                <a:path w="3929380" h="2578100">
                  <a:moveTo>
                    <a:pt x="3908345" y="1731841"/>
                  </a:moveTo>
                  <a:lnTo>
                    <a:pt x="3888679" y="1716242"/>
                  </a:lnTo>
                  <a:lnTo>
                    <a:pt x="3848629" y="1684455"/>
                  </a:lnTo>
                  <a:lnTo>
                    <a:pt x="3809030" y="1653024"/>
                  </a:lnTo>
                  <a:lnTo>
                    <a:pt x="3769804" y="1621894"/>
                  </a:lnTo>
                  <a:lnTo>
                    <a:pt x="3730868" y="1591013"/>
                  </a:lnTo>
                  <a:lnTo>
                    <a:pt x="3692145" y="1560330"/>
                  </a:lnTo>
                  <a:lnTo>
                    <a:pt x="3653552" y="1529790"/>
                  </a:lnTo>
                  <a:lnTo>
                    <a:pt x="3615010" y="1499343"/>
                  </a:lnTo>
                  <a:lnTo>
                    <a:pt x="3575819" y="1473304"/>
                  </a:lnTo>
                  <a:lnTo>
                    <a:pt x="3535438" y="1455850"/>
                  </a:lnTo>
                  <a:lnTo>
                    <a:pt x="3494348" y="1446989"/>
                  </a:lnTo>
                  <a:lnTo>
                    <a:pt x="3453029" y="1446731"/>
                  </a:lnTo>
                  <a:lnTo>
                    <a:pt x="3411962" y="1455087"/>
                  </a:lnTo>
                  <a:lnTo>
                    <a:pt x="3371627" y="1472066"/>
                  </a:lnTo>
                  <a:lnTo>
                    <a:pt x="3332505" y="1497678"/>
                  </a:lnTo>
                  <a:lnTo>
                    <a:pt x="3293436" y="1528158"/>
                  </a:lnTo>
                  <a:lnTo>
                    <a:pt x="3254365" y="1558641"/>
                  </a:lnTo>
                  <a:lnTo>
                    <a:pt x="3215309" y="1589148"/>
                  </a:lnTo>
                  <a:lnTo>
                    <a:pt x="3176286" y="1619700"/>
                  </a:lnTo>
                  <a:lnTo>
                    <a:pt x="3137315" y="1650319"/>
                  </a:lnTo>
                  <a:lnTo>
                    <a:pt x="3098414" y="1681027"/>
                  </a:lnTo>
                  <a:lnTo>
                    <a:pt x="3059600" y="1711843"/>
                  </a:lnTo>
                  <a:lnTo>
                    <a:pt x="3020892" y="1742791"/>
                  </a:lnTo>
                  <a:lnTo>
                    <a:pt x="2980439" y="1772275"/>
                  </a:lnTo>
                  <a:lnTo>
                    <a:pt x="2938372" y="1797252"/>
                  </a:lnTo>
                  <a:lnTo>
                    <a:pt x="2894957" y="1817717"/>
                  </a:lnTo>
                  <a:lnTo>
                    <a:pt x="2850465" y="1833670"/>
                  </a:lnTo>
                  <a:lnTo>
                    <a:pt x="2805163" y="1845108"/>
                  </a:lnTo>
                  <a:lnTo>
                    <a:pt x="2759320" y="1852030"/>
                  </a:lnTo>
                  <a:lnTo>
                    <a:pt x="2713205" y="1854431"/>
                  </a:lnTo>
                  <a:lnTo>
                    <a:pt x="2667086" y="1852311"/>
                  </a:lnTo>
                  <a:lnTo>
                    <a:pt x="2621231" y="1845668"/>
                  </a:lnTo>
                  <a:lnTo>
                    <a:pt x="2575910" y="1834499"/>
                  </a:lnTo>
                  <a:lnTo>
                    <a:pt x="2531391" y="1818801"/>
                  </a:lnTo>
                  <a:lnTo>
                    <a:pt x="2487942" y="1798574"/>
                  </a:lnTo>
                  <a:lnTo>
                    <a:pt x="2445832" y="1773813"/>
                  </a:lnTo>
                  <a:lnTo>
                    <a:pt x="2405329" y="1744518"/>
                  </a:lnTo>
                  <a:lnTo>
                    <a:pt x="2365899" y="1713165"/>
                  </a:lnTo>
                  <a:lnTo>
                    <a:pt x="2326410" y="1681884"/>
                  </a:lnTo>
                  <a:lnTo>
                    <a:pt x="2286869" y="1650669"/>
                  </a:lnTo>
                  <a:lnTo>
                    <a:pt x="2247283" y="1619510"/>
                  </a:lnTo>
                  <a:lnTo>
                    <a:pt x="2207658" y="1588400"/>
                  </a:lnTo>
                  <a:lnTo>
                    <a:pt x="2168001" y="1557331"/>
                  </a:lnTo>
                  <a:lnTo>
                    <a:pt x="2128319" y="1526293"/>
                  </a:lnTo>
                  <a:lnTo>
                    <a:pt x="2088617" y="1495280"/>
                  </a:lnTo>
                  <a:lnTo>
                    <a:pt x="2049456" y="1470439"/>
                  </a:lnTo>
                  <a:lnTo>
                    <a:pt x="2007440" y="1454252"/>
                  </a:lnTo>
                  <a:lnTo>
                    <a:pt x="1963649" y="1446701"/>
                  </a:lnTo>
                  <a:lnTo>
                    <a:pt x="1919162" y="1447768"/>
                  </a:lnTo>
                  <a:lnTo>
                    <a:pt x="1875060" y="1457436"/>
                  </a:lnTo>
                  <a:lnTo>
                    <a:pt x="1832423" y="1475688"/>
                  </a:lnTo>
                  <a:lnTo>
                    <a:pt x="1792332" y="1502505"/>
                  </a:lnTo>
                  <a:lnTo>
                    <a:pt x="1751976" y="1535244"/>
                  </a:lnTo>
                  <a:lnTo>
                    <a:pt x="1711712" y="1568096"/>
                  </a:lnTo>
                  <a:lnTo>
                    <a:pt x="1671513" y="1601028"/>
                  </a:lnTo>
                  <a:lnTo>
                    <a:pt x="1631356" y="1634010"/>
                  </a:lnTo>
                  <a:lnTo>
                    <a:pt x="1591214" y="1667011"/>
                  </a:lnTo>
                  <a:lnTo>
                    <a:pt x="1551062" y="1700001"/>
                  </a:lnTo>
                  <a:lnTo>
                    <a:pt x="1510875" y="1732948"/>
                  </a:lnTo>
                  <a:lnTo>
                    <a:pt x="1469347" y="1764043"/>
                  </a:lnTo>
                  <a:lnTo>
                    <a:pt x="1426389" y="1790606"/>
                  </a:lnTo>
                  <a:lnTo>
                    <a:pt x="1382221" y="1812618"/>
                  </a:lnTo>
                  <a:lnTo>
                    <a:pt x="1337066" y="1830061"/>
                  </a:lnTo>
                  <a:lnTo>
                    <a:pt x="1291147" y="1842918"/>
                  </a:lnTo>
                  <a:lnTo>
                    <a:pt x="1244686" y="1851171"/>
                  </a:lnTo>
                  <a:lnTo>
                    <a:pt x="1197905" y="1854800"/>
                  </a:lnTo>
                  <a:lnTo>
                    <a:pt x="1151027" y="1853790"/>
                  </a:lnTo>
                  <a:lnTo>
                    <a:pt x="1104274" y="1848121"/>
                  </a:lnTo>
                  <a:lnTo>
                    <a:pt x="1057868" y="1837775"/>
                  </a:lnTo>
                  <a:lnTo>
                    <a:pt x="1012031" y="1822736"/>
                  </a:lnTo>
                  <a:lnTo>
                    <a:pt x="966986" y="1802984"/>
                  </a:lnTo>
                  <a:lnTo>
                    <a:pt x="922955" y="1778502"/>
                  </a:lnTo>
                  <a:lnTo>
                    <a:pt x="880161" y="1749272"/>
                  </a:lnTo>
                  <a:lnTo>
                    <a:pt x="837440" y="1716587"/>
                  </a:lnTo>
                  <a:lnTo>
                    <a:pt x="795222" y="1683223"/>
                  </a:lnTo>
                  <a:lnTo>
                    <a:pt x="753389" y="1649343"/>
                  </a:lnTo>
                  <a:lnTo>
                    <a:pt x="711821" y="1615111"/>
                  </a:lnTo>
                  <a:lnTo>
                    <a:pt x="670398" y="1580690"/>
                  </a:lnTo>
                  <a:lnTo>
                    <a:pt x="629001" y="1546241"/>
                  </a:lnTo>
                  <a:lnTo>
                    <a:pt x="587510" y="1511929"/>
                  </a:lnTo>
                  <a:lnTo>
                    <a:pt x="547498" y="1483387"/>
                  </a:lnTo>
                  <a:lnTo>
                    <a:pt x="506803" y="1462914"/>
                  </a:lnTo>
                  <a:lnTo>
                    <a:pt x="465642" y="1450526"/>
                  </a:lnTo>
                  <a:lnTo>
                    <a:pt x="424227" y="1446237"/>
                  </a:lnTo>
                  <a:lnTo>
                    <a:pt x="382776" y="1450063"/>
                  </a:lnTo>
                  <a:lnTo>
                    <a:pt x="341502" y="1462021"/>
                  </a:lnTo>
                  <a:lnTo>
                    <a:pt x="300621" y="1482124"/>
                  </a:lnTo>
                  <a:lnTo>
                    <a:pt x="260348" y="1510389"/>
                  </a:lnTo>
                  <a:lnTo>
                    <a:pt x="218777" y="1544106"/>
                  </a:lnTo>
                  <a:lnTo>
                    <a:pt x="177211" y="1577832"/>
                  </a:lnTo>
                  <a:lnTo>
                    <a:pt x="135649" y="1611562"/>
                  </a:lnTo>
                  <a:lnTo>
                    <a:pt x="94085" y="1645289"/>
                  </a:lnTo>
                  <a:lnTo>
                    <a:pt x="52517" y="1679010"/>
                  </a:lnTo>
                  <a:lnTo>
                    <a:pt x="10942" y="1712718"/>
                  </a:lnTo>
                  <a:lnTo>
                    <a:pt x="9360" y="1714017"/>
                  </a:lnTo>
                  <a:lnTo>
                    <a:pt x="7141" y="1714530"/>
                  </a:lnTo>
                  <a:lnTo>
                    <a:pt x="2366" y="1716708"/>
                  </a:lnTo>
                  <a:lnTo>
                    <a:pt x="1486" y="1707787"/>
                  </a:lnTo>
                  <a:lnTo>
                    <a:pt x="20" y="1699860"/>
                  </a:lnTo>
                  <a:lnTo>
                    <a:pt x="0" y="1691923"/>
                  </a:lnTo>
                </a:path>
              </a:pathLst>
            </a:custGeom>
            <a:ln w="115179">
              <a:solidFill>
                <a:srgbClr val="FFFFFF"/>
              </a:solidFill>
            </a:ln>
          </p:spPr>
          <p:txBody>
            <a:bodyPr wrap="square" lIns="0" tIns="0" rIns="0" bIns="0" rtlCol="0"/>
            <a:lstStyle/>
            <a:p>
              <a:endParaRPr/>
            </a:p>
          </p:txBody>
        </p:sp>
        <p:sp>
          <p:nvSpPr>
            <p:cNvPr id="88" name="object 88"/>
            <p:cNvSpPr/>
            <p:nvPr/>
          </p:nvSpPr>
          <p:spPr>
            <a:xfrm>
              <a:off x="13629216" y="2779994"/>
              <a:ext cx="3357879" cy="2571115"/>
            </a:xfrm>
            <a:custGeom>
              <a:avLst/>
              <a:gdLst/>
              <a:ahLst/>
              <a:cxnLst/>
              <a:rect l="l" t="t" r="r" b="b"/>
              <a:pathLst>
                <a:path w="3357880" h="2571115">
                  <a:moveTo>
                    <a:pt x="193810" y="2461779"/>
                  </a:moveTo>
                  <a:lnTo>
                    <a:pt x="174764" y="2446319"/>
                  </a:lnTo>
                  <a:lnTo>
                    <a:pt x="133219" y="2412590"/>
                  </a:lnTo>
                  <a:lnTo>
                    <a:pt x="91674" y="2378862"/>
                  </a:lnTo>
                  <a:lnTo>
                    <a:pt x="50123" y="2345143"/>
                  </a:lnTo>
                  <a:lnTo>
                    <a:pt x="8565" y="2311438"/>
                  </a:lnTo>
                  <a:lnTo>
                    <a:pt x="6984" y="2310140"/>
                  </a:lnTo>
                  <a:lnTo>
                    <a:pt x="4774" y="2309627"/>
                  </a:lnTo>
                  <a:lnTo>
                    <a:pt x="0" y="2307438"/>
                  </a:lnTo>
                </a:path>
                <a:path w="3357880" h="2571115">
                  <a:moveTo>
                    <a:pt x="2824180" y="2184756"/>
                  </a:moveTo>
                  <a:lnTo>
                    <a:pt x="2801565" y="2179043"/>
                  </a:lnTo>
                  <a:lnTo>
                    <a:pt x="2755743" y="2172123"/>
                  </a:lnTo>
                  <a:lnTo>
                    <a:pt x="2709649" y="2169721"/>
                  </a:lnTo>
                  <a:lnTo>
                    <a:pt x="2663550" y="2171842"/>
                  </a:lnTo>
                  <a:lnTo>
                    <a:pt x="2617716" y="2178486"/>
                  </a:lnTo>
                  <a:lnTo>
                    <a:pt x="2572415" y="2189656"/>
                  </a:lnTo>
                  <a:lnTo>
                    <a:pt x="2527915" y="2205354"/>
                  </a:lnTo>
                  <a:lnTo>
                    <a:pt x="2484484" y="2225583"/>
                  </a:lnTo>
                  <a:lnTo>
                    <a:pt x="2442392" y="2250343"/>
                  </a:lnTo>
                  <a:lnTo>
                    <a:pt x="2401905" y="2279638"/>
                  </a:lnTo>
                  <a:lnTo>
                    <a:pt x="2362491" y="2310992"/>
                  </a:lnTo>
                  <a:lnTo>
                    <a:pt x="2323019" y="2342272"/>
                  </a:lnTo>
                  <a:lnTo>
                    <a:pt x="2283496" y="2373487"/>
                  </a:lnTo>
                  <a:lnTo>
                    <a:pt x="2243929" y="2404645"/>
                  </a:lnTo>
                  <a:lnTo>
                    <a:pt x="2204323" y="2435754"/>
                  </a:lnTo>
                  <a:lnTo>
                    <a:pt x="2164685" y="2466821"/>
                  </a:lnTo>
                  <a:lnTo>
                    <a:pt x="2125022" y="2497856"/>
                  </a:lnTo>
                  <a:lnTo>
                    <a:pt x="2085339" y="2528866"/>
                  </a:lnTo>
                  <a:lnTo>
                    <a:pt x="2046194" y="2553711"/>
                  </a:lnTo>
                  <a:lnTo>
                    <a:pt x="2004194" y="2569901"/>
                  </a:lnTo>
                  <a:lnTo>
                    <a:pt x="1999738" y="2570670"/>
                  </a:lnTo>
                </a:path>
                <a:path w="3357880" h="2571115">
                  <a:moveTo>
                    <a:pt x="188749" y="1734557"/>
                  </a:moveTo>
                  <a:lnTo>
                    <a:pt x="174764" y="1723205"/>
                  </a:lnTo>
                  <a:lnTo>
                    <a:pt x="133219" y="1689476"/>
                  </a:lnTo>
                  <a:lnTo>
                    <a:pt x="91674" y="1655748"/>
                  </a:lnTo>
                  <a:lnTo>
                    <a:pt x="50123" y="1622027"/>
                  </a:lnTo>
                  <a:lnTo>
                    <a:pt x="8565" y="1588319"/>
                  </a:lnTo>
                  <a:lnTo>
                    <a:pt x="6984" y="1587021"/>
                  </a:lnTo>
                  <a:lnTo>
                    <a:pt x="4774" y="1586507"/>
                  </a:lnTo>
                  <a:lnTo>
                    <a:pt x="0" y="1584330"/>
                  </a:lnTo>
                </a:path>
                <a:path w="3357880" h="2571115">
                  <a:moveTo>
                    <a:pt x="3246615" y="1016190"/>
                  </a:moveTo>
                  <a:lnTo>
                    <a:pt x="3211527" y="988770"/>
                  </a:lnTo>
                  <a:lnTo>
                    <a:pt x="3172522" y="958218"/>
                  </a:lnTo>
                  <a:lnTo>
                    <a:pt x="3133569" y="927599"/>
                  </a:lnTo>
                  <a:lnTo>
                    <a:pt x="3094685" y="896891"/>
                  </a:lnTo>
                  <a:lnTo>
                    <a:pt x="3055888" y="866075"/>
                  </a:lnTo>
                  <a:lnTo>
                    <a:pt x="3017196" y="835127"/>
                  </a:lnTo>
                  <a:lnTo>
                    <a:pt x="2976762" y="805643"/>
                  </a:lnTo>
                  <a:lnTo>
                    <a:pt x="2934713" y="780666"/>
                  </a:lnTo>
                  <a:lnTo>
                    <a:pt x="2891319" y="760201"/>
                  </a:lnTo>
                  <a:lnTo>
                    <a:pt x="2846847" y="744248"/>
                  </a:lnTo>
                  <a:lnTo>
                    <a:pt x="2801565" y="732809"/>
                  </a:lnTo>
                  <a:lnTo>
                    <a:pt x="2755743" y="725888"/>
                  </a:lnTo>
                  <a:lnTo>
                    <a:pt x="2709649" y="723487"/>
                  </a:lnTo>
                  <a:lnTo>
                    <a:pt x="2663550" y="725606"/>
                  </a:lnTo>
                  <a:lnTo>
                    <a:pt x="2617716" y="732250"/>
                  </a:lnTo>
                  <a:lnTo>
                    <a:pt x="2572415" y="743419"/>
                  </a:lnTo>
                  <a:lnTo>
                    <a:pt x="2527915" y="759117"/>
                  </a:lnTo>
                  <a:lnTo>
                    <a:pt x="2484484" y="779344"/>
                  </a:lnTo>
                  <a:lnTo>
                    <a:pt x="2442392" y="804105"/>
                  </a:lnTo>
                  <a:lnTo>
                    <a:pt x="2401905" y="833400"/>
                  </a:lnTo>
                  <a:lnTo>
                    <a:pt x="2362491" y="864757"/>
                  </a:lnTo>
                  <a:lnTo>
                    <a:pt x="2323019" y="896039"/>
                  </a:lnTo>
                  <a:lnTo>
                    <a:pt x="2283496" y="927256"/>
                  </a:lnTo>
                  <a:lnTo>
                    <a:pt x="2243929" y="958415"/>
                  </a:lnTo>
                  <a:lnTo>
                    <a:pt x="2204323" y="989525"/>
                  </a:lnTo>
                  <a:lnTo>
                    <a:pt x="2164685" y="1020593"/>
                  </a:lnTo>
                  <a:lnTo>
                    <a:pt x="2125022" y="1051628"/>
                  </a:lnTo>
                  <a:lnTo>
                    <a:pt x="2085339" y="1082638"/>
                  </a:lnTo>
                  <a:lnTo>
                    <a:pt x="2046194" y="1107482"/>
                  </a:lnTo>
                  <a:lnTo>
                    <a:pt x="2004194" y="1123670"/>
                  </a:lnTo>
                  <a:lnTo>
                    <a:pt x="1960421" y="1131221"/>
                  </a:lnTo>
                  <a:lnTo>
                    <a:pt x="1915953" y="1130153"/>
                  </a:lnTo>
                  <a:lnTo>
                    <a:pt x="1871870" y="1120483"/>
                  </a:lnTo>
                  <a:lnTo>
                    <a:pt x="1829253" y="1102231"/>
                  </a:lnTo>
                  <a:lnTo>
                    <a:pt x="1789181" y="1075413"/>
                  </a:lnTo>
                  <a:lnTo>
                    <a:pt x="1748843" y="1042673"/>
                  </a:lnTo>
                  <a:lnTo>
                    <a:pt x="1708596" y="1009822"/>
                  </a:lnTo>
                  <a:lnTo>
                    <a:pt x="1668415" y="976890"/>
                  </a:lnTo>
                  <a:lnTo>
                    <a:pt x="1628276" y="943908"/>
                  </a:lnTo>
                  <a:lnTo>
                    <a:pt x="1588152" y="910907"/>
                  </a:lnTo>
                  <a:lnTo>
                    <a:pt x="1548018" y="877917"/>
                  </a:lnTo>
                  <a:lnTo>
                    <a:pt x="1507849" y="844970"/>
                  </a:lnTo>
                  <a:lnTo>
                    <a:pt x="1466338" y="813874"/>
                  </a:lnTo>
                  <a:lnTo>
                    <a:pt x="1423396" y="787312"/>
                  </a:lnTo>
                  <a:lnTo>
                    <a:pt x="1379247" y="765300"/>
                  </a:lnTo>
                  <a:lnTo>
                    <a:pt x="1334111" y="747856"/>
                  </a:lnTo>
                  <a:lnTo>
                    <a:pt x="1288212" y="735000"/>
                  </a:lnTo>
                  <a:lnTo>
                    <a:pt x="1241772" y="726747"/>
                  </a:lnTo>
                  <a:lnTo>
                    <a:pt x="1195012" y="723118"/>
                  </a:lnTo>
                  <a:lnTo>
                    <a:pt x="1148154" y="724128"/>
                  </a:lnTo>
                  <a:lnTo>
                    <a:pt x="1101422" y="729797"/>
                  </a:lnTo>
                  <a:lnTo>
                    <a:pt x="1055036" y="740142"/>
                  </a:lnTo>
                  <a:lnTo>
                    <a:pt x="1009220" y="755182"/>
                  </a:lnTo>
                  <a:lnTo>
                    <a:pt x="964195" y="774934"/>
                  </a:lnTo>
                  <a:lnTo>
                    <a:pt x="920183" y="799416"/>
                  </a:lnTo>
                  <a:lnTo>
                    <a:pt x="877407" y="828646"/>
                  </a:lnTo>
                  <a:lnTo>
                    <a:pt x="834704" y="861331"/>
                  </a:lnTo>
                  <a:lnTo>
                    <a:pt x="792504" y="894695"/>
                  </a:lnTo>
                  <a:lnTo>
                    <a:pt x="750689" y="928575"/>
                  </a:lnTo>
                  <a:lnTo>
                    <a:pt x="709139" y="962806"/>
                  </a:lnTo>
                  <a:lnTo>
                    <a:pt x="667734" y="997228"/>
                  </a:lnTo>
                  <a:lnTo>
                    <a:pt x="626355" y="1031677"/>
                  </a:lnTo>
                  <a:lnTo>
                    <a:pt x="584882" y="1065989"/>
                  </a:lnTo>
                  <a:lnTo>
                    <a:pt x="544889" y="1094531"/>
                  </a:lnTo>
                  <a:lnTo>
                    <a:pt x="504214" y="1115004"/>
                  </a:lnTo>
                  <a:lnTo>
                    <a:pt x="463072" y="1127392"/>
                  </a:lnTo>
                  <a:lnTo>
                    <a:pt x="421676" y="1131681"/>
                  </a:lnTo>
                  <a:lnTo>
                    <a:pt x="380243" y="1127854"/>
                  </a:lnTo>
                  <a:lnTo>
                    <a:pt x="338987" y="1115897"/>
                  </a:lnTo>
                  <a:lnTo>
                    <a:pt x="298123" y="1095794"/>
                  </a:lnTo>
                  <a:lnTo>
                    <a:pt x="257866" y="1067529"/>
                  </a:lnTo>
                  <a:lnTo>
                    <a:pt x="216312" y="1033815"/>
                  </a:lnTo>
                  <a:lnTo>
                    <a:pt x="174764" y="1000090"/>
                  </a:lnTo>
                  <a:lnTo>
                    <a:pt x="133219" y="966360"/>
                  </a:lnTo>
                  <a:lnTo>
                    <a:pt x="91674" y="932631"/>
                  </a:lnTo>
                  <a:lnTo>
                    <a:pt x="50123" y="898909"/>
                  </a:lnTo>
                  <a:lnTo>
                    <a:pt x="8565" y="865200"/>
                  </a:lnTo>
                  <a:lnTo>
                    <a:pt x="6984" y="863901"/>
                  </a:lnTo>
                  <a:lnTo>
                    <a:pt x="4774" y="863388"/>
                  </a:lnTo>
                  <a:lnTo>
                    <a:pt x="0" y="861210"/>
                  </a:lnTo>
                </a:path>
                <a:path w="3357880" h="2571115">
                  <a:moveTo>
                    <a:pt x="3357870" y="376255"/>
                  </a:moveTo>
                  <a:lnTo>
                    <a:pt x="3289620" y="326651"/>
                  </a:lnTo>
                  <a:lnTo>
                    <a:pt x="3250566" y="296167"/>
                  </a:lnTo>
                  <a:lnTo>
                    <a:pt x="3211527" y="265658"/>
                  </a:lnTo>
                  <a:lnTo>
                    <a:pt x="3172522" y="235104"/>
                  </a:lnTo>
                  <a:lnTo>
                    <a:pt x="3133569" y="204483"/>
                  </a:lnTo>
                  <a:lnTo>
                    <a:pt x="3094685" y="173774"/>
                  </a:lnTo>
                  <a:lnTo>
                    <a:pt x="3055888" y="142956"/>
                  </a:lnTo>
                  <a:lnTo>
                    <a:pt x="3017196" y="112008"/>
                  </a:lnTo>
                  <a:lnTo>
                    <a:pt x="2976762" y="82523"/>
                  </a:lnTo>
                  <a:lnTo>
                    <a:pt x="2934713" y="57548"/>
                  </a:lnTo>
                  <a:lnTo>
                    <a:pt x="2891319" y="37082"/>
                  </a:lnTo>
                  <a:lnTo>
                    <a:pt x="2846847" y="21130"/>
                  </a:lnTo>
                  <a:lnTo>
                    <a:pt x="2801565" y="9693"/>
                  </a:lnTo>
                  <a:lnTo>
                    <a:pt x="2755743" y="2772"/>
                  </a:lnTo>
                  <a:lnTo>
                    <a:pt x="2709649" y="371"/>
                  </a:lnTo>
                  <a:lnTo>
                    <a:pt x="2663550" y="2491"/>
                  </a:lnTo>
                  <a:lnTo>
                    <a:pt x="2617716" y="9135"/>
                  </a:lnTo>
                  <a:lnTo>
                    <a:pt x="2572415" y="20304"/>
                  </a:lnTo>
                  <a:lnTo>
                    <a:pt x="2527915" y="36001"/>
                  </a:lnTo>
                  <a:lnTo>
                    <a:pt x="2484484" y="56228"/>
                  </a:lnTo>
                  <a:lnTo>
                    <a:pt x="2442392" y="80987"/>
                  </a:lnTo>
                  <a:lnTo>
                    <a:pt x="2401905" y="110280"/>
                  </a:lnTo>
                  <a:lnTo>
                    <a:pt x="2362491" y="141637"/>
                  </a:lnTo>
                  <a:lnTo>
                    <a:pt x="2323019" y="172920"/>
                  </a:lnTo>
                  <a:lnTo>
                    <a:pt x="2283496" y="204137"/>
                  </a:lnTo>
                  <a:lnTo>
                    <a:pt x="2243929" y="235296"/>
                  </a:lnTo>
                  <a:lnTo>
                    <a:pt x="2204323" y="266405"/>
                  </a:lnTo>
                  <a:lnTo>
                    <a:pt x="2164685" y="297474"/>
                  </a:lnTo>
                  <a:lnTo>
                    <a:pt x="2125022" y="328509"/>
                  </a:lnTo>
                  <a:lnTo>
                    <a:pt x="2085339" y="359519"/>
                  </a:lnTo>
                  <a:lnTo>
                    <a:pt x="2046194" y="384363"/>
                  </a:lnTo>
                  <a:lnTo>
                    <a:pt x="2004194" y="400551"/>
                  </a:lnTo>
                  <a:lnTo>
                    <a:pt x="1960421" y="408102"/>
                  </a:lnTo>
                  <a:lnTo>
                    <a:pt x="1915953" y="407034"/>
                  </a:lnTo>
                  <a:lnTo>
                    <a:pt x="1871870" y="397364"/>
                  </a:lnTo>
                  <a:lnTo>
                    <a:pt x="1829253" y="379111"/>
                  </a:lnTo>
                  <a:lnTo>
                    <a:pt x="1789181" y="352294"/>
                  </a:lnTo>
                  <a:lnTo>
                    <a:pt x="1748843" y="319554"/>
                  </a:lnTo>
                  <a:lnTo>
                    <a:pt x="1708596" y="286703"/>
                  </a:lnTo>
                  <a:lnTo>
                    <a:pt x="1668415" y="253771"/>
                  </a:lnTo>
                  <a:lnTo>
                    <a:pt x="1628276" y="220789"/>
                  </a:lnTo>
                  <a:lnTo>
                    <a:pt x="1588152" y="187788"/>
                  </a:lnTo>
                  <a:lnTo>
                    <a:pt x="1548018" y="154798"/>
                  </a:lnTo>
                  <a:lnTo>
                    <a:pt x="1507849" y="121851"/>
                  </a:lnTo>
                  <a:lnTo>
                    <a:pt x="1466338" y="90755"/>
                  </a:lnTo>
                  <a:lnTo>
                    <a:pt x="1423396" y="64192"/>
                  </a:lnTo>
                  <a:lnTo>
                    <a:pt x="1379247" y="42181"/>
                  </a:lnTo>
                  <a:lnTo>
                    <a:pt x="1334111" y="24737"/>
                  </a:lnTo>
                  <a:lnTo>
                    <a:pt x="1288212" y="11881"/>
                  </a:lnTo>
                  <a:lnTo>
                    <a:pt x="1241772" y="3629"/>
                  </a:lnTo>
                  <a:lnTo>
                    <a:pt x="1195012" y="0"/>
                  </a:lnTo>
                  <a:lnTo>
                    <a:pt x="1148154" y="1011"/>
                  </a:lnTo>
                  <a:lnTo>
                    <a:pt x="1101422" y="6681"/>
                  </a:lnTo>
                  <a:lnTo>
                    <a:pt x="1055036" y="17027"/>
                  </a:lnTo>
                  <a:lnTo>
                    <a:pt x="1009220" y="32068"/>
                  </a:lnTo>
                  <a:lnTo>
                    <a:pt x="964195" y="51821"/>
                  </a:lnTo>
                  <a:lnTo>
                    <a:pt x="920183" y="76305"/>
                  </a:lnTo>
                  <a:lnTo>
                    <a:pt x="877407" y="105537"/>
                  </a:lnTo>
                  <a:lnTo>
                    <a:pt x="834704" y="138222"/>
                  </a:lnTo>
                  <a:lnTo>
                    <a:pt x="792504" y="171586"/>
                  </a:lnTo>
                  <a:lnTo>
                    <a:pt x="750689" y="205466"/>
                  </a:lnTo>
                  <a:lnTo>
                    <a:pt x="709139" y="239698"/>
                  </a:lnTo>
                  <a:lnTo>
                    <a:pt x="667734" y="274119"/>
                  </a:lnTo>
                  <a:lnTo>
                    <a:pt x="626355" y="308568"/>
                  </a:lnTo>
                  <a:lnTo>
                    <a:pt x="584882" y="342880"/>
                  </a:lnTo>
                  <a:lnTo>
                    <a:pt x="544889" y="371422"/>
                  </a:lnTo>
                  <a:lnTo>
                    <a:pt x="504214" y="391895"/>
                  </a:lnTo>
                  <a:lnTo>
                    <a:pt x="463072" y="404283"/>
                  </a:lnTo>
                  <a:lnTo>
                    <a:pt x="421676" y="408571"/>
                  </a:lnTo>
                  <a:lnTo>
                    <a:pt x="380243" y="404743"/>
                  </a:lnTo>
                  <a:lnTo>
                    <a:pt x="338987" y="392784"/>
                  </a:lnTo>
                  <a:lnTo>
                    <a:pt x="298123" y="372678"/>
                  </a:lnTo>
                  <a:lnTo>
                    <a:pt x="257866" y="344409"/>
                  </a:lnTo>
                  <a:lnTo>
                    <a:pt x="216312" y="310696"/>
                  </a:lnTo>
                  <a:lnTo>
                    <a:pt x="174764" y="276971"/>
                  </a:lnTo>
                  <a:lnTo>
                    <a:pt x="133219" y="243241"/>
                  </a:lnTo>
                  <a:lnTo>
                    <a:pt x="91674" y="209512"/>
                  </a:lnTo>
                  <a:lnTo>
                    <a:pt x="50123" y="175789"/>
                  </a:lnTo>
                  <a:lnTo>
                    <a:pt x="8565" y="142080"/>
                  </a:lnTo>
                  <a:lnTo>
                    <a:pt x="6984" y="140792"/>
                  </a:lnTo>
                  <a:lnTo>
                    <a:pt x="4774" y="140269"/>
                  </a:lnTo>
                  <a:lnTo>
                    <a:pt x="0" y="138091"/>
                  </a:lnTo>
                </a:path>
                <a:path w="3357880" h="2571115">
                  <a:moveTo>
                    <a:pt x="3093064" y="1618724"/>
                  </a:moveTo>
                  <a:lnTo>
                    <a:pt x="3055888" y="1589194"/>
                  </a:lnTo>
                  <a:lnTo>
                    <a:pt x="3017196" y="1558247"/>
                  </a:lnTo>
                  <a:lnTo>
                    <a:pt x="2976762" y="1528762"/>
                  </a:lnTo>
                  <a:lnTo>
                    <a:pt x="2934713" y="1503786"/>
                  </a:lnTo>
                  <a:lnTo>
                    <a:pt x="2891319" y="1483320"/>
                  </a:lnTo>
                  <a:lnTo>
                    <a:pt x="2846847" y="1467367"/>
                  </a:lnTo>
                  <a:lnTo>
                    <a:pt x="2801565" y="1455929"/>
                  </a:lnTo>
                  <a:lnTo>
                    <a:pt x="2755743" y="1449008"/>
                  </a:lnTo>
                  <a:lnTo>
                    <a:pt x="2709649" y="1446606"/>
                  </a:lnTo>
                  <a:lnTo>
                    <a:pt x="2663550" y="1448726"/>
                  </a:lnTo>
                  <a:lnTo>
                    <a:pt x="2617716" y="1455369"/>
                  </a:lnTo>
                  <a:lnTo>
                    <a:pt x="2572415" y="1466539"/>
                  </a:lnTo>
                  <a:lnTo>
                    <a:pt x="2527915" y="1482236"/>
                  </a:lnTo>
                  <a:lnTo>
                    <a:pt x="2484484" y="1502464"/>
                  </a:lnTo>
                  <a:lnTo>
                    <a:pt x="2442392" y="1527224"/>
                  </a:lnTo>
                  <a:lnTo>
                    <a:pt x="2401905" y="1556519"/>
                  </a:lnTo>
                  <a:lnTo>
                    <a:pt x="2362491" y="1587873"/>
                  </a:lnTo>
                  <a:lnTo>
                    <a:pt x="2323019" y="1619153"/>
                  </a:lnTo>
                  <a:lnTo>
                    <a:pt x="2283496" y="1650368"/>
                  </a:lnTo>
                  <a:lnTo>
                    <a:pt x="2243929" y="1681527"/>
                  </a:lnTo>
                  <a:lnTo>
                    <a:pt x="2204323" y="1712637"/>
                  </a:lnTo>
                  <a:lnTo>
                    <a:pt x="2164685" y="1743706"/>
                  </a:lnTo>
                  <a:lnTo>
                    <a:pt x="2125022" y="1774744"/>
                  </a:lnTo>
                  <a:lnTo>
                    <a:pt x="2085339" y="1805757"/>
                  </a:lnTo>
                  <a:lnTo>
                    <a:pt x="2046194" y="1830598"/>
                  </a:lnTo>
                  <a:lnTo>
                    <a:pt x="2004194" y="1846785"/>
                  </a:lnTo>
                  <a:lnTo>
                    <a:pt x="1960421" y="1854336"/>
                  </a:lnTo>
                  <a:lnTo>
                    <a:pt x="1915953" y="1853269"/>
                  </a:lnTo>
                  <a:lnTo>
                    <a:pt x="1907817" y="1851485"/>
                  </a:lnTo>
                </a:path>
              </a:pathLst>
            </a:custGeom>
            <a:ln w="115179">
              <a:solidFill>
                <a:srgbClr val="FFFFFF"/>
              </a:solidFill>
            </a:ln>
          </p:spPr>
          <p:txBody>
            <a:bodyPr wrap="square" lIns="0" tIns="0" rIns="0" bIns="0" rtlCol="0"/>
            <a:lstStyle/>
            <a:p>
              <a:endParaRPr/>
            </a:p>
          </p:txBody>
        </p:sp>
      </p:grpSp>
      <p:sp>
        <p:nvSpPr>
          <p:cNvPr id="89" name="object 89"/>
          <p:cNvSpPr txBox="1"/>
          <p:nvPr/>
        </p:nvSpPr>
        <p:spPr>
          <a:xfrm>
            <a:off x="7181850" y="13817897"/>
            <a:ext cx="2946400" cy="515620"/>
          </a:xfrm>
          <a:prstGeom prst="rect">
            <a:avLst/>
          </a:prstGeom>
        </p:spPr>
        <p:txBody>
          <a:bodyPr vert="horz" wrap="square" lIns="0" tIns="14604" rIns="0" bIns="0" rtlCol="0">
            <a:spAutoFit/>
          </a:bodyPr>
          <a:lstStyle/>
          <a:p>
            <a:pPr marL="12700">
              <a:lnSpc>
                <a:spcPct val="100000"/>
              </a:lnSpc>
              <a:spcBef>
                <a:spcPts val="114"/>
              </a:spcBef>
            </a:pPr>
            <a:r>
              <a:rPr sz="3200" spc="50" dirty="0">
                <a:solidFill>
                  <a:srgbClr val="333333"/>
                </a:solidFill>
                <a:latin typeface="Arial"/>
                <a:cs typeface="Arial"/>
                <a:hlinkClick r:id="rId18"/>
              </a:rPr>
              <a:t>ww</a:t>
            </a:r>
            <a:r>
              <a:rPr sz="3200" spc="-229" dirty="0">
                <a:solidFill>
                  <a:srgbClr val="333333"/>
                </a:solidFill>
                <a:latin typeface="Arial"/>
                <a:cs typeface="Arial"/>
                <a:hlinkClick r:id="rId18"/>
              </a:rPr>
              <a:t>w</a:t>
            </a:r>
            <a:r>
              <a:rPr sz="3200" spc="-215" dirty="0">
                <a:solidFill>
                  <a:srgbClr val="333333"/>
                </a:solidFill>
                <a:latin typeface="Arial"/>
                <a:cs typeface="Arial"/>
                <a:hlinkClick r:id="rId18"/>
              </a:rPr>
              <a:t>.</a:t>
            </a:r>
            <a:r>
              <a:rPr sz="3200" spc="-55" dirty="0">
                <a:solidFill>
                  <a:srgbClr val="333333"/>
                </a:solidFill>
                <a:latin typeface="Arial"/>
                <a:cs typeface="Arial"/>
                <a:hlinkClick r:id="rId18"/>
              </a:rPr>
              <a:t>w</a:t>
            </a:r>
            <a:r>
              <a:rPr sz="3200" spc="-70" dirty="0">
                <a:solidFill>
                  <a:srgbClr val="333333"/>
                </a:solidFill>
                <a:latin typeface="Arial"/>
                <a:cs typeface="Arial"/>
                <a:hlinkClick r:id="rId18"/>
              </a:rPr>
              <a:t>h</a:t>
            </a:r>
            <a:r>
              <a:rPr sz="3200" spc="-135" dirty="0">
                <a:solidFill>
                  <a:srgbClr val="333333"/>
                </a:solidFill>
                <a:latin typeface="Arial"/>
                <a:cs typeface="Arial"/>
                <a:hlinkClick r:id="rId18"/>
              </a:rPr>
              <a:t>o</a:t>
            </a:r>
            <a:r>
              <a:rPr sz="3200" spc="-105" dirty="0">
                <a:solidFill>
                  <a:srgbClr val="333333"/>
                </a:solidFill>
                <a:latin typeface="Arial"/>
                <a:cs typeface="Arial"/>
                <a:hlinkClick r:id="rId18"/>
              </a:rPr>
              <a:t>.</a:t>
            </a:r>
            <a:r>
              <a:rPr sz="3200" spc="-85" dirty="0">
                <a:solidFill>
                  <a:srgbClr val="333333"/>
                </a:solidFill>
                <a:latin typeface="Arial"/>
                <a:cs typeface="Arial"/>
                <a:hlinkClick r:id="rId18"/>
              </a:rPr>
              <a:t>i</a:t>
            </a:r>
            <a:r>
              <a:rPr sz="3200" spc="-105" dirty="0">
                <a:solidFill>
                  <a:srgbClr val="333333"/>
                </a:solidFill>
                <a:latin typeface="Arial"/>
                <a:cs typeface="Arial"/>
                <a:hlinkClick r:id="rId18"/>
              </a:rPr>
              <a:t>n</a:t>
            </a:r>
            <a:r>
              <a:rPr sz="3200" spc="65" dirty="0">
                <a:solidFill>
                  <a:srgbClr val="333333"/>
                </a:solidFill>
                <a:latin typeface="Arial"/>
                <a:cs typeface="Arial"/>
                <a:hlinkClick r:id="rId18"/>
              </a:rPr>
              <a:t>t</a:t>
            </a:r>
            <a:r>
              <a:rPr sz="3200" spc="-165" dirty="0">
                <a:solidFill>
                  <a:srgbClr val="333333"/>
                </a:solidFill>
                <a:latin typeface="Arial"/>
                <a:cs typeface="Arial"/>
                <a:hlinkClick r:id="rId18"/>
              </a:rPr>
              <a:t>/</a:t>
            </a:r>
            <a:r>
              <a:rPr sz="3200" spc="-25" dirty="0">
                <a:solidFill>
                  <a:srgbClr val="333333"/>
                </a:solidFill>
                <a:latin typeface="Arial"/>
                <a:cs typeface="Arial"/>
                <a:hlinkClick r:id="rId18"/>
              </a:rPr>
              <a:t>c</a:t>
            </a:r>
            <a:r>
              <a:rPr sz="3200" spc="-75" dirty="0">
                <a:solidFill>
                  <a:srgbClr val="333333"/>
                </a:solidFill>
                <a:latin typeface="Arial"/>
                <a:cs typeface="Arial"/>
                <a:hlinkClick r:id="rId18"/>
              </a:rPr>
              <a:t>e</a:t>
            </a:r>
            <a:r>
              <a:rPr sz="3200" spc="5" dirty="0">
                <a:solidFill>
                  <a:srgbClr val="333333"/>
                </a:solidFill>
                <a:latin typeface="Arial"/>
                <a:cs typeface="Arial"/>
                <a:hlinkClick r:id="rId18"/>
              </a:rPr>
              <a:t>h</a:t>
            </a:r>
            <a:endParaRPr sz="3200" dirty="0">
              <a:latin typeface="Arial"/>
              <a:cs typeface="Arial"/>
            </a:endParaRPr>
          </a:p>
        </p:txBody>
      </p:sp>
      <p:sp>
        <p:nvSpPr>
          <p:cNvPr id="90" name="object 90"/>
          <p:cNvSpPr/>
          <p:nvPr/>
        </p:nvSpPr>
        <p:spPr>
          <a:xfrm>
            <a:off x="942379" y="12606945"/>
            <a:ext cx="8104505" cy="0"/>
          </a:xfrm>
          <a:custGeom>
            <a:avLst/>
            <a:gdLst/>
            <a:ahLst/>
            <a:cxnLst/>
            <a:rect l="l" t="t" r="r" b="b"/>
            <a:pathLst>
              <a:path w="8104505">
                <a:moveTo>
                  <a:pt x="0" y="0"/>
                </a:moveTo>
                <a:lnTo>
                  <a:pt x="8104465" y="0"/>
                </a:lnTo>
              </a:path>
            </a:pathLst>
          </a:custGeom>
          <a:ln w="10470">
            <a:solidFill>
              <a:srgbClr val="000000"/>
            </a:solidFill>
          </a:ln>
        </p:spPr>
        <p:txBody>
          <a:bodyPr wrap="square" lIns="0" tIns="0" rIns="0" bIns="0" rtlCol="0"/>
          <a:lstStyle/>
          <a:p>
            <a:endParaRPr/>
          </a:p>
        </p:txBody>
      </p:sp>
      <p:sp>
        <p:nvSpPr>
          <p:cNvPr id="91" name="object 91"/>
          <p:cNvSpPr/>
          <p:nvPr/>
        </p:nvSpPr>
        <p:spPr>
          <a:xfrm>
            <a:off x="15548776" y="10270642"/>
            <a:ext cx="1572260" cy="2076450"/>
          </a:xfrm>
          <a:custGeom>
            <a:avLst/>
            <a:gdLst/>
            <a:ahLst/>
            <a:cxnLst/>
            <a:rect l="l" t="t" r="r" b="b"/>
            <a:pathLst>
              <a:path w="1572259" h="2076450">
                <a:moveTo>
                  <a:pt x="1238186" y="1479829"/>
                </a:moveTo>
                <a:lnTo>
                  <a:pt x="1236256" y="1430375"/>
                </a:lnTo>
                <a:lnTo>
                  <a:pt x="1230909" y="1383792"/>
                </a:lnTo>
                <a:lnTo>
                  <a:pt x="1221689" y="1334020"/>
                </a:lnTo>
                <a:lnTo>
                  <a:pt x="1209611" y="1287081"/>
                </a:lnTo>
                <a:lnTo>
                  <a:pt x="1194676" y="1240942"/>
                </a:lnTo>
                <a:lnTo>
                  <a:pt x="1177201" y="1195603"/>
                </a:lnTo>
                <a:lnTo>
                  <a:pt x="1157427" y="1151039"/>
                </a:lnTo>
                <a:lnTo>
                  <a:pt x="1135773" y="1107465"/>
                </a:lnTo>
                <a:lnTo>
                  <a:pt x="1112278" y="1064437"/>
                </a:lnTo>
                <a:lnTo>
                  <a:pt x="1087323" y="1022134"/>
                </a:lnTo>
                <a:lnTo>
                  <a:pt x="1061186" y="980541"/>
                </a:lnTo>
                <a:lnTo>
                  <a:pt x="1034135" y="939660"/>
                </a:lnTo>
                <a:lnTo>
                  <a:pt x="1006449" y="899477"/>
                </a:lnTo>
                <a:lnTo>
                  <a:pt x="978395" y="859955"/>
                </a:lnTo>
                <a:lnTo>
                  <a:pt x="950252" y="821105"/>
                </a:lnTo>
                <a:lnTo>
                  <a:pt x="888441" y="736549"/>
                </a:lnTo>
                <a:lnTo>
                  <a:pt x="855421" y="690664"/>
                </a:lnTo>
                <a:lnTo>
                  <a:pt x="823747" y="645236"/>
                </a:lnTo>
                <a:lnTo>
                  <a:pt x="793927" y="600252"/>
                </a:lnTo>
                <a:lnTo>
                  <a:pt x="766445" y="555713"/>
                </a:lnTo>
                <a:lnTo>
                  <a:pt x="741819" y="511606"/>
                </a:lnTo>
                <a:lnTo>
                  <a:pt x="720547" y="467918"/>
                </a:lnTo>
                <a:lnTo>
                  <a:pt x="703122" y="424649"/>
                </a:lnTo>
                <a:lnTo>
                  <a:pt x="702589" y="422910"/>
                </a:lnTo>
                <a:lnTo>
                  <a:pt x="702589" y="1837474"/>
                </a:lnTo>
                <a:lnTo>
                  <a:pt x="698220" y="1859089"/>
                </a:lnTo>
                <a:lnTo>
                  <a:pt x="686320" y="1876742"/>
                </a:lnTo>
                <a:lnTo>
                  <a:pt x="668667" y="1888642"/>
                </a:lnTo>
                <a:lnTo>
                  <a:pt x="647052" y="1892998"/>
                </a:lnTo>
                <a:lnTo>
                  <a:pt x="605967" y="1891588"/>
                </a:lnTo>
                <a:lnTo>
                  <a:pt x="564451" y="1887245"/>
                </a:lnTo>
                <a:lnTo>
                  <a:pt x="522935" y="1879828"/>
                </a:lnTo>
                <a:lnTo>
                  <a:pt x="481838" y="1869211"/>
                </a:lnTo>
                <a:lnTo>
                  <a:pt x="441591" y="1855228"/>
                </a:lnTo>
                <a:lnTo>
                  <a:pt x="402615" y="1837753"/>
                </a:lnTo>
                <a:lnTo>
                  <a:pt x="365328" y="1816633"/>
                </a:lnTo>
                <a:lnTo>
                  <a:pt x="330161" y="1791741"/>
                </a:lnTo>
                <a:lnTo>
                  <a:pt x="297548" y="1762912"/>
                </a:lnTo>
                <a:lnTo>
                  <a:pt x="267893" y="1730032"/>
                </a:lnTo>
                <a:lnTo>
                  <a:pt x="241642" y="1692935"/>
                </a:lnTo>
                <a:lnTo>
                  <a:pt x="219214" y="1651482"/>
                </a:lnTo>
                <a:lnTo>
                  <a:pt x="201028" y="1605534"/>
                </a:lnTo>
                <a:lnTo>
                  <a:pt x="187515" y="1554962"/>
                </a:lnTo>
                <a:lnTo>
                  <a:pt x="179082" y="1499603"/>
                </a:lnTo>
                <a:lnTo>
                  <a:pt x="176187" y="1439316"/>
                </a:lnTo>
                <a:lnTo>
                  <a:pt x="180543" y="1417701"/>
                </a:lnTo>
                <a:lnTo>
                  <a:pt x="192443" y="1400060"/>
                </a:lnTo>
                <a:lnTo>
                  <a:pt x="210096" y="1388160"/>
                </a:lnTo>
                <a:lnTo>
                  <a:pt x="231711" y="1383792"/>
                </a:lnTo>
                <a:lnTo>
                  <a:pt x="253326" y="1388160"/>
                </a:lnTo>
                <a:lnTo>
                  <a:pt x="270979" y="1400060"/>
                </a:lnTo>
                <a:lnTo>
                  <a:pt x="282879" y="1417701"/>
                </a:lnTo>
                <a:lnTo>
                  <a:pt x="287235" y="1439316"/>
                </a:lnTo>
                <a:lnTo>
                  <a:pt x="291922" y="1507604"/>
                </a:lnTo>
                <a:lnTo>
                  <a:pt x="305092" y="1566214"/>
                </a:lnTo>
                <a:lnTo>
                  <a:pt x="325513" y="1615871"/>
                </a:lnTo>
                <a:lnTo>
                  <a:pt x="351878" y="1657324"/>
                </a:lnTo>
                <a:lnTo>
                  <a:pt x="382930" y="1691297"/>
                </a:lnTo>
                <a:lnTo>
                  <a:pt x="417385" y="1718538"/>
                </a:lnTo>
                <a:lnTo>
                  <a:pt x="453986" y="1739760"/>
                </a:lnTo>
                <a:lnTo>
                  <a:pt x="491439" y="1755711"/>
                </a:lnTo>
                <a:lnTo>
                  <a:pt x="528485" y="1767103"/>
                </a:lnTo>
                <a:lnTo>
                  <a:pt x="596239" y="1779219"/>
                </a:lnTo>
                <a:lnTo>
                  <a:pt x="647052" y="1781949"/>
                </a:lnTo>
                <a:lnTo>
                  <a:pt x="668667" y="1786305"/>
                </a:lnTo>
                <a:lnTo>
                  <a:pt x="686320" y="1798205"/>
                </a:lnTo>
                <a:lnTo>
                  <a:pt x="698220" y="1815858"/>
                </a:lnTo>
                <a:lnTo>
                  <a:pt x="702589" y="1837474"/>
                </a:lnTo>
                <a:lnTo>
                  <a:pt x="702589" y="422910"/>
                </a:lnTo>
                <a:lnTo>
                  <a:pt x="690041" y="381685"/>
                </a:lnTo>
                <a:lnTo>
                  <a:pt x="681850" y="339280"/>
                </a:lnTo>
                <a:lnTo>
                  <a:pt x="679005" y="297268"/>
                </a:lnTo>
                <a:lnTo>
                  <a:pt x="674649" y="275653"/>
                </a:lnTo>
                <a:lnTo>
                  <a:pt x="662749" y="258013"/>
                </a:lnTo>
                <a:lnTo>
                  <a:pt x="645096" y="246113"/>
                </a:lnTo>
                <a:lnTo>
                  <a:pt x="623468" y="241744"/>
                </a:lnTo>
                <a:lnTo>
                  <a:pt x="601853" y="246113"/>
                </a:lnTo>
                <a:lnTo>
                  <a:pt x="584200" y="258013"/>
                </a:lnTo>
                <a:lnTo>
                  <a:pt x="572312" y="275653"/>
                </a:lnTo>
                <a:lnTo>
                  <a:pt x="567944" y="297268"/>
                </a:lnTo>
                <a:lnTo>
                  <a:pt x="565048" y="339331"/>
                </a:lnTo>
                <a:lnTo>
                  <a:pt x="556691" y="381787"/>
                </a:lnTo>
                <a:lnTo>
                  <a:pt x="543458" y="424497"/>
                </a:lnTo>
                <a:lnTo>
                  <a:pt x="525767" y="467728"/>
                </a:lnTo>
                <a:lnTo>
                  <a:pt x="504177" y="511390"/>
                </a:lnTo>
                <a:lnTo>
                  <a:pt x="479171" y="555472"/>
                </a:lnTo>
                <a:lnTo>
                  <a:pt x="451269" y="599986"/>
                </a:lnTo>
                <a:lnTo>
                  <a:pt x="420979" y="644956"/>
                </a:lnTo>
                <a:lnTo>
                  <a:pt x="388823" y="690372"/>
                </a:lnTo>
                <a:lnTo>
                  <a:pt x="355295" y="736231"/>
                </a:lnTo>
                <a:lnTo>
                  <a:pt x="292506" y="820788"/>
                </a:lnTo>
                <a:lnTo>
                  <a:pt x="263931" y="859650"/>
                </a:lnTo>
                <a:lnTo>
                  <a:pt x="235432" y="899172"/>
                </a:lnTo>
                <a:lnTo>
                  <a:pt x="207302" y="939380"/>
                </a:lnTo>
                <a:lnTo>
                  <a:pt x="179819" y="980274"/>
                </a:lnTo>
                <a:lnTo>
                  <a:pt x="153263" y="1021867"/>
                </a:lnTo>
                <a:lnTo>
                  <a:pt x="127914" y="1064183"/>
                </a:lnTo>
                <a:lnTo>
                  <a:pt x="103924" y="1107465"/>
                </a:lnTo>
                <a:lnTo>
                  <a:pt x="81838" y="1151255"/>
                </a:lnTo>
                <a:lnTo>
                  <a:pt x="61798" y="1195793"/>
                </a:lnTo>
                <a:lnTo>
                  <a:pt x="44081" y="1241107"/>
                </a:lnTo>
                <a:lnTo>
                  <a:pt x="28956" y="1287221"/>
                </a:lnTo>
                <a:lnTo>
                  <a:pt x="16700" y="1334135"/>
                </a:lnTo>
                <a:lnTo>
                  <a:pt x="7607" y="1381861"/>
                </a:lnTo>
                <a:lnTo>
                  <a:pt x="1955" y="1430426"/>
                </a:lnTo>
                <a:lnTo>
                  <a:pt x="0" y="1479829"/>
                </a:lnTo>
                <a:lnTo>
                  <a:pt x="2032" y="1538008"/>
                </a:lnTo>
                <a:lnTo>
                  <a:pt x="7962" y="1592745"/>
                </a:lnTo>
                <a:lnTo>
                  <a:pt x="17602" y="1644116"/>
                </a:lnTo>
                <a:lnTo>
                  <a:pt x="30721" y="1692198"/>
                </a:lnTo>
                <a:lnTo>
                  <a:pt x="47104" y="1737055"/>
                </a:lnTo>
                <a:lnTo>
                  <a:pt x="66548" y="1778762"/>
                </a:lnTo>
                <a:lnTo>
                  <a:pt x="88823" y="1817382"/>
                </a:lnTo>
                <a:lnTo>
                  <a:pt x="113728" y="1853006"/>
                </a:lnTo>
                <a:lnTo>
                  <a:pt x="141046" y="1885683"/>
                </a:lnTo>
                <a:lnTo>
                  <a:pt x="170561" y="1915502"/>
                </a:lnTo>
                <a:lnTo>
                  <a:pt x="202057" y="1942541"/>
                </a:lnTo>
                <a:lnTo>
                  <a:pt x="235331" y="1966849"/>
                </a:lnTo>
                <a:lnTo>
                  <a:pt x="270154" y="1988502"/>
                </a:lnTo>
                <a:lnTo>
                  <a:pt x="306324" y="2007590"/>
                </a:lnTo>
                <a:lnTo>
                  <a:pt x="343611" y="2024164"/>
                </a:lnTo>
                <a:lnTo>
                  <a:pt x="381825" y="2038311"/>
                </a:lnTo>
                <a:lnTo>
                  <a:pt x="420725" y="2050084"/>
                </a:lnTo>
                <a:lnTo>
                  <a:pt x="460121" y="2059584"/>
                </a:lnTo>
                <a:lnTo>
                  <a:pt x="499783" y="2066848"/>
                </a:lnTo>
                <a:lnTo>
                  <a:pt x="539496" y="2071979"/>
                </a:lnTo>
                <a:lnTo>
                  <a:pt x="579056" y="2075027"/>
                </a:lnTo>
                <a:lnTo>
                  <a:pt x="618248" y="2076081"/>
                </a:lnTo>
                <a:lnTo>
                  <a:pt x="618871" y="2076081"/>
                </a:lnTo>
                <a:lnTo>
                  <a:pt x="619252" y="2076056"/>
                </a:lnTo>
                <a:lnTo>
                  <a:pt x="619594" y="2076081"/>
                </a:lnTo>
                <a:lnTo>
                  <a:pt x="620382" y="2076056"/>
                </a:lnTo>
                <a:lnTo>
                  <a:pt x="659155" y="2075027"/>
                </a:lnTo>
                <a:lnTo>
                  <a:pt x="698715" y="2071979"/>
                </a:lnTo>
                <a:lnTo>
                  <a:pt x="738428" y="2066848"/>
                </a:lnTo>
                <a:lnTo>
                  <a:pt x="778090" y="2059584"/>
                </a:lnTo>
                <a:lnTo>
                  <a:pt x="817473" y="2050084"/>
                </a:lnTo>
                <a:lnTo>
                  <a:pt x="856386" y="2038311"/>
                </a:lnTo>
                <a:lnTo>
                  <a:pt x="894588" y="2024164"/>
                </a:lnTo>
                <a:lnTo>
                  <a:pt x="931875" y="2007590"/>
                </a:lnTo>
                <a:lnTo>
                  <a:pt x="968044" y="1988502"/>
                </a:lnTo>
                <a:lnTo>
                  <a:pt x="1002868" y="1966849"/>
                </a:lnTo>
                <a:lnTo>
                  <a:pt x="1036142" y="1942541"/>
                </a:lnTo>
                <a:lnTo>
                  <a:pt x="1067638" y="1915502"/>
                </a:lnTo>
                <a:lnTo>
                  <a:pt x="1097153" y="1885683"/>
                </a:lnTo>
                <a:lnTo>
                  <a:pt x="1124470" y="1853006"/>
                </a:lnTo>
                <a:lnTo>
                  <a:pt x="1149375" y="1817382"/>
                </a:lnTo>
                <a:lnTo>
                  <a:pt x="1171651" y="1778762"/>
                </a:lnTo>
                <a:lnTo>
                  <a:pt x="1191082" y="1737055"/>
                </a:lnTo>
                <a:lnTo>
                  <a:pt x="1207465" y="1692198"/>
                </a:lnTo>
                <a:lnTo>
                  <a:pt x="1220584" y="1644116"/>
                </a:lnTo>
                <a:lnTo>
                  <a:pt x="1230223" y="1592745"/>
                </a:lnTo>
                <a:lnTo>
                  <a:pt x="1236154" y="1538008"/>
                </a:lnTo>
                <a:lnTo>
                  <a:pt x="1238186" y="1479829"/>
                </a:lnTo>
                <a:close/>
              </a:path>
              <a:path w="1572259" h="2076450">
                <a:moveTo>
                  <a:pt x="1572247" y="442544"/>
                </a:moveTo>
                <a:lnTo>
                  <a:pt x="1567649" y="394474"/>
                </a:lnTo>
                <a:lnTo>
                  <a:pt x="1555089" y="349313"/>
                </a:lnTo>
                <a:lnTo>
                  <a:pt x="1536395" y="306793"/>
                </a:lnTo>
                <a:lnTo>
                  <a:pt x="1513370" y="266636"/>
                </a:lnTo>
                <a:lnTo>
                  <a:pt x="1487855" y="228587"/>
                </a:lnTo>
                <a:lnTo>
                  <a:pt x="1434642" y="154901"/>
                </a:lnTo>
                <a:lnTo>
                  <a:pt x="1411503" y="119151"/>
                </a:lnTo>
                <a:lnTo>
                  <a:pt x="1395336" y="85801"/>
                </a:lnTo>
                <a:lnTo>
                  <a:pt x="1384896" y="33909"/>
                </a:lnTo>
                <a:lnTo>
                  <a:pt x="1372997" y="16256"/>
                </a:lnTo>
                <a:lnTo>
                  <a:pt x="1355344" y="4356"/>
                </a:lnTo>
                <a:lnTo>
                  <a:pt x="1333728" y="0"/>
                </a:lnTo>
                <a:lnTo>
                  <a:pt x="1312113" y="4356"/>
                </a:lnTo>
                <a:lnTo>
                  <a:pt x="1294460" y="16256"/>
                </a:lnTo>
                <a:lnTo>
                  <a:pt x="1282573" y="33909"/>
                </a:lnTo>
                <a:lnTo>
                  <a:pt x="1272032" y="85661"/>
                </a:lnTo>
                <a:lnTo>
                  <a:pt x="1255636" y="118922"/>
                </a:lnTo>
                <a:lnTo>
                  <a:pt x="1232154" y="154609"/>
                </a:lnTo>
                <a:lnTo>
                  <a:pt x="1178115" y="228282"/>
                </a:lnTo>
                <a:lnTo>
                  <a:pt x="1152182" y="266357"/>
                </a:lnTo>
                <a:lnTo>
                  <a:pt x="1128776" y="306552"/>
                </a:lnTo>
                <a:lnTo>
                  <a:pt x="1109764" y="349135"/>
                </a:lnTo>
                <a:lnTo>
                  <a:pt x="1097000" y="394373"/>
                </a:lnTo>
                <a:lnTo>
                  <a:pt x="1092339" y="442544"/>
                </a:lnTo>
                <a:lnTo>
                  <a:pt x="1097737" y="498551"/>
                </a:lnTo>
                <a:lnTo>
                  <a:pt x="1112977" y="546481"/>
                </a:lnTo>
                <a:lnTo>
                  <a:pt x="1136662" y="586498"/>
                </a:lnTo>
                <a:lnTo>
                  <a:pt x="1167358" y="618820"/>
                </a:lnTo>
                <a:lnTo>
                  <a:pt x="1203642" y="643636"/>
                </a:lnTo>
                <a:lnTo>
                  <a:pt x="1244104" y="661149"/>
                </a:lnTo>
                <a:lnTo>
                  <a:pt x="1287310" y="671550"/>
                </a:lnTo>
                <a:lnTo>
                  <a:pt x="1332458" y="675030"/>
                </a:lnTo>
                <a:lnTo>
                  <a:pt x="1377264" y="671550"/>
                </a:lnTo>
                <a:lnTo>
                  <a:pt x="1420482" y="661149"/>
                </a:lnTo>
                <a:lnTo>
                  <a:pt x="1460944" y="643636"/>
                </a:lnTo>
                <a:lnTo>
                  <a:pt x="1497228" y="618820"/>
                </a:lnTo>
                <a:lnTo>
                  <a:pt x="1527911" y="586498"/>
                </a:lnTo>
                <a:lnTo>
                  <a:pt x="1551597" y="546481"/>
                </a:lnTo>
                <a:lnTo>
                  <a:pt x="1566849" y="498551"/>
                </a:lnTo>
                <a:lnTo>
                  <a:pt x="1572247" y="442544"/>
                </a:lnTo>
                <a:close/>
              </a:path>
            </a:pathLst>
          </a:custGeom>
          <a:solidFill>
            <a:srgbClr val="0E9C4E"/>
          </a:solidFill>
        </p:spPr>
        <p:txBody>
          <a:bodyPr wrap="square" lIns="0" tIns="0" rIns="0" bIns="0" rtlCol="0"/>
          <a:lstStyle/>
          <a:p>
            <a:endParaRPr/>
          </a:p>
        </p:txBody>
      </p:sp>
      <p:grpSp>
        <p:nvGrpSpPr>
          <p:cNvPr id="92" name="object 92"/>
          <p:cNvGrpSpPr/>
          <p:nvPr/>
        </p:nvGrpSpPr>
        <p:grpSpPr>
          <a:xfrm>
            <a:off x="0" y="0"/>
            <a:ext cx="5054600" cy="2513330"/>
            <a:chOff x="0" y="0"/>
            <a:chExt cx="5054600" cy="2513330"/>
          </a:xfrm>
        </p:grpSpPr>
        <p:sp>
          <p:nvSpPr>
            <p:cNvPr id="93" name="object 93"/>
            <p:cNvSpPr/>
            <p:nvPr/>
          </p:nvSpPr>
          <p:spPr>
            <a:xfrm>
              <a:off x="4460"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94" name="object 94"/>
            <p:cNvSpPr/>
            <p:nvPr/>
          </p:nvSpPr>
          <p:spPr>
            <a:xfrm>
              <a:off x="27459" y="1558005"/>
              <a:ext cx="2466340" cy="121920"/>
            </a:xfrm>
            <a:custGeom>
              <a:avLst/>
              <a:gdLst/>
              <a:ahLst/>
              <a:cxnLst/>
              <a:rect l="l" t="t" r="r" b="b"/>
              <a:pathLst>
                <a:path w="2466340" h="121919">
                  <a:moveTo>
                    <a:pt x="2466249" y="89814"/>
                  </a:moveTo>
                  <a:lnTo>
                    <a:pt x="2415639" y="70827"/>
                  </a:lnTo>
                  <a:lnTo>
                    <a:pt x="2366164" y="52262"/>
                  </a:lnTo>
                  <a:lnTo>
                    <a:pt x="2317422" y="33992"/>
                  </a:lnTo>
                  <a:lnTo>
                    <a:pt x="2269009" y="15889"/>
                  </a:lnTo>
                  <a:lnTo>
                    <a:pt x="2225454" y="4041"/>
                  </a:lnTo>
                  <a:lnTo>
                    <a:pt x="2180304" y="0"/>
                  </a:lnTo>
                  <a:lnTo>
                    <a:pt x="2135175" y="3779"/>
                  </a:lnTo>
                  <a:lnTo>
                    <a:pt x="2091685" y="15397"/>
                  </a:lnTo>
                  <a:lnTo>
                    <a:pt x="2042639" y="33489"/>
                  </a:lnTo>
                  <a:lnTo>
                    <a:pt x="1993633" y="51610"/>
                  </a:lnTo>
                  <a:lnTo>
                    <a:pt x="1944756" y="69811"/>
                  </a:lnTo>
                  <a:lnTo>
                    <a:pt x="1896099" y="88138"/>
                  </a:lnTo>
                  <a:lnTo>
                    <a:pt x="1850991" y="102574"/>
                  </a:lnTo>
                  <a:lnTo>
                    <a:pt x="1803166" y="112910"/>
                  </a:lnTo>
                  <a:lnTo>
                    <a:pt x="1753526" y="119144"/>
                  </a:lnTo>
                  <a:lnTo>
                    <a:pt x="1702975" y="121272"/>
                  </a:lnTo>
                  <a:lnTo>
                    <a:pt x="1652417" y="119290"/>
                  </a:lnTo>
                  <a:lnTo>
                    <a:pt x="1602755" y="113195"/>
                  </a:lnTo>
                  <a:lnTo>
                    <a:pt x="1554893" y="102983"/>
                  </a:lnTo>
                  <a:lnTo>
                    <a:pt x="1509734" y="88651"/>
                  </a:lnTo>
                  <a:lnTo>
                    <a:pt x="1460199" y="70062"/>
                  </a:lnTo>
                  <a:lnTo>
                    <a:pt x="1410535" y="51550"/>
                  </a:lnTo>
                  <a:lnTo>
                    <a:pt x="1360773" y="33098"/>
                  </a:lnTo>
                  <a:lnTo>
                    <a:pt x="1310944" y="14685"/>
                  </a:lnTo>
                  <a:lnTo>
                    <a:pt x="1266718" y="3472"/>
                  </a:lnTo>
                  <a:lnTo>
                    <a:pt x="1218559" y="111"/>
                  </a:lnTo>
                  <a:lnTo>
                    <a:pt x="1170102" y="4573"/>
                  </a:lnTo>
                  <a:lnTo>
                    <a:pt x="1124981" y="16831"/>
                  </a:lnTo>
                  <a:lnTo>
                    <a:pt x="1080691" y="33859"/>
                  </a:lnTo>
                  <a:lnTo>
                    <a:pt x="1036539" y="50965"/>
                  </a:lnTo>
                  <a:lnTo>
                    <a:pt x="992441" y="68101"/>
                  </a:lnTo>
                  <a:lnTo>
                    <a:pt x="948316" y="85217"/>
                  </a:lnTo>
                  <a:lnTo>
                    <a:pt x="902104" y="100484"/>
                  </a:lnTo>
                  <a:lnTo>
                    <a:pt x="853462" y="111620"/>
                  </a:lnTo>
                  <a:lnTo>
                    <a:pt x="803136" y="118596"/>
                  </a:lnTo>
                  <a:lnTo>
                    <a:pt x="751876" y="121382"/>
                  </a:lnTo>
                  <a:lnTo>
                    <a:pt x="700428" y="119951"/>
                  </a:lnTo>
                  <a:lnTo>
                    <a:pt x="649542" y="114273"/>
                  </a:lnTo>
                  <a:lnTo>
                    <a:pt x="599964" y="104321"/>
                  </a:lnTo>
                  <a:lnTo>
                    <a:pt x="552443" y="90065"/>
                  </a:lnTo>
                  <a:lnTo>
                    <a:pt x="505725" y="72953"/>
                  </a:lnTo>
                  <a:lnTo>
                    <a:pt x="459805" y="55337"/>
                  </a:lnTo>
                  <a:lnTo>
                    <a:pt x="414282" y="37476"/>
                  </a:lnTo>
                  <a:lnTo>
                    <a:pt x="368753" y="19627"/>
                  </a:lnTo>
                  <a:lnTo>
                    <a:pt x="318100" y="5085"/>
                  </a:lnTo>
                  <a:lnTo>
                    <a:pt x="266269" y="138"/>
                  </a:lnTo>
                  <a:lnTo>
                    <a:pt x="214344" y="4823"/>
                  </a:lnTo>
                  <a:lnTo>
                    <a:pt x="163408" y="19177"/>
                  </a:lnTo>
                  <a:lnTo>
                    <a:pt x="124267" y="34183"/>
                  </a:lnTo>
                  <a:lnTo>
                    <a:pt x="85133" y="49197"/>
                  </a:lnTo>
                  <a:lnTo>
                    <a:pt x="45999" y="64211"/>
                  </a:lnTo>
                  <a:lnTo>
                    <a:pt x="6858" y="79217"/>
                  </a:lnTo>
                  <a:lnTo>
                    <a:pt x="5874" y="79604"/>
                  </a:lnTo>
                  <a:lnTo>
                    <a:pt x="4481" y="79751"/>
                  </a:lnTo>
                  <a:lnTo>
                    <a:pt x="1486" y="80400"/>
                  </a:lnTo>
                  <a:lnTo>
                    <a:pt x="921" y="77751"/>
                  </a:lnTo>
                  <a:lnTo>
                    <a:pt x="10" y="75395"/>
                  </a:lnTo>
                  <a:lnTo>
                    <a:pt x="0" y="73050"/>
                  </a:lnTo>
                </a:path>
              </a:pathLst>
            </a:custGeom>
            <a:ln w="54909">
              <a:solidFill>
                <a:srgbClr val="FFF5D4"/>
              </a:solidFill>
            </a:ln>
          </p:spPr>
          <p:txBody>
            <a:bodyPr wrap="square" lIns="0" tIns="0" rIns="0" bIns="0" rtlCol="0"/>
            <a:lstStyle/>
            <a:p>
              <a:endParaRPr/>
            </a:p>
          </p:txBody>
        </p:sp>
        <p:sp>
          <p:nvSpPr>
            <p:cNvPr id="95" name="object 95"/>
            <p:cNvSpPr/>
            <p:nvPr/>
          </p:nvSpPr>
          <p:spPr>
            <a:xfrm>
              <a:off x="0" y="388085"/>
              <a:ext cx="1056005" cy="749300"/>
            </a:xfrm>
            <a:custGeom>
              <a:avLst/>
              <a:gdLst/>
              <a:ahLst/>
              <a:cxnLst/>
              <a:rect l="l" t="t" r="r" b="b"/>
              <a:pathLst>
                <a:path w="1056005" h="749300">
                  <a:moveTo>
                    <a:pt x="1055776" y="58331"/>
                  </a:moveTo>
                  <a:lnTo>
                    <a:pt x="1051191" y="35623"/>
                  </a:lnTo>
                  <a:lnTo>
                    <a:pt x="1038694" y="17081"/>
                  </a:lnTo>
                  <a:lnTo>
                    <a:pt x="1020152" y="4584"/>
                  </a:lnTo>
                  <a:lnTo>
                    <a:pt x="997445" y="0"/>
                  </a:lnTo>
                  <a:lnTo>
                    <a:pt x="882853" y="0"/>
                  </a:lnTo>
                  <a:lnTo>
                    <a:pt x="860145" y="4584"/>
                  </a:lnTo>
                  <a:lnTo>
                    <a:pt x="841603" y="17081"/>
                  </a:lnTo>
                  <a:lnTo>
                    <a:pt x="829094" y="35623"/>
                  </a:lnTo>
                  <a:lnTo>
                    <a:pt x="824522" y="58331"/>
                  </a:lnTo>
                  <a:lnTo>
                    <a:pt x="824522" y="72580"/>
                  </a:lnTo>
                  <a:lnTo>
                    <a:pt x="0" y="72580"/>
                  </a:lnTo>
                  <a:lnTo>
                    <a:pt x="0" y="676198"/>
                  </a:lnTo>
                  <a:lnTo>
                    <a:pt x="824522" y="676198"/>
                  </a:lnTo>
                  <a:lnTo>
                    <a:pt x="824522" y="690460"/>
                  </a:lnTo>
                  <a:lnTo>
                    <a:pt x="829094" y="713168"/>
                  </a:lnTo>
                  <a:lnTo>
                    <a:pt x="841603" y="731710"/>
                  </a:lnTo>
                  <a:lnTo>
                    <a:pt x="860145" y="744207"/>
                  </a:lnTo>
                  <a:lnTo>
                    <a:pt x="882853" y="748792"/>
                  </a:lnTo>
                  <a:lnTo>
                    <a:pt x="997445" y="748792"/>
                  </a:lnTo>
                  <a:lnTo>
                    <a:pt x="1020152" y="744207"/>
                  </a:lnTo>
                  <a:lnTo>
                    <a:pt x="1038694" y="731710"/>
                  </a:lnTo>
                  <a:lnTo>
                    <a:pt x="1051191" y="713168"/>
                  </a:lnTo>
                  <a:lnTo>
                    <a:pt x="1055776" y="690460"/>
                  </a:lnTo>
                  <a:lnTo>
                    <a:pt x="1055776" y="58331"/>
                  </a:lnTo>
                  <a:close/>
                </a:path>
              </a:pathLst>
            </a:custGeom>
            <a:solidFill>
              <a:srgbClr val="79C44F"/>
            </a:solidFill>
          </p:spPr>
          <p:txBody>
            <a:bodyPr wrap="square" lIns="0" tIns="0" rIns="0" bIns="0" rtlCol="0"/>
            <a:lstStyle/>
            <a:p>
              <a:endParaRPr/>
            </a:p>
          </p:txBody>
        </p:sp>
        <p:sp>
          <p:nvSpPr>
            <p:cNvPr id="96" name="object 96"/>
            <p:cNvSpPr/>
            <p:nvPr/>
          </p:nvSpPr>
          <p:spPr>
            <a:xfrm>
              <a:off x="1050121" y="531361"/>
              <a:ext cx="445134" cy="1395095"/>
            </a:xfrm>
            <a:custGeom>
              <a:avLst/>
              <a:gdLst/>
              <a:ahLst/>
              <a:cxnLst/>
              <a:rect l="l" t="t" r="r" b="b"/>
              <a:pathLst>
                <a:path w="445134" h="1395095">
                  <a:moveTo>
                    <a:pt x="51370" y="0"/>
                  </a:moveTo>
                  <a:lnTo>
                    <a:pt x="0" y="0"/>
                  </a:lnTo>
                  <a:lnTo>
                    <a:pt x="0" y="1394920"/>
                  </a:lnTo>
                  <a:lnTo>
                    <a:pt x="219459" y="1312933"/>
                  </a:lnTo>
                  <a:lnTo>
                    <a:pt x="444708" y="1376481"/>
                  </a:lnTo>
                  <a:lnTo>
                    <a:pt x="444708" y="393338"/>
                  </a:lnTo>
                  <a:lnTo>
                    <a:pt x="441644" y="343998"/>
                  </a:lnTo>
                  <a:lnTo>
                    <a:pt x="432696" y="296487"/>
                  </a:lnTo>
                  <a:lnTo>
                    <a:pt x="418233" y="251173"/>
                  </a:lnTo>
                  <a:lnTo>
                    <a:pt x="398624" y="208426"/>
                  </a:lnTo>
                  <a:lnTo>
                    <a:pt x="374236" y="168613"/>
                  </a:lnTo>
                  <a:lnTo>
                    <a:pt x="345440" y="132105"/>
                  </a:lnTo>
                  <a:lnTo>
                    <a:pt x="312603" y="99268"/>
                  </a:lnTo>
                  <a:lnTo>
                    <a:pt x="276095" y="70471"/>
                  </a:lnTo>
                  <a:lnTo>
                    <a:pt x="236282" y="46084"/>
                  </a:lnTo>
                  <a:lnTo>
                    <a:pt x="193535" y="26475"/>
                  </a:lnTo>
                  <a:lnTo>
                    <a:pt x="148221" y="12012"/>
                  </a:lnTo>
                  <a:lnTo>
                    <a:pt x="100710" y="3064"/>
                  </a:lnTo>
                  <a:lnTo>
                    <a:pt x="51370" y="0"/>
                  </a:lnTo>
                  <a:close/>
                </a:path>
              </a:pathLst>
            </a:custGeom>
            <a:solidFill>
              <a:srgbClr val="FFF5D4"/>
            </a:solidFill>
          </p:spPr>
          <p:txBody>
            <a:bodyPr wrap="square" lIns="0" tIns="0" rIns="0" bIns="0" rtlCol="0"/>
            <a:lstStyle/>
            <a:p>
              <a:endParaRPr/>
            </a:p>
          </p:txBody>
        </p:sp>
        <p:sp>
          <p:nvSpPr>
            <p:cNvPr id="97" name="object 97"/>
            <p:cNvSpPr/>
            <p:nvPr/>
          </p:nvSpPr>
          <p:spPr>
            <a:xfrm>
              <a:off x="27459" y="1857277"/>
              <a:ext cx="2466340" cy="419734"/>
            </a:xfrm>
            <a:custGeom>
              <a:avLst/>
              <a:gdLst/>
              <a:ahLst/>
              <a:cxnLst/>
              <a:rect l="l" t="t" r="r" b="b"/>
              <a:pathLst>
                <a:path w="2466340" h="419735">
                  <a:moveTo>
                    <a:pt x="2466249" y="89814"/>
                  </a:moveTo>
                  <a:lnTo>
                    <a:pt x="2415639" y="70827"/>
                  </a:lnTo>
                  <a:lnTo>
                    <a:pt x="2366164" y="52262"/>
                  </a:lnTo>
                  <a:lnTo>
                    <a:pt x="2317422" y="33992"/>
                  </a:lnTo>
                  <a:lnTo>
                    <a:pt x="2269009" y="15889"/>
                  </a:lnTo>
                  <a:lnTo>
                    <a:pt x="2225454" y="4041"/>
                  </a:lnTo>
                  <a:lnTo>
                    <a:pt x="2180304" y="0"/>
                  </a:lnTo>
                  <a:lnTo>
                    <a:pt x="2135175" y="3779"/>
                  </a:lnTo>
                  <a:lnTo>
                    <a:pt x="2091685" y="15397"/>
                  </a:lnTo>
                  <a:lnTo>
                    <a:pt x="2042639" y="33489"/>
                  </a:lnTo>
                  <a:lnTo>
                    <a:pt x="1993633" y="51610"/>
                  </a:lnTo>
                  <a:lnTo>
                    <a:pt x="1944756" y="69811"/>
                  </a:lnTo>
                  <a:lnTo>
                    <a:pt x="1896099" y="88138"/>
                  </a:lnTo>
                  <a:lnTo>
                    <a:pt x="1850991" y="102574"/>
                  </a:lnTo>
                  <a:lnTo>
                    <a:pt x="1803166" y="112910"/>
                  </a:lnTo>
                  <a:lnTo>
                    <a:pt x="1753526" y="119144"/>
                  </a:lnTo>
                  <a:lnTo>
                    <a:pt x="1702975" y="121272"/>
                  </a:lnTo>
                  <a:lnTo>
                    <a:pt x="1652417" y="119290"/>
                  </a:lnTo>
                  <a:lnTo>
                    <a:pt x="1602755" y="113195"/>
                  </a:lnTo>
                  <a:lnTo>
                    <a:pt x="1554893" y="102983"/>
                  </a:lnTo>
                  <a:lnTo>
                    <a:pt x="1509734" y="88651"/>
                  </a:lnTo>
                  <a:lnTo>
                    <a:pt x="1460199" y="70062"/>
                  </a:lnTo>
                  <a:lnTo>
                    <a:pt x="1410535" y="51552"/>
                  </a:lnTo>
                  <a:lnTo>
                    <a:pt x="1360773" y="33102"/>
                  </a:lnTo>
                  <a:lnTo>
                    <a:pt x="1310944" y="14695"/>
                  </a:lnTo>
                  <a:lnTo>
                    <a:pt x="1266718" y="3476"/>
                  </a:lnTo>
                  <a:lnTo>
                    <a:pt x="1218559" y="112"/>
                  </a:lnTo>
                  <a:lnTo>
                    <a:pt x="1170102" y="4574"/>
                  </a:lnTo>
                  <a:lnTo>
                    <a:pt x="1124981" y="16831"/>
                  </a:lnTo>
                  <a:lnTo>
                    <a:pt x="1080691" y="33859"/>
                  </a:lnTo>
                  <a:lnTo>
                    <a:pt x="1036539" y="50965"/>
                  </a:lnTo>
                  <a:lnTo>
                    <a:pt x="992441" y="68101"/>
                  </a:lnTo>
                  <a:lnTo>
                    <a:pt x="948316" y="85217"/>
                  </a:lnTo>
                  <a:lnTo>
                    <a:pt x="902104" y="100484"/>
                  </a:lnTo>
                  <a:lnTo>
                    <a:pt x="853462" y="111620"/>
                  </a:lnTo>
                  <a:lnTo>
                    <a:pt x="803136" y="118596"/>
                  </a:lnTo>
                  <a:lnTo>
                    <a:pt x="751876" y="121382"/>
                  </a:lnTo>
                  <a:lnTo>
                    <a:pt x="700428" y="119951"/>
                  </a:lnTo>
                  <a:lnTo>
                    <a:pt x="649542" y="114273"/>
                  </a:lnTo>
                  <a:lnTo>
                    <a:pt x="599964" y="104321"/>
                  </a:lnTo>
                  <a:lnTo>
                    <a:pt x="552443" y="90065"/>
                  </a:lnTo>
                  <a:lnTo>
                    <a:pt x="505725" y="72953"/>
                  </a:lnTo>
                  <a:lnTo>
                    <a:pt x="459805" y="55337"/>
                  </a:lnTo>
                  <a:lnTo>
                    <a:pt x="414282" y="37476"/>
                  </a:lnTo>
                  <a:lnTo>
                    <a:pt x="368753" y="19627"/>
                  </a:lnTo>
                  <a:lnTo>
                    <a:pt x="318100" y="5085"/>
                  </a:lnTo>
                  <a:lnTo>
                    <a:pt x="266269" y="138"/>
                  </a:lnTo>
                  <a:lnTo>
                    <a:pt x="214344" y="4823"/>
                  </a:lnTo>
                  <a:lnTo>
                    <a:pt x="163408" y="19177"/>
                  </a:lnTo>
                  <a:lnTo>
                    <a:pt x="124267" y="34183"/>
                  </a:lnTo>
                  <a:lnTo>
                    <a:pt x="85133" y="49197"/>
                  </a:lnTo>
                  <a:lnTo>
                    <a:pt x="45999" y="64211"/>
                  </a:lnTo>
                  <a:lnTo>
                    <a:pt x="6858" y="79217"/>
                  </a:lnTo>
                  <a:lnTo>
                    <a:pt x="5874" y="79604"/>
                  </a:lnTo>
                  <a:lnTo>
                    <a:pt x="4481" y="79751"/>
                  </a:lnTo>
                  <a:lnTo>
                    <a:pt x="1486" y="80400"/>
                  </a:lnTo>
                  <a:lnTo>
                    <a:pt x="921" y="77751"/>
                  </a:lnTo>
                  <a:lnTo>
                    <a:pt x="10" y="75395"/>
                  </a:lnTo>
                  <a:lnTo>
                    <a:pt x="0" y="73050"/>
                  </a:lnTo>
                </a:path>
                <a:path w="2466340" h="419735">
                  <a:moveTo>
                    <a:pt x="2466249" y="387867"/>
                  </a:moveTo>
                  <a:lnTo>
                    <a:pt x="2415639" y="368881"/>
                  </a:lnTo>
                  <a:lnTo>
                    <a:pt x="2366164" y="350317"/>
                  </a:lnTo>
                  <a:lnTo>
                    <a:pt x="2317422" y="332050"/>
                  </a:lnTo>
                  <a:lnTo>
                    <a:pt x="2269009" y="313953"/>
                  </a:lnTo>
                  <a:lnTo>
                    <a:pt x="2225454" y="302099"/>
                  </a:lnTo>
                  <a:lnTo>
                    <a:pt x="2180304" y="298055"/>
                  </a:lnTo>
                  <a:lnTo>
                    <a:pt x="2135175" y="301833"/>
                  </a:lnTo>
                  <a:lnTo>
                    <a:pt x="2091685" y="313451"/>
                  </a:lnTo>
                  <a:lnTo>
                    <a:pt x="2042639" y="331543"/>
                  </a:lnTo>
                  <a:lnTo>
                    <a:pt x="1993633" y="349664"/>
                  </a:lnTo>
                  <a:lnTo>
                    <a:pt x="1944756" y="367864"/>
                  </a:lnTo>
                  <a:lnTo>
                    <a:pt x="1896099" y="386192"/>
                  </a:lnTo>
                  <a:lnTo>
                    <a:pt x="1850991" y="400627"/>
                  </a:lnTo>
                  <a:lnTo>
                    <a:pt x="1803166" y="410964"/>
                  </a:lnTo>
                  <a:lnTo>
                    <a:pt x="1753526" y="417198"/>
                  </a:lnTo>
                  <a:lnTo>
                    <a:pt x="1702975" y="419326"/>
                  </a:lnTo>
                  <a:lnTo>
                    <a:pt x="1652417" y="417344"/>
                  </a:lnTo>
                  <a:lnTo>
                    <a:pt x="1602755" y="411249"/>
                  </a:lnTo>
                  <a:lnTo>
                    <a:pt x="1554893" y="401037"/>
                  </a:lnTo>
                  <a:lnTo>
                    <a:pt x="1509734" y="386705"/>
                  </a:lnTo>
                  <a:lnTo>
                    <a:pt x="1460199" y="368121"/>
                  </a:lnTo>
                  <a:lnTo>
                    <a:pt x="1410535" y="349613"/>
                  </a:lnTo>
                  <a:lnTo>
                    <a:pt x="1360773" y="331162"/>
                  </a:lnTo>
                  <a:lnTo>
                    <a:pt x="1310944" y="312749"/>
                  </a:lnTo>
                  <a:lnTo>
                    <a:pt x="1266718" y="301530"/>
                  </a:lnTo>
                  <a:lnTo>
                    <a:pt x="1218559" y="298166"/>
                  </a:lnTo>
                  <a:lnTo>
                    <a:pt x="1170102" y="302627"/>
                  </a:lnTo>
                  <a:lnTo>
                    <a:pt x="1124981" y="314885"/>
                  </a:lnTo>
                  <a:lnTo>
                    <a:pt x="1080691" y="331912"/>
                  </a:lnTo>
                  <a:lnTo>
                    <a:pt x="1036539" y="349019"/>
                  </a:lnTo>
                  <a:lnTo>
                    <a:pt x="992441" y="366155"/>
                  </a:lnTo>
                  <a:lnTo>
                    <a:pt x="948316" y="383271"/>
                  </a:lnTo>
                  <a:lnTo>
                    <a:pt x="902104" y="398538"/>
                  </a:lnTo>
                  <a:lnTo>
                    <a:pt x="853462" y="409674"/>
                  </a:lnTo>
                  <a:lnTo>
                    <a:pt x="803136" y="416649"/>
                  </a:lnTo>
                  <a:lnTo>
                    <a:pt x="751876" y="419436"/>
                  </a:lnTo>
                  <a:lnTo>
                    <a:pt x="700428" y="418004"/>
                  </a:lnTo>
                  <a:lnTo>
                    <a:pt x="649542" y="412327"/>
                  </a:lnTo>
                  <a:lnTo>
                    <a:pt x="599964" y="402374"/>
                  </a:lnTo>
                  <a:lnTo>
                    <a:pt x="552443" y="388119"/>
                  </a:lnTo>
                  <a:lnTo>
                    <a:pt x="505725" y="371006"/>
                  </a:lnTo>
                  <a:lnTo>
                    <a:pt x="459805" y="353391"/>
                  </a:lnTo>
                  <a:lnTo>
                    <a:pt x="414282" y="335529"/>
                  </a:lnTo>
                  <a:lnTo>
                    <a:pt x="368753" y="317681"/>
                  </a:lnTo>
                  <a:lnTo>
                    <a:pt x="318100" y="303139"/>
                  </a:lnTo>
                  <a:lnTo>
                    <a:pt x="266269" y="298192"/>
                  </a:lnTo>
                  <a:lnTo>
                    <a:pt x="214344" y="302877"/>
                  </a:lnTo>
                  <a:lnTo>
                    <a:pt x="163408" y="317231"/>
                  </a:lnTo>
                  <a:lnTo>
                    <a:pt x="124267" y="332237"/>
                  </a:lnTo>
                  <a:lnTo>
                    <a:pt x="85133" y="347251"/>
                  </a:lnTo>
                  <a:lnTo>
                    <a:pt x="45999" y="362265"/>
                  </a:lnTo>
                  <a:lnTo>
                    <a:pt x="6858" y="377271"/>
                  </a:lnTo>
                  <a:lnTo>
                    <a:pt x="5874" y="377658"/>
                  </a:lnTo>
                  <a:lnTo>
                    <a:pt x="4481" y="377805"/>
                  </a:lnTo>
                  <a:lnTo>
                    <a:pt x="1486" y="378454"/>
                  </a:lnTo>
                  <a:lnTo>
                    <a:pt x="921" y="375805"/>
                  </a:lnTo>
                  <a:lnTo>
                    <a:pt x="10" y="373449"/>
                  </a:lnTo>
                  <a:lnTo>
                    <a:pt x="0" y="371103"/>
                  </a:lnTo>
                </a:path>
              </a:pathLst>
            </a:custGeom>
            <a:ln w="54909">
              <a:solidFill>
                <a:srgbClr val="FFF5D4"/>
              </a:solidFill>
            </a:ln>
          </p:spPr>
          <p:txBody>
            <a:bodyPr wrap="square" lIns="0" tIns="0" rIns="0" bIns="0" rtlCol="0"/>
            <a:lstStyle/>
            <a:p>
              <a:endParaRPr/>
            </a:p>
          </p:txBody>
        </p:sp>
        <p:sp>
          <p:nvSpPr>
            <p:cNvPr id="98" name="object 98"/>
            <p:cNvSpPr/>
            <p:nvPr/>
          </p:nvSpPr>
          <p:spPr>
            <a:xfrm>
              <a:off x="2516028" y="197391"/>
              <a:ext cx="2512695" cy="2139315"/>
            </a:xfrm>
            <a:custGeom>
              <a:avLst/>
              <a:gdLst/>
              <a:ahLst/>
              <a:cxnLst/>
              <a:rect l="l" t="t" r="r" b="b"/>
              <a:pathLst>
                <a:path w="2512695" h="2139315">
                  <a:moveTo>
                    <a:pt x="2512279" y="182569"/>
                  </a:moveTo>
                  <a:lnTo>
                    <a:pt x="2487372" y="162865"/>
                  </a:lnTo>
                  <a:lnTo>
                    <a:pt x="2446152" y="130239"/>
                  </a:lnTo>
                  <a:lnTo>
                    <a:pt x="2405523" y="98097"/>
                  </a:lnTo>
                  <a:lnTo>
                    <a:pt x="2365272" y="66298"/>
                  </a:lnTo>
                  <a:lnTo>
                    <a:pt x="2325185" y="34704"/>
                  </a:lnTo>
                  <a:lnTo>
                    <a:pt x="2280091" y="8828"/>
                  </a:lnTo>
                  <a:lnTo>
                    <a:pt x="2233345" y="0"/>
                  </a:lnTo>
                  <a:lnTo>
                    <a:pt x="2186623" y="8254"/>
                  </a:lnTo>
                  <a:lnTo>
                    <a:pt x="2141599" y="33625"/>
                  </a:lnTo>
                  <a:lnTo>
                    <a:pt x="2100974" y="65227"/>
                  </a:lnTo>
                  <a:lnTo>
                    <a:pt x="2060364" y="96855"/>
                  </a:lnTo>
                  <a:lnTo>
                    <a:pt x="2019815" y="128565"/>
                  </a:lnTo>
                  <a:lnTo>
                    <a:pt x="1979376" y="160414"/>
                  </a:lnTo>
                  <a:lnTo>
                    <a:pt x="1939092" y="192458"/>
                  </a:lnTo>
                  <a:lnTo>
                    <a:pt x="1897736" y="220917"/>
                  </a:lnTo>
                  <a:lnTo>
                    <a:pt x="1854074" y="242304"/>
                  </a:lnTo>
                  <a:lnTo>
                    <a:pt x="1808764" y="256614"/>
                  </a:lnTo>
                  <a:lnTo>
                    <a:pt x="1762463" y="263843"/>
                  </a:lnTo>
                  <a:lnTo>
                    <a:pt x="1715827" y="263985"/>
                  </a:lnTo>
                  <a:lnTo>
                    <a:pt x="1669513" y="257035"/>
                  </a:lnTo>
                  <a:lnTo>
                    <a:pt x="1624178" y="242987"/>
                  </a:lnTo>
                  <a:lnTo>
                    <a:pt x="1580479" y="221837"/>
                  </a:lnTo>
                  <a:lnTo>
                    <a:pt x="1539073" y="193579"/>
                  </a:lnTo>
                  <a:lnTo>
                    <a:pt x="1498055" y="161093"/>
                  </a:lnTo>
                  <a:lnTo>
                    <a:pt x="1456947" y="128722"/>
                  </a:lnTo>
                  <a:lnTo>
                    <a:pt x="1415768" y="96443"/>
                  </a:lnTo>
                  <a:lnTo>
                    <a:pt x="1374532" y="64235"/>
                  </a:lnTo>
                  <a:lnTo>
                    <a:pt x="1333258" y="32076"/>
                  </a:lnTo>
                  <a:lnTo>
                    <a:pt x="1287467" y="7585"/>
                  </a:lnTo>
                  <a:lnTo>
                    <a:pt x="1237605" y="243"/>
                  </a:lnTo>
                  <a:lnTo>
                    <a:pt x="1187435" y="9987"/>
                  </a:lnTo>
                  <a:lnTo>
                    <a:pt x="1140719" y="36756"/>
                  </a:lnTo>
                  <a:lnTo>
                    <a:pt x="1104020" y="66479"/>
                  </a:lnTo>
                  <a:lnTo>
                    <a:pt x="1067425" y="96327"/>
                  </a:lnTo>
                  <a:lnTo>
                    <a:pt x="1030889" y="126247"/>
                  </a:lnTo>
                  <a:lnTo>
                    <a:pt x="994366" y="156183"/>
                  </a:lnTo>
                  <a:lnTo>
                    <a:pt x="957813" y="186082"/>
                  </a:lnTo>
                  <a:lnTo>
                    <a:pt x="915422" y="216157"/>
                  </a:lnTo>
                  <a:lnTo>
                    <a:pt x="870975" y="239109"/>
                  </a:lnTo>
                  <a:lnTo>
                    <a:pt x="825015" y="254895"/>
                  </a:lnTo>
                  <a:lnTo>
                    <a:pt x="778086" y="263470"/>
                  </a:lnTo>
                  <a:lnTo>
                    <a:pt x="730732" y="264791"/>
                  </a:lnTo>
                  <a:lnTo>
                    <a:pt x="683497" y="258814"/>
                  </a:lnTo>
                  <a:lnTo>
                    <a:pt x="636925" y="245495"/>
                  </a:lnTo>
                  <a:lnTo>
                    <a:pt x="591558" y="224791"/>
                  </a:lnTo>
                  <a:lnTo>
                    <a:pt x="547941" y="196657"/>
                  </a:lnTo>
                  <a:lnTo>
                    <a:pt x="509169" y="166876"/>
                  </a:lnTo>
                  <a:lnTo>
                    <a:pt x="470977" y="136316"/>
                  </a:lnTo>
                  <a:lnTo>
                    <a:pt x="433154" y="105267"/>
                  </a:lnTo>
                  <a:lnTo>
                    <a:pt x="395485" y="74019"/>
                  </a:lnTo>
                  <a:lnTo>
                    <a:pt x="357758" y="42861"/>
                  </a:lnTo>
                  <a:lnTo>
                    <a:pt x="315937" y="15779"/>
                  </a:lnTo>
                  <a:lnTo>
                    <a:pt x="273193" y="2097"/>
                  </a:lnTo>
                  <a:lnTo>
                    <a:pt x="230100" y="1857"/>
                  </a:lnTo>
                  <a:lnTo>
                    <a:pt x="187230" y="15099"/>
                  </a:lnTo>
                  <a:lnTo>
                    <a:pt x="145158" y="41866"/>
                  </a:lnTo>
                  <a:lnTo>
                    <a:pt x="104634" y="74639"/>
                  </a:lnTo>
                  <a:lnTo>
                    <a:pt x="64118" y="107423"/>
                  </a:lnTo>
                  <a:lnTo>
                    <a:pt x="23602" y="140205"/>
                  </a:lnTo>
                  <a:lnTo>
                    <a:pt x="0" y="159290"/>
                  </a:lnTo>
                </a:path>
                <a:path w="2512695" h="2139315">
                  <a:moveTo>
                    <a:pt x="2512279" y="651141"/>
                  </a:moveTo>
                  <a:lnTo>
                    <a:pt x="2487372" y="631437"/>
                  </a:lnTo>
                  <a:lnTo>
                    <a:pt x="2446152" y="598811"/>
                  </a:lnTo>
                  <a:lnTo>
                    <a:pt x="2405523" y="566669"/>
                  </a:lnTo>
                  <a:lnTo>
                    <a:pt x="2365272" y="534870"/>
                  </a:lnTo>
                  <a:lnTo>
                    <a:pt x="2325185" y="503276"/>
                  </a:lnTo>
                  <a:lnTo>
                    <a:pt x="2280091" y="477400"/>
                  </a:lnTo>
                  <a:lnTo>
                    <a:pt x="2233345" y="468572"/>
                  </a:lnTo>
                  <a:lnTo>
                    <a:pt x="2186623" y="476826"/>
                  </a:lnTo>
                  <a:lnTo>
                    <a:pt x="2141599" y="502198"/>
                  </a:lnTo>
                  <a:lnTo>
                    <a:pt x="2100974" y="533799"/>
                  </a:lnTo>
                  <a:lnTo>
                    <a:pt x="2060364" y="565427"/>
                  </a:lnTo>
                  <a:lnTo>
                    <a:pt x="2019815" y="597137"/>
                  </a:lnTo>
                  <a:lnTo>
                    <a:pt x="1979376" y="628986"/>
                  </a:lnTo>
                  <a:lnTo>
                    <a:pt x="1939092" y="661030"/>
                  </a:lnTo>
                  <a:lnTo>
                    <a:pt x="1897736" y="689489"/>
                  </a:lnTo>
                  <a:lnTo>
                    <a:pt x="1854074" y="710876"/>
                  </a:lnTo>
                  <a:lnTo>
                    <a:pt x="1808764" y="725186"/>
                  </a:lnTo>
                  <a:lnTo>
                    <a:pt x="1762463" y="732415"/>
                  </a:lnTo>
                  <a:lnTo>
                    <a:pt x="1715827" y="732557"/>
                  </a:lnTo>
                  <a:lnTo>
                    <a:pt x="1669513" y="725607"/>
                  </a:lnTo>
                  <a:lnTo>
                    <a:pt x="1624178" y="711559"/>
                  </a:lnTo>
                  <a:lnTo>
                    <a:pt x="1580479" y="690409"/>
                  </a:lnTo>
                  <a:lnTo>
                    <a:pt x="1539073" y="662151"/>
                  </a:lnTo>
                  <a:lnTo>
                    <a:pt x="1498055" y="629665"/>
                  </a:lnTo>
                  <a:lnTo>
                    <a:pt x="1456947" y="597294"/>
                  </a:lnTo>
                  <a:lnTo>
                    <a:pt x="1415768" y="565015"/>
                  </a:lnTo>
                  <a:lnTo>
                    <a:pt x="1374532" y="532807"/>
                  </a:lnTo>
                  <a:lnTo>
                    <a:pt x="1333258" y="500648"/>
                  </a:lnTo>
                  <a:lnTo>
                    <a:pt x="1287467" y="476157"/>
                  </a:lnTo>
                  <a:lnTo>
                    <a:pt x="1237605" y="468815"/>
                  </a:lnTo>
                  <a:lnTo>
                    <a:pt x="1187435" y="478559"/>
                  </a:lnTo>
                  <a:lnTo>
                    <a:pt x="1140719" y="505328"/>
                  </a:lnTo>
                  <a:lnTo>
                    <a:pt x="1104020" y="535051"/>
                  </a:lnTo>
                  <a:lnTo>
                    <a:pt x="1067425" y="564899"/>
                  </a:lnTo>
                  <a:lnTo>
                    <a:pt x="1030889" y="594819"/>
                  </a:lnTo>
                  <a:lnTo>
                    <a:pt x="994366" y="624755"/>
                  </a:lnTo>
                  <a:lnTo>
                    <a:pt x="957813" y="654654"/>
                  </a:lnTo>
                  <a:lnTo>
                    <a:pt x="915422" y="684729"/>
                  </a:lnTo>
                  <a:lnTo>
                    <a:pt x="870975" y="707681"/>
                  </a:lnTo>
                  <a:lnTo>
                    <a:pt x="825015" y="723467"/>
                  </a:lnTo>
                  <a:lnTo>
                    <a:pt x="778086" y="732042"/>
                  </a:lnTo>
                  <a:lnTo>
                    <a:pt x="730732" y="733363"/>
                  </a:lnTo>
                  <a:lnTo>
                    <a:pt x="683497" y="727386"/>
                  </a:lnTo>
                  <a:lnTo>
                    <a:pt x="636925" y="714067"/>
                  </a:lnTo>
                  <a:lnTo>
                    <a:pt x="591558" y="693363"/>
                  </a:lnTo>
                  <a:lnTo>
                    <a:pt x="547941" y="665229"/>
                  </a:lnTo>
                  <a:lnTo>
                    <a:pt x="509169" y="635448"/>
                  </a:lnTo>
                  <a:lnTo>
                    <a:pt x="470977" y="604888"/>
                  </a:lnTo>
                  <a:lnTo>
                    <a:pt x="433154" y="573840"/>
                  </a:lnTo>
                  <a:lnTo>
                    <a:pt x="395485" y="542591"/>
                  </a:lnTo>
                  <a:lnTo>
                    <a:pt x="357758" y="511433"/>
                  </a:lnTo>
                  <a:lnTo>
                    <a:pt x="315937" y="484351"/>
                  </a:lnTo>
                  <a:lnTo>
                    <a:pt x="273193" y="470669"/>
                  </a:lnTo>
                  <a:lnTo>
                    <a:pt x="230100" y="470429"/>
                  </a:lnTo>
                  <a:lnTo>
                    <a:pt x="187230" y="483671"/>
                  </a:lnTo>
                  <a:lnTo>
                    <a:pt x="145158" y="510438"/>
                  </a:lnTo>
                  <a:lnTo>
                    <a:pt x="104634" y="543211"/>
                  </a:lnTo>
                  <a:lnTo>
                    <a:pt x="64118" y="575995"/>
                  </a:lnTo>
                  <a:lnTo>
                    <a:pt x="23602" y="608777"/>
                  </a:lnTo>
                  <a:lnTo>
                    <a:pt x="0" y="627862"/>
                  </a:lnTo>
                </a:path>
                <a:path w="2512695" h="2139315">
                  <a:moveTo>
                    <a:pt x="2512279" y="1119713"/>
                  </a:moveTo>
                  <a:lnTo>
                    <a:pt x="2487372" y="1100009"/>
                  </a:lnTo>
                  <a:lnTo>
                    <a:pt x="2446152" y="1067384"/>
                  </a:lnTo>
                  <a:lnTo>
                    <a:pt x="2405523" y="1035241"/>
                  </a:lnTo>
                  <a:lnTo>
                    <a:pt x="2365272" y="1003442"/>
                  </a:lnTo>
                  <a:lnTo>
                    <a:pt x="2325185" y="971848"/>
                  </a:lnTo>
                  <a:lnTo>
                    <a:pt x="2280091" y="945972"/>
                  </a:lnTo>
                  <a:lnTo>
                    <a:pt x="2233345" y="937144"/>
                  </a:lnTo>
                  <a:lnTo>
                    <a:pt x="2186623" y="945398"/>
                  </a:lnTo>
                  <a:lnTo>
                    <a:pt x="2141599" y="970770"/>
                  </a:lnTo>
                  <a:lnTo>
                    <a:pt x="2100974" y="1002371"/>
                  </a:lnTo>
                  <a:lnTo>
                    <a:pt x="2060364" y="1033999"/>
                  </a:lnTo>
                  <a:lnTo>
                    <a:pt x="2019815" y="1065710"/>
                  </a:lnTo>
                  <a:lnTo>
                    <a:pt x="1979376" y="1097559"/>
                  </a:lnTo>
                  <a:lnTo>
                    <a:pt x="1939092" y="1129603"/>
                  </a:lnTo>
                  <a:lnTo>
                    <a:pt x="1897736" y="1158061"/>
                  </a:lnTo>
                  <a:lnTo>
                    <a:pt x="1854074" y="1179448"/>
                  </a:lnTo>
                  <a:lnTo>
                    <a:pt x="1808764" y="1193758"/>
                  </a:lnTo>
                  <a:lnTo>
                    <a:pt x="1762463" y="1200987"/>
                  </a:lnTo>
                  <a:lnTo>
                    <a:pt x="1715827" y="1201129"/>
                  </a:lnTo>
                  <a:lnTo>
                    <a:pt x="1669513" y="1194179"/>
                  </a:lnTo>
                  <a:lnTo>
                    <a:pt x="1624178" y="1180132"/>
                  </a:lnTo>
                  <a:lnTo>
                    <a:pt x="1580479" y="1158981"/>
                  </a:lnTo>
                  <a:lnTo>
                    <a:pt x="1539073" y="1130723"/>
                  </a:lnTo>
                  <a:lnTo>
                    <a:pt x="1498055" y="1098237"/>
                  </a:lnTo>
                  <a:lnTo>
                    <a:pt x="1456947" y="1065866"/>
                  </a:lnTo>
                  <a:lnTo>
                    <a:pt x="1415768" y="1033587"/>
                  </a:lnTo>
                  <a:lnTo>
                    <a:pt x="1374532" y="1001379"/>
                  </a:lnTo>
                  <a:lnTo>
                    <a:pt x="1333258" y="969220"/>
                  </a:lnTo>
                  <a:lnTo>
                    <a:pt x="1287467" y="944729"/>
                  </a:lnTo>
                  <a:lnTo>
                    <a:pt x="1237605" y="937387"/>
                  </a:lnTo>
                  <a:lnTo>
                    <a:pt x="1187435" y="947131"/>
                  </a:lnTo>
                  <a:lnTo>
                    <a:pt x="1140719" y="973900"/>
                  </a:lnTo>
                  <a:lnTo>
                    <a:pt x="1104020" y="1003623"/>
                  </a:lnTo>
                  <a:lnTo>
                    <a:pt x="1067425" y="1033471"/>
                  </a:lnTo>
                  <a:lnTo>
                    <a:pt x="1030889" y="1063391"/>
                  </a:lnTo>
                  <a:lnTo>
                    <a:pt x="994366" y="1093328"/>
                  </a:lnTo>
                  <a:lnTo>
                    <a:pt x="957813" y="1123226"/>
                  </a:lnTo>
                  <a:lnTo>
                    <a:pt x="915422" y="1153301"/>
                  </a:lnTo>
                  <a:lnTo>
                    <a:pt x="870975" y="1176253"/>
                  </a:lnTo>
                  <a:lnTo>
                    <a:pt x="825015" y="1192039"/>
                  </a:lnTo>
                  <a:lnTo>
                    <a:pt x="778086" y="1200614"/>
                  </a:lnTo>
                  <a:lnTo>
                    <a:pt x="730732" y="1201935"/>
                  </a:lnTo>
                  <a:lnTo>
                    <a:pt x="683497" y="1195958"/>
                  </a:lnTo>
                  <a:lnTo>
                    <a:pt x="636925" y="1182639"/>
                  </a:lnTo>
                  <a:lnTo>
                    <a:pt x="591558" y="1161935"/>
                  </a:lnTo>
                  <a:lnTo>
                    <a:pt x="547941" y="1133801"/>
                  </a:lnTo>
                  <a:lnTo>
                    <a:pt x="509169" y="1104020"/>
                  </a:lnTo>
                  <a:lnTo>
                    <a:pt x="470977" y="1073460"/>
                  </a:lnTo>
                  <a:lnTo>
                    <a:pt x="433154" y="1042412"/>
                  </a:lnTo>
                  <a:lnTo>
                    <a:pt x="395485" y="1011163"/>
                  </a:lnTo>
                  <a:lnTo>
                    <a:pt x="357758" y="980005"/>
                  </a:lnTo>
                  <a:lnTo>
                    <a:pt x="315937" y="952923"/>
                  </a:lnTo>
                  <a:lnTo>
                    <a:pt x="273193" y="939241"/>
                  </a:lnTo>
                  <a:lnTo>
                    <a:pt x="230100" y="939001"/>
                  </a:lnTo>
                  <a:lnTo>
                    <a:pt x="187230" y="952244"/>
                  </a:lnTo>
                  <a:lnTo>
                    <a:pt x="145158" y="979010"/>
                  </a:lnTo>
                  <a:lnTo>
                    <a:pt x="104634" y="1011783"/>
                  </a:lnTo>
                  <a:lnTo>
                    <a:pt x="64118" y="1044567"/>
                  </a:lnTo>
                  <a:lnTo>
                    <a:pt x="23602" y="1077349"/>
                  </a:lnTo>
                  <a:lnTo>
                    <a:pt x="0" y="1096434"/>
                  </a:lnTo>
                </a:path>
                <a:path w="2512695" h="2139315">
                  <a:moveTo>
                    <a:pt x="2512279" y="1588285"/>
                  </a:moveTo>
                  <a:lnTo>
                    <a:pt x="2487372" y="1568581"/>
                  </a:lnTo>
                  <a:lnTo>
                    <a:pt x="2446152" y="1535956"/>
                  </a:lnTo>
                  <a:lnTo>
                    <a:pt x="2405523" y="1503813"/>
                  </a:lnTo>
                  <a:lnTo>
                    <a:pt x="2365272" y="1472014"/>
                  </a:lnTo>
                  <a:lnTo>
                    <a:pt x="2325185" y="1440420"/>
                  </a:lnTo>
                  <a:lnTo>
                    <a:pt x="2280091" y="1414544"/>
                  </a:lnTo>
                  <a:lnTo>
                    <a:pt x="2233345" y="1405716"/>
                  </a:lnTo>
                  <a:lnTo>
                    <a:pt x="2186623" y="1413970"/>
                  </a:lnTo>
                  <a:lnTo>
                    <a:pt x="2141599" y="1439342"/>
                  </a:lnTo>
                  <a:lnTo>
                    <a:pt x="2100974" y="1470944"/>
                  </a:lnTo>
                  <a:lnTo>
                    <a:pt x="2060364" y="1502571"/>
                  </a:lnTo>
                  <a:lnTo>
                    <a:pt x="2019815" y="1534282"/>
                  </a:lnTo>
                  <a:lnTo>
                    <a:pt x="1979376" y="1566131"/>
                  </a:lnTo>
                  <a:lnTo>
                    <a:pt x="1939092" y="1598175"/>
                  </a:lnTo>
                  <a:lnTo>
                    <a:pt x="1897736" y="1626633"/>
                  </a:lnTo>
                  <a:lnTo>
                    <a:pt x="1854074" y="1648020"/>
                  </a:lnTo>
                  <a:lnTo>
                    <a:pt x="1808764" y="1662331"/>
                  </a:lnTo>
                  <a:lnTo>
                    <a:pt x="1762463" y="1669559"/>
                  </a:lnTo>
                  <a:lnTo>
                    <a:pt x="1715827" y="1669702"/>
                  </a:lnTo>
                  <a:lnTo>
                    <a:pt x="1669513" y="1662751"/>
                  </a:lnTo>
                  <a:lnTo>
                    <a:pt x="1624178" y="1648704"/>
                  </a:lnTo>
                  <a:lnTo>
                    <a:pt x="1580479" y="1627553"/>
                  </a:lnTo>
                  <a:lnTo>
                    <a:pt x="1539073" y="1599295"/>
                  </a:lnTo>
                  <a:lnTo>
                    <a:pt x="1498055" y="1566809"/>
                  </a:lnTo>
                  <a:lnTo>
                    <a:pt x="1456947" y="1534438"/>
                  </a:lnTo>
                  <a:lnTo>
                    <a:pt x="1415768" y="1502159"/>
                  </a:lnTo>
                  <a:lnTo>
                    <a:pt x="1374532" y="1469951"/>
                  </a:lnTo>
                  <a:lnTo>
                    <a:pt x="1333258" y="1437792"/>
                  </a:lnTo>
                  <a:lnTo>
                    <a:pt x="1287467" y="1413302"/>
                  </a:lnTo>
                  <a:lnTo>
                    <a:pt x="1237605" y="1405959"/>
                  </a:lnTo>
                  <a:lnTo>
                    <a:pt x="1187435" y="1415704"/>
                  </a:lnTo>
                  <a:lnTo>
                    <a:pt x="1140719" y="1442473"/>
                  </a:lnTo>
                  <a:lnTo>
                    <a:pt x="1104020" y="1472195"/>
                  </a:lnTo>
                  <a:lnTo>
                    <a:pt x="1067425" y="1502043"/>
                  </a:lnTo>
                  <a:lnTo>
                    <a:pt x="1030889" y="1531963"/>
                  </a:lnTo>
                  <a:lnTo>
                    <a:pt x="994366" y="1561900"/>
                  </a:lnTo>
                  <a:lnTo>
                    <a:pt x="957813" y="1591798"/>
                  </a:lnTo>
                  <a:lnTo>
                    <a:pt x="915422" y="1621873"/>
                  </a:lnTo>
                  <a:lnTo>
                    <a:pt x="870975" y="1644825"/>
                  </a:lnTo>
                  <a:lnTo>
                    <a:pt x="825015" y="1660611"/>
                  </a:lnTo>
                  <a:lnTo>
                    <a:pt x="778086" y="1669186"/>
                  </a:lnTo>
                  <a:lnTo>
                    <a:pt x="730732" y="1670507"/>
                  </a:lnTo>
                  <a:lnTo>
                    <a:pt x="683497" y="1664530"/>
                  </a:lnTo>
                  <a:lnTo>
                    <a:pt x="636925" y="1651211"/>
                  </a:lnTo>
                  <a:lnTo>
                    <a:pt x="591558" y="1630507"/>
                  </a:lnTo>
                  <a:lnTo>
                    <a:pt x="547941" y="1602373"/>
                  </a:lnTo>
                  <a:lnTo>
                    <a:pt x="509169" y="1572592"/>
                  </a:lnTo>
                  <a:lnTo>
                    <a:pt x="470977" y="1542033"/>
                  </a:lnTo>
                  <a:lnTo>
                    <a:pt x="433154" y="1510984"/>
                  </a:lnTo>
                  <a:lnTo>
                    <a:pt x="395485" y="1479735"/>
                  </a:lnTo>
                  <a:lnTo>
                    <a:pt x="357758" y="1448577"/>
                  </a:lnTo>
                  <a:lnTo>
                    <a:pt x="315937" y="1421495"/>
                  </a:lnTo>
                  <a:lnTo>
                    <a:pt x="273193" y="1407813"/>
                  </a:lnTo>
                  <a:lnTo>
                    <a:pt x="230100" y="1407573"/>
                  </a:lnTo>
                  <a:lnTo>
                    <a:pt x="187230" y="1420816"/>
                  </a:lnTo>
                  <a:lnTo>
                    <a:pt x="145158" y="1447582"/>
                  </a:lnTo>
                  <a:lnTo>
                    <a:pt x="104634" y="1480355"/>
                  </a:lnTo>
                  <a:lnTo>
                    <a:pt x="64118" y="1513139"/>
                  </a:lnTo>
                  <a:lnTo>
                    <a:pt x="23602" y="1545921"/>
                  </a:lnTo>
                  <a:lnTo>
                    <a:pt x="0" y="1565006"/>
                  </a:lnTo>
                </a:path>
                <a:path w="2512695" h="2139315">
                  <a:moveTo>
                    <a:pt x="2512279" y="2056857"/>
                  </a:moveTo>
                  <a:lnTo>
                    <a:pt x="2487372" y="2037153"/>
                  </a:lnTo>
                  <a:lnTo>
                    <a:pt x="2446152" y="2004528"/>
                  </a:lnTo>
                  <a:lnTo>
                    <a:pt x="2405523" y="1972385"/>
                  </a:lnTo>
                  <a:lnTo>
                    <a:pt x="2365272" y="1940587"/>
                  </a:lnTo>
                  <a:lnTo>
                    <a:pt x="2325185" y="1908992"/>
                  </a:lnTo>
                  <a:lnTo>
                    <a:pt x="2280091" y="1883116"/>
                  </a:lnTo>
                  <a:lnTo>
                    <a:pt x="2233345" y="1874288"/>
                  </a:lnTo>
                  <a:lnTo>
                    <a:pt x="2186623" y="1882542"/>
                  </a:lnTo>
                  <a:lnTo>
                    <a:pt x="2141599" y="1907914"/>
                  </a:lnTo>
                  <a:lnTo>
                    <a:pt x="2100974" y="1939516"/>
                  </a:lnTo>
                  <a:lnTo>
                    <a:pt x="2060364" y="1971143"/>
                  </a:lnTo>
                  <a:lnTo>
                    <a:pt x="2019815" y="2002854"/>
                  </a:lnTo>
                  <a:lnTo>
                    <a:pt x="1979376" y="2034703"/>
                  </a:lnTo>
                  <a:lnTo>
                    <a:pt x="1939092" y="2066747"/>
                  </a:lnTo>
                  <a:lnTo>
                    <a:pt x="1897736" y="2095205"/>
                  </a:lnTo>
                  <a:lnTo>
                    <a:pt x="1854074" y="2116592"/>
                  </a:lnTo>
                  <a:lnTo>
                    <a:pt x="1808764" y="2130903"/>
                  </a:lnTo>
                  <a:lnTo>
                    <a:pt x="1762463" y="2138132"/>
                  </a:lnTo>
                  <a:lnTo>
                    <a:pt x="1715827" y="2138274"/>
                  </a:lnTo>
                  <a:lnTo>
                    <a:pt x="1669513" y="2131323"/>
                  </a:lnTo>
                  <a:lnTo>
                    <a:pt x="1624178" y="2117276"/>
                  </a:lnTo>
                  <a:lnTo>
                    <a:pt x="1580479" y="2096125"/>
                  </a:lnTo>
                  <a:lnTo>
                    <a:pt x="1539073" y="2067867"/>
                  </a:lnTo>
                  <a:lnTo>
                    <a:pt x="1498055" y="2035382"/>
                  </a:lnTo>
                  <a:lnTo>
                    <a:pt x="1456947" y="2003010"/>
                  </a:lnTo>
                  <a:lnTo>
                    <a:pt x="1415768" y="1970731"/>
                  </a:lnTo>
                  <a:lnTo>
                    <a:pt x="1374532" y="1938523"/>
                  </a:lnTo>
                  <a:lnTo>
                    <a:pt x="1333258" y="1906364"/>
                  </a:lnTo>
                  <a:lnTo>
                    <a:pt x="1287467" y="1881874"/>
                  </a:lnTo>
                  <a:lnTo>
                    <a:pt x="1237605" y="1874531"/>
                  </a:lnTo>
                  <a:lnTo>
                    <a:pt x="1187435" y="1884276"/>
                  </a:lnTo>
                  <a:lnTo>
                    <a:pt x="1140719" y="1911045"/>
                  </a:lnTo>
                  <a:lnTo>
                    <a:pt x="1104020" y="1940767"/>
                  </a:lnTo>
                  <a:lnTo>
                    <a:pt x="1067425" y="1970616"/>
                  </a:lnTo>
                  <a:lnTo>
                    <a:pt x="1030889" y="2000535"/>
                  </a:lnTo>
                  <a:lnTo>
                    <a:pt x="994366" y="2030472"/>
                  </a:lnTo>
                  <a:lnTo>
                    <a:pt x="957813" y="2060370"/>
                  </a:lnTo>
                  <a:lnTo>
                    <a:pt x="915422" y="2090445"/>
                  </a:lnTo>
                  <a:lnTo>
                    <a:pt x="870975" y="2113397"/>
                  </a:lnTo>
                  <a:lnTo>
                    <a:pt x="825015" y="2129183"/>
                  </a:lnTo>
                  <a:lnTo>
                    <a:pt x="778086" y="2137758"/>
                  </a:lnTo>
                  <a:lnTo>
                    <a:pt x="730732" y="2139079"/>
                  </a:lnTo>
                  <a:lnTo>
                    <a:pt x="683497" y="2133102"/>
                  </a:lnTo>
                  <a:lnTo>
                    <a:pt x="636925" y="2119784"/>
                  </a:lnTo>
                  <a:lnTo>
                    <a:pt x="591558" y="2099079"/>
                  </a:lnTo>
                  <a:lnTo>
                    <a:pt x="547941" y="2070946"/>
                  </a:lnTo>
                  <a:lnTo>
                    <a:pt x="509169" y="2041164"/>
                  </a:lnTo>
                  <a:lnTo>
                    <a:pt x="470977" y="2010605"/>
                  </a:lnTo>
                  <a:lnTo>
                    <a:pt x="433154" y="1979556"/>
                  </a:lnTo>
                  <a:lnTo>
                    <a:pt x="395485" y="1948308"/>
                  </a:lnTo>
                  <a:lnTo>
                    <a:pt x="357758" y="1917149"/>
                  </a:lnTo>
                  <a:lnTo>
                    <a:pt x="315937" y="1890067"/>
                  </a:lnTo>
                  <a:lnTo>
                    <a:pt x="273193" y="1876385"/>
                  </a:lnTo>
                  <a:lnTo>
                    <a:pt x="230100" y="1876145"/>
                  </a:lnTo>
                  <a:lnTo>
                    <a:pt x="187230" y="1889388"/>
                  </a:lnTo>
                  <a:lnTo>
                    <a:pt x="145158" y="1916155"/>
                  </a:lnTo>
                  <a:lnTo>
                    <a:pt x="104634" y="1948928"/>
                  </a:lnTo>
                  <a:lnTo>
                    <a:pt x="64118" y="1981711"/>
                  </a:lnTo>
                  <a:lnTo>
                    <a:pt x="23602" y="2014493"/>
                  </a:lnTo>
                  <a:lnTo>
                    <a:pt x="0" y="2033578"/>
                  </a:lnTo>
                </a:path>
              </a:pathLst>
            </a:custGeom>
            <a:ln w="52354">
              <a:solidFill>
                <a:srgbClr val="0E9C4E"/>
              </a:solidFill>
            </a:ln>
          </p:spPr>
          <p:txBody>
            <a:bodyPr wrap="square" lIns="0" tIns="0" rIns="0" bIns="0" rtlCol="0"/>
            <a:lstStyle/>
            <a:p>
              <a:endParaRPr/>
            </a:p>
          </p:txBody>
        </p:sp>
      </p:grpSp>
      <p:grpSp>
        <p:nvGrpSpPr>
          <p:cNvPr id="99" name="object 99"/>
          <p:cNvGrpSpPr/>
          <p:nvPr/>
        </p:nvGrpSpPr>
        <p:grpSpPr>
          <a:xfrm>
            <a:off x="17805609" y="13522266"/>
            <a:ext cx="2101850" cy="1346200"/>
            <a:chOff x="17805609" y="13522266"/>
            <a:chExt cx="2101850" cy="1346200"/>
          </a:xfrm>
        </p:grpSpPr>
        <p:sp>
          <p:nvSpPr>
            <p:cNvPr id="100" name="object 100"/>
            <p:cNvSpPr/>
            <p:nvPr/>
          </p:nvSpPr>
          <p:spPr>
            <a:xfrm>
              <a:off x="17805603" y="13522274"/>
              <a:ext cx="2101850" cy="1335405"/>
            </a:xfrm>
            <a:custGeom>
              <a:avLst/>
              <a:gdLst/>
              <a:ahLst/>
              <a:cxnLst/>
              <a:rect l="l" t="t" r="r" b="b"/>
              <a:pathLst>
                <a:path w="2101850" h="1335405">
                  <a:moveTo>
                    <a:pt x="2101723" y="984694"/>
                  </a:moveTo>
                  <a:lnTo>
                    <a:pt x="2098522" y="937120"/>
                  </a:lnTo>
                  <a:lnTo>
                    <a:pt x="2089200" y="891476"/>
                  </a:lnTo>
                  <a:lnTo>
                    <a:pt x="2074164" y="848207"/>
                  </a:lnTo>
                  <a:lnTo>
                    <a:pt x="2053856" y="807720"/>
                  </a:lnTo>
                  <a:lnTo>
                    <a:pt x="2028659" y="770420"/>
                  </a:lnTo>
                  <a:lnTo>
                    <a:pt x="1999018" y="736752"/>
                  </a:lnTo>
                  <a:lnTo>
                    <a:pt x="1965350" y="707110"/>
                  </a:lnTo>
                  <a:lnTo>
                    <a:pt x="1928050" y="681926"/>
                  </a:lnTo>
                  <a:lnTo>
                    <a:pt x="1887562" y="661606"/>
                  </a:lnTo>
                  <a:lnTo>
                    <a:pt x="1854161" y="650011"/>
                  </a:lnTo>
                  <a:lnTo>
                    <a:pt x="1854466" y="647382"/>
                  </a:lnTo>
                  <a:lnTo>
                    <a:pt x="1856270" y="600456"/>
                  </a:lnTo>
                  <a:lnTo>
                    <a:pt x="1854466" y="553529"/>
                  </a:lnTo>
                  <a:lnTo>
                    <a:pt x="1849132" y="507593"/>
                  </a:lnTo>
                  <a:lnTo>
                    <a:pt x="1840407" y="462775"/>
                  </a:lnTo>
                  <a:lnTo>
                    <a:pt x="1828431" y="419214"/>
                  </a:lnTo>
                  <a:lnTo>
                    <a:pt x="1813331" y="377037"/>
                  </a:lnTo>
                  <a:lnTo>
                    <a:pt x="1795233" y="336384"/>
                  </a:lnTo>
                  <a:lnTo>
                    <a:pt x="1774291" y="297395"/>
                  </a:lnTo>
                  <a:lnTo>
                    <a:pt x="1750618" y="260184"/>
                  </a:lnTo>
                  <a:lnTo>
                    <a:pt x="1724355" y="224904"/>
                  </a:lnTo>
                  <a:lnTo>
                    <a:pt x="1695627" y="191668"/>
                  </a:lnTo>
                  <a:lnTo>
                    <a:pt x="1664589" y="160629"/>
                  </a:lnTo>
                  <a:lnTo>
                    <a:pt x="1631365" y="131914"/>
                  </a:lnTo>
                  <a:lnTo>
                    <a:pt x="1596072" y="105651"/>
                  </a:lnTo>
                  <a:lnTo>
                    <a:pt x="1558861" y="81978"/>
                  </a:lnTo>
                  <a:lnTo>
                    <a:pt x="1519872" y="61023"/>
                  </a:lnTo>
                  <a:lnTo>
                    <a:pt x="1479219" y="42938"/>
                  </a:lnTo>
                  <a:lnTo>
                    <a:pt x="1437043" y="27838"/>
                  </a:lnTo>
                  <a:lnTo>
                    <a:pt x="1393482" y="15862"/>
                  </a:lnTo>
                  <a:lnTo>
                    <a:pt x="1348663" y="7137"/>
                  </a:lnTo>
                  <a:lnTo>
                    <a:pt x="1302715" y="1803"/>
                  </a:lnTo>
                  <a:lnTo>
                    <a:pt x="1255788" y="0"/>
                  </a:lnTo>
                  <a:lnTo>
                    <a:pt x="1208874" y="1803"/>
                  </a:lnTo>
                  <a:lnTo>
                    <a:pt x="1162926" y="7137"/>
                  </a:lnTo>
                  <a:lnTo>
                    <a:pt x="1118120" y="15862"/>
                  </a:lnTo>
                  <a:lnTo>
                    <a:pt x="1074547" y="27838"/>
                  </a:lnTo>
                  <a:lnTo>
                    <a:pt x="1032383" y="42938"/>
                  </a:lnTo>
                  <a:lnTo>
                    <a:pt x="991730" y="61023"/>
                  </a:lnTo>
                  <a:lnTo>
                    <a:pt x="952728" y="81978"/>
                  </a:lnTo>
                  <a:lnTo>
                    <a:pt x="915517" y="105651"/>
                  </a:lnTo>
                  <a:lnTo>
                    <a:pt x="880237" y="131914"/>
                  </a:lnTo>
                  <a:lnTo>
                    <a:pt x="847001" y="160629"/>
                  </a:lnTo>
                  <a:lnTo>
                    <a:pt x="815962" y="191668"/>
                  </a:lnTo>
                  <a:lnTo>
                    <a:pt x="800303" y="209791"/>
                  </a:lnTo>
                  <a:lnTo>
                    <a:pt x="794600" y="207543"/>
                  </a:lnTo>
                  <a:lnTo>
                    <a:pt x="748753" y="194945"/>
                  </a:lnTo>
                  <a:lnTo>
                    <a:pt x="701090" y="187172"/>
                  </a:lnTo>
                  <a:lnTo>
                    <a:pt x="651903" y="184531"/>
                  </a:lnTo>
                  <a:lnTo>
                    <a:pt x="602703" y="187172"/>
                  </a:lnTo>
                  <a:lnTo>
                    <a:pt x="555040" y="194945"/>
                  </a:lnTo>
                  <a:lnTo>
                    <a:pt x="509193" y="207543"/>
                  </a:lnTo>
                  <a:lnTo>
                    <a:pt x="465429" y="224713"/>
                  </a:lnTo>
                  <a:lnTo>
                    <a:pt x="424027" y="246164"/>
                  </a:lnTo>
                  <a:lnTo>
                    <a:pt x="385254" y="271640"/>
                  </a:lnTo>
                  <a:lnTo>
                    <a:pt x="349402" y="300850"/>
                  </a:lnTo>
                  <a:lnTo>
                    <a:pt x="316725" y="333514"/>
                  </a:lnTo>
                  <a:lnTo>
                    <a:pt x="287515" y="369366"/>
                  </a:lnTo>
                  <a:lnTo>
                    <a:pt x="262051" y="408139"/>
                  </a:lnTo>
                  <a:lnTo>
                    <a:pt x="240588" y="449541"/>
                  </a:lnTo>
                  <a:lnTo>
                    <a:pt x="223431" y="493306"/>
                  </a:lnTo>
                  <a:lnTo>
                    <a:pt x="210820" y="539153"/>
                  </a:lnTo>
                  <a:lnTo>
                    <a:pt x="203060" y="586816"/>
                  </a:lnTo>
                  <a:lnTo>
                    <a:pt x="200406" y="636016"/>
                  </a:lnTo>
                  <a:lnTo>
                    <a:pt x="203060" y="685203"/>
                  </a:lnTo>
                  <a:lnTo>
                    <a:pt x="210820" y="732866"/>
                  </a:lnTo>
                  <a:lnTo>
                    <a:pt x="214528" y="746379"/>
                  </a:lnTo>
                  <a:lnTo>
                    <a:pt x="205930" y="748499"/>
                  </a:lnTo>
                  <a:lnTo>
                    <a:pt x="162725" y="766749"/>
                  </a:lnTo>
                  <a:lnTo>
                    <a:pt x="123266" y="791235"/>
                  </a:lnTo>
                  <a:lnTo>
                    <a:pt x="88188" y="821334"/>
                  </a:lnTo>
                  <a:lnTo>
                    <a:pt x="58089" y="856411"/>
                  </a:lnTo>
                  <a:lnTo>
                    <a:pt x="33604" y="895870"/>
                  </a:lnTo>
                  <a:lnTo>
                    <a:pt x="15354" y="939076"/>
                  </a:lnTo>
                  <a:lnTo>
                    <a:pt x="3937" y="985405"/>
                  </a:lnTo>
                  <a:lnTo>
                    <a:pt x="0" y="1034249"/>
                  </a:lnTo>
                  <a:lnTo>
                    <a:pt x="3937" y="1083081"/>
                  </a:lnTo>
                  <a:lnTo>
                    <a:pt x="15354" y="1129423"/>
                  </a:lnTo>
                  <a:lnTo>
                    <a:pt x="33604" y="1172616"/>
                  </a:lnTo>
                  <a:lnTo>
                    <a:pt x="58089" y="1212075"/>
                  </a:lnTo>
                  <a:lnTo>
                    <a:pt x="88188" y="1247152"/>
                  </a:lnTo>
                  <a:lnTo>
                    <a:pt x="123266" y="1277251"/>
                  </a:lnTo>
                  <a:lnTo>
                    <a:pt x="162725" y="1301737"/>
                  </a:lnTo>
                  <a:lnTo>
                    <a:pt x="205930" y="1319999"/>
                  </a:lnTo>
                  <a:lnTo>
                    <a:pt x="252260" y="1331404"/>
                  </a:lnTo>
                  <a:lnTo>
                    <a:pt x="296468" y="1334973"/>
                  </a:lnTo>
                  <a:lnTo>
                    <a:pt x="296468" y="1335341"/>
                  </a:lnTo>
                  <a:lnTo>
                    <a:pt x="301104" y="1335341"/>
                  </a:lnTo>
                  <a:lnTo>
                    <a:pt x="1751076" y="1335341"/>
                  </a:lnTo>
                  <a:lnTo>
                    <a:pt x="1755089" y="1335341"/>
                  </a:lnTo>
                  <a:lnTo>
                    <a:pt x="1755089" y="1335074"/>
                  </a:lnTo>
                  <a:lnTo>
                    <a:pt x="1798662" y="1332141"/>
                  </a:lnTo>
                  <a:lnTo>
                    <a:pt x="1844294" y="1322819"/>
                  </a:lnTo>
                  <a:lnTo>
                    <a:pt x="1887562" y="1307795"/>
                  </a:lnTo>
                  <a:lnTo>
                    <a:pt x="1928050" y="1287475"/>
                  </a:lnTo>
                  <a:lnTo>
                    <a:pt x="1965350" y="1262278"/>
                  </a:lnTo>
                  <a:lnTo>
                    <a:pt x="1999018" y="1232636"/>
                  </a:lnTo>
                  <a:lnTo>
                    <a:pt x="2028659" y="1198968"/>
                  </a:lnTo>
                  <a:lnTo>
                    <a:pt x="2053856" y="1161681"/>
                  </a:lnTo>
                  <a:lnTo>
                    <a:pt x="2074164" y="1121181"/>
                  </a:lnTo>
                  <a:lnTo>
                    <a:pt x="2089200" y="1077912"/>
                  </a:lnTo>
                  <a:lnTo>
                    <a:pt x="2098522" y="1032281"/>
                  </a:lnTo>
                  <a:lnTo>
                    <a:pt x="2101723" y="984694"/>
                  </a:lnTo>
                  <a:close/>
                </a:path>
              </a:pathLst>
            </a:custGeom>
            <a:solidFill>
              <a:srgbClr val="00705C"/>
            </a:solidFill>
          </p:spPr>
          <p:txBody>
            <a:bodyPr wrap="square" lIns="0" tIns="0" rIns="0" bIns="0" rtlCol="0"/>
            <a:lstStyle/>
            <a:p>
              <a:endParaRPr/>
            </a:p>
          </p:txBody>
        </p:sp>
        <p:sp>
          <p:nvSpPr>
            <p:cNvPr id="101" name="object 101"/>
            <p:cNvSpPr/>
            <p:nvPr/>
          </p:nvSpPr>
          <p:spPr>
            <a:xfrm>
              <a:off x="18315140" y="13954696"/>
              <a:ext cx="1062990" cy="913765"/>
            </a:xfrm>
            <a:custGeom>
              <a:avLst/>
              <a:gdLst/>
              <a:ahLst/>
              <a:cxnLst/>
              <a:rect l="l" t="t" r="r" b="b"/>
              <a:pathLst>
                <a:path w="1062990" h="913765">
                  <a:moveTo>
                    <a:pt x="1062926" y="468337"/>
                  </a:moveTo>
                  <a:lnTo>
                    <a:pt x="890371" y="316280"/>
                  </a:lnTo>
                  <a:lnTo>
                    <a:pt x="890371" y="60337"/>
                  </a:lnTo>
                  <a:lnTo>
                    <a:pt x="708342" y="60337"/>
                  </a:lnTo>
                  <a:lnTo>
                    <a:pt x="708342" y="155867"/>
                  </a:lnTo>
                  <a:lnTo>
                    <a:pt x="531469" y="0"/>
                  </a:lnTo>
                  <a:lnTo>
                    <a:pt x="0" y="468337"/>
                  </a:lnTo>
                  <a:lnTo>
                    <a:pt x="174764" y="468337"/>
                  </a:lnTo>
                  <a:lnTo>
                    <a:pt x="174764" y="913396"/>
                  </a:lnTo>
                  <a:lnTo>
                    <a:pt x="888174" y="913396"/>
                  </a:lnTo>
                  <a:lnTo>
                    <a:pt x="888174" y="468337"/>
                  </a:lnTo>
                  <a:lnTo>
                    <a:pt x="1062926" y="468337"/>
                  </a:lnTo>
                  <a:close/>
                </a:path>
              </a:pathLst>
            </a:custGeom>
            <a:solidFill>
              <a:srgbClr val="FFD13B"/>
            </a:solidFill>
          </p:spPr>
          <p:txBody>
            <a:bodyPr wrap="square" lIns="0" tIns="0" rIns="0" bIns="0" rtlCol="0"/>
            <a:lstStyle/>
            <a:p>
              <a:endParaRPr/>
            </a:p>
          </p:txBody>
        </p:sp>
        <p:sp>
          <p:nvSpPr>
            <p:cNvPr id="102" name="object 102"/>
            <p:cNvSpPr/>
            <p:nvPr/>
          </p:nvSpPr>
          <p:spPr>
            <a:xfrm>
              <a:off x="18674865" y="14431916"/>
              <a:ext cx="343535" cy="314325"/>
            </a:xfrm>
            <a:custGeom>
              <a:avLst/>
              <a:gdLst/>
              <a:ahLst/>
              <a:cxnLst/>
              <a:rect l="l" t="t" r="r" b="b"/>
              <a:pathLst>
                <a:path w="343534" h="314325">
                  <a:moveTo>
                    <a:pt x="343497" y="0"/>
                  </a:moveTo>
                  <a:lnTo>
                    <a:pt x="0" y="0"/>
                  </a:lnTo>
                  <a:lnTo>
                    <a:pt x="0" y="314137"/>
                  </a:lnTo>
                  <a:lnTo>
                    <a:pt x="343497" y="314137"/>
                  </a:lnTo>
                  <a:lnTo>
                    <a:pt x="343497" y="0"/>
                  </a:lnTo>
                  <a:close/>
                </a:path>
              </a:pathLst>
            </a:custGeom>
            <a:solidFill>
              <a:srgbClr val="00705C"/>
            </a:solidFill>
          </p:spPr>
          <p:txBody>
            <a:bodyPr wrap="square" lIns="0" tIns="0" rIns="0" bIns="0" rtlCol="0"/>
            <a:lstStyle/>
            <a:p>
              <a:endParaRPr/>
            </a:p>
          </p:txBody>
        </p:sp>
      </p:grpSp>
      <p:sp>
        <p:nvSpPr>
          <p:cNvPr id="103" name="object 103"/>
          <p:cNvSpPr/>
          <p:nvPr/>
        </p:nvSpPr>
        <p:spPr>
          <a:xfrm>
            <a:off x="17788064" y="12769253"/>
            <a:ext cx="1192530" cy="691515"/>
          </a:xfrm>
          <a:custGeom>
            <a:avLst/>
            <a:gdLst/>
            <a:ahLst/>
            <a:cxnLst/>
            <a:rect l="l" t="t" r="r" b="b"/>
            <a:pathLst>
              <a:path w="1192530" h="691515">
                <a:moveTo>
                  <a:pt x="1192466" y="509638"/>
                </a:moveTo>
                <a:lnTo>
                  <a:pt x="1185989" y="461391"/>
                </a:lnTo>
                <a:lnTo>
                  <a:pt x="1167688" y="418045"/>
                </a:lnTo>
                <a:lnTo>
                  <a:pt x="1139317" y="381304"/>
                </a:lnTo>
                <a:lnTo>
                  <a:pt x="1102588" y="352933"/>
                </a:lnTo>
                <a:lnTo>
                  <a:pt x="1059230" y="334632"/>
                </a:lnTo>
                <a:lnTo>
                  <a:pt x="1010983" y="328155"/>
                </a:lnTo>
                <a:lnTo>
                  <a:pt x="962748" y="334632"/>
                </a:lnTo>
                <a:lnTo>
                  <a:pt x="958850" y="336283"/>
                </a:lnTo>
                <a:lnTo>
                  <a:pt x="960729" y="310769"/>
                </a:lnTo>
                <a:lnTo>
                  <a:pt x="957351" y="264845"/>
                </a:lnTo>
                <a:lnTo>
                  <a:pt x="947572" y="221018"/>
                </a:lnTo>
                <a:lnTo>
                  <a:pt x="931837" y="179755"/>
                </a:lnTo>
                <a:lnTo>
                  <a:pt x="910653" y="141554"/>
                </a:lnTo>
                <a:lnTo>
                  <a:pt x="884491" y="106883"/>
                </a:lnTo>
                <a:lnTo>
                  <a:pt x="853846" y="76225"/>
                </a:lnTo>
                <a:lnTo>
                  <a:pt x="819175" y="50063"/>
                </a:lnTo>
                <a:lnTo>
                  <a:pt x="780961" y="28879"/>
                </a:lnTo>
                <a:lnTo>
                  <a:pt x="739711" y="13157"/>
                </a:lnTo>
                <a:lnTo>
                  <a:pt x="695871" y="3365"/>
                </a:lnTo>
                <a:lnTo>
                  <a:pt x="649947" y="0"/>
                </a:lnTo>
                <a:lnTo>
                  <a:pt x="604024" y="3365"/>
                </a:lnTo>
                <a:lnTo>
                  <a:pt x="560197" y="13157"/>
                </a:lnTo>
                <a:lnTo>
                  <a:pt x="518934" y="28879"/>
                </a:lnTo>
                <a:lnTo>
                  <a:pt x="480733" y="50063"/>
                </a:lnTo>
                <a:lnTo>
                  <a:pt x="446062" y="76225"/>
                </a:lnTo>
                <a:lnTo>
                  <a:pt x="415404" y="106883"/>
                </a:lnTo>
                <a:lnTo>
                  <a:pt x="413588" y="109296"/>
                </a:lnTo>
                <a:lnTo>
                  <a:pt x="384492" y="100253"/>
                </a:lnTo>
                <a:lnTo>
                  <a:pt x="337400" y="95504"/>
                </a:lnTo>
                <a:lnTo>
                  <a:pt x="290309" y="100253"/>
                </a:lnTo>
                <a:lnTo>
                  <a:pt x="246443" y="113868"/>
                </a:lnTo>
                <a:lnTo>
                  <a:pt x="206756" y="135407"/>
                </a:lnTo>
                <a:lnTo>
                  <a:pt x="172173" y="163944"/>
                </a:lnTo>
                <a:lnTo>
                  <a:pt x="143637" y="198526"/>
                </a:lnTo>
                <a:lnTo>
                  <a:pt x="122097" y="238213"/>
                </a:lnTo>
                <a:lnTo>
                  <a:pt x="108483" y="282079"/>
                </a:lnTo>
                <a:lnTo>
                  <a:pt x="103733" y="329171"/>
                </a:lnTo>
                <a:lnTo>
                  <a:pt x="108483" y="376262"/>
                </a:lnTo>
                <a:lnTo>
                  <a:pt x="111671" y="386575"/>
                </a:lnTo>
                <a:lnTo>
                  <a:pt x="106578" y="387388"/>
                </a:lnTo>
                <a:lnTo>
                  <a:pt x="63804" y="409511"/>
                </a:lnTo>
                <a:lnTo>
                  <a:pt x="30073" y="443242"/>
                </a:lnTo>
                <a:lnTo>
                  <a:pt x="7950" y="486016"/>
                </a:lnTo>
                <a:lnTo>
                  <a:pt x="0" y="535279"/>
                </a:lnTo>
                <a:lnTo>
                  <a:pt x="7950" y="584542"/>
                </a:lnTo>
                <a:lnTo>
                  <a:pt x="30073" y="627316"/>
                </a:lnTo>
                <a:lnTo>
                  <a:pt x="63804" y="661047"/>
                </a:lnTo>
                <a:lnTo>
                  <a:pt x="106578" y="683171"/>
                </a:lnTo>
                <a:lnTo>
                  <a:pt x="153441" y="690740"/>
                </a:lnTo>
                <a:lnTo>
                  <a:pt x="153441" y="691121"/>
                </a:lnTo>
                <a:lnTo>
                  <a:pt x="155841" y="691121"/>
                </a:lnTo>
                <a:lnTo>
                  <a:pt x="1010983" y="691121"/>
                </a:lnTo>
                <a:lnTo>
                  <a:pt x="1013066" y="691121"/>
                </a:lnTo>
                <a:lnTo>
                  <a:pt x="1012926" y="690867"/>
                </a:lnTo>
                <a:lnTo>
                  <a:pt x="1059230" y="684631"/>
                </a:lnTo>
                <a:lnTo>
                  <a:pt x="1102588" y="666343"/>
                </a:lnTo>
                <a:lnTo>
                  <a:pt x="1139317" y="637959"/>
                </a:lnTo>
                <a:lnTo>
                  <a:pt x="1167688" y="601230"/>
                </a:lnTo>
                <a:lnTo>
                  <a:pt x="1185989" y="557885"/>
                </a:lnTo>
                <a:lnTo>
                  <a:pt x="1192466" y="509638"/>
                </a:lnTo>
                <a:close/>
              </a:path>
            </a:pathLst>
          </a:custGeom>
          <a:solidFill>
            <a:srgbClr val="00705C"/>
          </a:solidFill>
        </p:spPr>
        <p:txBody>
          <a:bodyPr wrap="square" lIns="0" tIns="0" rIns="0" bIns="0" rtlCol="0"/>
          <a:lstStyle/>
          <a:p>
            <a:endParaRPr/>
          </a:p>
        </p:txBody>
      </p:sp>
      <p:sp>
        <p:nvSpPr>
          <p:cNvPr id="104" name="object 104"/>
          <p:cNvSpPr/>
          <p:nvPr/>
        </p:nvSpPr>
        <p:spPr>
          <a:xfrm>
            <a:off x="13892040" y="833828"/>
            <a:ext cx="982980" cy="121285"/>
          </a:xfrm>
          <a:custGeom>
            <a:avLst/>
            <a:gdLst/>
            <a:ahLst/>
            <a:cxnLst/>
            <a:rect l="l" t="t" r="r" b="b"/>
            <a:pathLst>
              <a:path w="982980" h="121284">
                <a:moveTo>
                  <a:pt x="982818" y="88540"/>
                </a:moveTo>
                <a:lnTo>
                  <a:pt x="931962" y="69950"/>
                </a:lnTo>
                <a:lnTo>
                  <a:pt x="880974" y="51439"/>
                </a:lnTo>
                <a:lnTo>
                  <a:pt x="829886" y="32987"/>
                </a:lnTo>
                <a:lnTo>
                  <a:pt x="778730" y="14574"/>
                </a:lnTo>
                <a:lnTo>
                  <a:pt x="733322" y="3360"/>
                </a:lnTo>
                <a:lnTo>
                  <a:pt x="683879" y="0"/>
                </a:lnTo>
                <a:lnTo>
                  <a:pt x="634130" y="4462"/>
                </a:lnTo>
                <a:lnTo>
                  <a:pt x="587804" y="16720"/>
                </a:lnTo>
                <a:lnTo>
                  <a:pt x="542333" y="33746"/>
                </a:lnTo>
                <a:lnTo>
                  <a:pt x="497007" y="50850"/>
                </a:lnTo>
                <a:lnTo>
                  <a:pt x="451737" y="67986"/>
                </a:lnTo>
                <a:lnTo>
                  <a:pt x="406437" y="85106"/>
                </a:lnTo>
                <a:lnTo>
                  <a:pt x="358993" y="100373"/>
                </a:lnTo>
                <a:lnTo>
                  <a:pt x="309053" y="111508"/>
                </a:lnTo>
                <a:lnTo>
                  <a:pt x="257385" y="118482"/>
                </a:lnTo>
                <a:lnTo>
                  <a:pt x="204758" y="121267"/>
                </a:lnTo>
                <a:lnTo>
                  <a:pt x="151938" y="119835"/>
                </a:lnTo>
                <a:lnTo>
                  <a:pt x="99693" y="114157"/>
                </a:lnTo>
                <a:lnTo>
                  <a:pt x="48791" y="104206"/>
                </a:lnTo>
                <a:lnTo>
                  <a:pt x="0" y="89954"/>
                </a:lnTo>
              </a:path>
            </a:pathLst>
          </a:custGeom>
          <a:ln w="54909">
            <a:solidFill>
              <a:srgbClr val="00705C"/>
            </a:solidFill>
          </a:ln>
        </p:spPr>
        <p:txBody>
          <a:bodyPr wrap="square" lIns="0" tIns="0" rIns="0" bIns="0" rtlCol="0"/>
          <a:lstStyle/>
          <a:p>
            <a:endParaRPr/>
          </a:p>
        </p:txBody>
      </p:sp>
      <p:sp>
        <p:nvSpPr>
          <p:cNvPr id="105" name="object 105"/>
          <p:cNvSpPr/>
          <p:nvPr/>
        </p:nvSpPr>
        <p:spPr>
          <a:xfrm>
            <a:off x="12766491" y="1598222"/>
            <a:ext cx="967105" cy="121285"/>
          </a:xfrm>
          <a:custGeom>
            <a:avLst/>
            <a:gdLst/>
            <a:ahLst/>
            <a:cxnLst/>
            <a:rect l="l" t="t" r="r" b="b"/>
            <a:pathLst>
              <a:path w="967105" h="121285">
                <a:moveTo>
                  <a:pt x="966556" y="85087"/>
                </a:moveTo>
                <a:lnTo>
                  <a:pt x="919112" y="100351"/>
                </a:lnTo>
                <a:lnTo>
                  <a:pt x="869172" y="111485"/>
                </a:lnTo>
                <a:lnTo>
                  <a:pt x="817504" y="118458"/>
                </a:lnTo>
                <a:lnTo>
                  <a:pt x="764877" y="121243"/>
                </a:lnTo>
                <a:lnTo>
                  <a:pt x="712057" y="119811"/>
                </a:lnTo>
                <a:lnTo>
                  <a:pt x="659812" y="114133"/>
                </a:lnTo>
                <a:lnTo>
                  <a:pt x="608910" y="104181"/>
                </a:lnTo>
                <a:lnTo>
                  <a:pt x="560119" y="89925"/>
                </a:lnTo>
                <a:lnTo>
                  <a:pt x="512157" y="72819"/>
                </a:lnTo>
                <a:lnTo>
                  <a:pt x="465015" y="55206"/>
                </a:lnTo>
                <a:lnTo>
                  <a:pt x="418280" y="37346"/>
                </a:lnTo>
                <a:lnTo>
                  <a:pt x="371538" y="19498"/>
                </a:lnTo>
                <a:lnTo>
                  <a:pt x="319535" y="4950"/>
                </a:lnTo>
                <a:lnTo>
                  <a:pt x="266324" y="0"/>
                </a:lnTo>
                <a:lnTo>
                  <a:pt x="213015" y="4683"/>
                </a:lnTo>
                <a:lnTo>
                  <a:pt x="160717" y="19037"/>
                </a:lnTo>
                <a:lnTo>
                  <a:pt x="120533" y="34048"/>
                </a:lnTo>
                <a:lnTo>
                  <a:pt x="80358" y="49062"/>
                </a:lnTo>
                <a:lnTo>
                  <a:pt x="40184" y="64077"/>
                </a:lnTo>
                <a:lnTo>
                  <a:pt x="0" y="79087"/>
                </a:lnTo>
              </a:path>
            </a:pathLst>
          </a:custGeom>
          <a:ln w="54909">
            <a:solidFill>
              <a:srgbClr val="00705C"/>
            </a:solidFill>
          </a:ln>
        </p:spPr>
        <p:txBody>
          <a:bodyPr wrap="square" lIns="0" tIns="0" rIns="0" bIns="0" rtlCol="0"/>
          <a:lstStyle/>
          <a:p>
            <a:endParaRPr/>
          </a:p>
        </p:txBody>
      </p:sp>
      <p:sp>
        <p:nvSpPr>
          <p:cNvPr id="106" name="object 106"/>
          <p:cNvSpPr txBox="1">
            <a:spLocks noGrp="1"/>
          </p:cNvSpPr>
          <p:nvPr>
            <p:ph type="title"/>
          </p:nvPr>
        </p:nvSpPr>
        <p:spPr>
          <a:xfrm>
            <a:off x="929679" y="3573988"/>
            <a:ext cx="8235950" cy="3075778"/>
          </a:xfrm>
          <a:prstGeom prst="rect">
            <a:avLst/>
          </a:prstGeom>
        </p:spPr>
        <p:txBody>
          <a:bodyPr vert="horz" wrap="square" lIns="0" tIns="83820" rIns="0" bIns="0" rtlCol="0">
            <a:spAutoFit/>
          </a:bodyPr>
          <a:lstStyle/>
          <a:p>
            <a:pPr marL="12700" marR="5080">
              <a:lnSpc>
                <a:spcPct val="92600"/>
              </a:lnSpc>
              <a:spcBef>
                <a:spcPts val="660"/>
              </a:spcBef>
            </a:pPr>
            <a:r>
              <a:rPr sz="5900" spc="10" dirty="0"/>
              <a:t>Pollution-free </a:t>
            </a:r>
            <a:r>
              <a:rPr sz="5900" spc="15" dirty="0"/>
              <a:t> environments </a:t>
            </a:r>
            <a:r>
              <a:rPr sz="5900" spc="-20" dirty="0"/>
              <a:t>for </a:t>
            </a:r>
            <a:r>
              <a:rPr sz="5900" spc="-15" dirty="0"/>
              <a:t> </a:t>
            </a:r>
            <a:r>
              <a:rPr sz="5900" spc="20" dirty="0"/>
              <a:t>healthy</a:t>
            </a:r>
            <a:r>
              <a:rPr sz="5900" spc="-80" dirty="0"/>
              <a:t> </a:t>
            </a:r>
            <a:r>
              <a:rPr sz="5900" spc="20" dirty="0"/>
              <a:t>generations</a:t>
            </a:r>
            <a:br>
              <a:rPr lang="en-US" altLang="ja-JP" sz="5900" spc="20" dirty="0"/>
            </a:br>
            <a:r>
              <a:rPr lang="en-US" altLang="ja-JP" sz="3200" spc="-45" dirty="0">
                <a:solidFill>
                  <a:schemeClr val="tx1"/>
                </a:solidFill>
                <a:latin typeface="Arial"/>
                <a:cs typeface="Arial"/>
              </a:rPr>
              <a:t>WHO</a:t>
            </a:r>
            <a:r>
              <a:rPr lang="en-US" altLang="ja-JP" sz="3200" spc="-75" dirty="0">
                <a:solidFill>
                  <a:schemeClr val="tx1"/>
                </a:solidFill>
                <a:latin typeface="Arial"/>
                <a:cs typeface="Arial"/>
              </a:rPr>
              <a:t> information slides </a:t>
            </a:r>
            <a:r>
              <a:rPr lang="en-US" altLang="ja-JP" sz="3200" spc="-55" dirty="0">
                <a:solidFill>
                  <a:schemeClr val="tx1"/>
                </a:solidFill>
                <a:latin typeface="Arial"/>
                <a:cs typeface="Arial"/>
              </a:rPr>
              <a:t>for</a:t>
            </a:r>
            <a:r>
              <a:rPr lang="en-US" altLang="ja-JP" sz="3200" spc="-70" dirty="0">
                <a:solidFill>
                  <a:schemeClr val="tx1"/>
                </a:solidFill>
                <a:latin typeface="Arial"/>
                <a:cs typeface="Arial"/>
              </a:rPr>
              <a:t> </a:t>
            </a:r>
            <a:r>
              <a:rPr lang="en-US" altLang="ja-JP" sz="3200" spc="-55" dirty="0">
                <a:solidFill>
                  <a:schemeClr val="tx1"/>
                </a:solidFill>
                <a:latin typeface="Arial"/>
                <a:cs typeface="Arial"/>
              </a:rPr>
              <a:t>the</a:t>
            </a:r>
            <a:r>
              <a:rPr lang="en-US" altLang="ja-JP" sz="3200" spc="-75" dirty="0">
                <a:solidFill>
                  <a:schemeClr val="tx1"/>
                </a:solidFill>
                <a:latin typeface="Arial"/>
                <a:cs typeface="Arial"/>
              </a:rPr>
              <a:t> health </a:t>
            </a:r>
            <a:r>
              <a:rPr lang="en-US" altLang="ja-JP" sz="3200" spc="-65" dirty="0">
                <a:solidFill>
                  <a:schemeClr val="tx1"/>
                </a:solidFill>
                <a:latin typeface="Arial"/>
                <a:cs typeface="Arial"/>
              </a:rPr>
              <a:t>sector</a:t>
            </a:r>
            <a:endParaRPr sz="3200" dirty="0">
              <a:solidFill>
                <a:schemeClr val="tx1"/>
              </a:solidFill>
            </a:endParaRPr>
          </a:p>
        </p:txBody>
      </p:sp>
      <p:sp>
        <p:nvSpPr>
          <p:cNvPr id="107" name="object 107"/>
          <p:cNvSpPr txBox="1"/>
          <p:nvPr/>
        </p:nvSpPr>
        <p:spPr>
          <a:xfrm>
            <a:off x="929679" y="7858072"/>
            <a:ext cx="7135495" cy="2979420"/>
          </a:xfrm>
          <a:prstGeom prst="rect">
            <a:avLst/>
          </a:prstGeom>
        </p:spPr>
        <p:txBody>
          <a:bodyPr vert="horz" wrap="square" lIns="0" tIns="47625" rIns="0" bIns="0" rtlCol="0">
            <a:spAutoFit/>
          </a:bodyPr>
          <a:lstStyle/>
          <a:p>
            <a:pPr marL="12700" marR="5080">
              <a:lnSpc>
                <a:spcPts val="5770"/>
              </a:lnSpc>
              <a:spcBef>
                <a:spcPts val="375"/>
              </a:spcBef>
            </a:pPr>
            <a:r>
              <a:rPr sz="4950" b="1" spc="-90" dirty="0">
                <a:solidFill>
                  <a:srgbClr val="333333"/>
                </a:solidFill>
                <a:latin typeface="Arial"/>
                <a:cs typeface="Arial"/>
              </a:rPr>
              <a:t>What</a:t>
            </a:r>
            <a:r>
              <a:rPr sz="4950" b="1" spc="-145" dirty="0">
                <a:solidFill>
                  <a:srgbClr val="333333"/>
                </a:solidFill>
                <a:latin typeface="Arial"/>
                <a:cs typeface="Arial"/>
              </a:rPr>
              <a:t> </a:t>
            </a:r>
            <a:r>
              <a:rPr sz="4950" b="1" spc="-100" dirty="0">
                <a:solidFill>
                  <a:srgbClr val="333333"/>
                </a:solidFill>
                <a:latin typeface="Arial"/>
                <a:cs typeface="Arial"/>
              </a:rPr>
              <a:t>every</a:t>
            </a:r>
            <a:r>
              <a:rPr sz="4950" b="1" spc="-145" dirty="0">
                <a:solidFill>
                  <a:srgbClr val="333333"/>
                </a:solidFill>
                <a:latin typeface="Arial"/>
                <a:cs typeface="Arial"/>
              </a:rPr>
              <a:t> </a:t>
            </a:r>
            <a:r>
              <a:rPr sz="4950" spc="-85" dirty="0">
                <a:solidFill>
                  <a:srgbClr val="338D7D"/>
                </a:solidFill>
                <a:latin typeface="Arial Black"/>
                <a:cs typeface="Arial Black"/>
              </a:rPr>
              <a:t>community </a:t>
            </a:r>
            <a:r>
              <a:rPr sz="4950" spc="-1635" dirty="0">
                <a:solidFill>
                  <a:srgbClr val="338D7D"/>
                </a:solidFill>
                <a:latin typeface="Arial Black"/>
                <a:cs typeface="Arial Black"/>
              </a:rPr>
              <a:t> </a:t>
            </a:r>
            <a:r>
              <a:rPr sz="4950" spc="-105" dirty="0">
                <a:solidFill>
                  <a:srgbClr val="338D7D"/>
                </a:solidFill>
                <a:latin typeface="Arial Black"/>
                <a:cs typeface="Arial Black"/>
              </a:rPr>
              <a:t>h</a:t>
            </a:r>
            <a:r>
              <a:rPr sz="4950" spc="-114" dirty="0">
                <a:solidFill>
                  <a:srgbClr val="338D7D"/>
                </a:solidFill>
                <a:latin typeface="Arial Black"/>
                <a:cs typeface="Arial Black"/>
              </a:rPr>
              <a:t>e</a:t>
            </a:r>
            <a:r>
              <a:rPr sz="4950" spc="-110" dirty="0">
                <a:solidFill>
                  <a:srgbClr val="338D7D"/>
                </a:solidFill>
                <a:latin typeface="Arial Black"/>
                <a:cs typeface="Arial Black"/>
              </a:rPr>
              <a:t>al</a:t>
            </a:r>
            <a:r>
              <a:rPr sz="4950" spc="-65" dirty="0">
                <a:solidFill>
                  <a:srgbClr val="338D7D"/>
                </a:solidFill>
                <a:latin typeface="Arial Black"/>
                <a:cs typeface="Arial Black"/>
              </a:rPr>
              <a:t>t</a:t>
            </a:r>
            <a:r>
              <a:rPr sz="4950" spc="-5" dirty="0">
                <a:solidFill>
                  <a:srgbClr val="338D7D"/>
                </a:solidFill>
                <a:latin typeface="Arial Black"/>
                <a:cs typeface="Arial Black"/>
              </a:rPr>
              <a:t>h</a:t>
            </a:r>
            <a:r>
              <a:rPr sz="4950" spc="-105" dirty="0">
                <a:solidFill>
                  <a:srgbClr val="338D7D"/>
                </a:solidFill>
                <a:latin typeface="Arial Black"/>
                <a:cs typeface="Arial Black"/>
              </a:rPr>
              <a:t> </a:t>
            </a:r>
            <a:r>
              <a:rPr sz="4950" spc="-204" dirty="0">
                <a:solidFill>
                  <a:srgbClr val="338D7D"/>
                </a:solidFill>
                <a:latin typeface="Arial Black"/>
                <a:cs typeface="Arial Black"/>
              </a:rPr>
              <a:t>w</a:t>
            </a:r>
            <a:r>
              <a:rPr sz="4950" spc="-110" dirty="0">
                <a:solidFill>
                  <a:srgbClr val="338D7D"/>
                </a:solidFill>
                <a:latin typeface="Arial Black"/>
                <a:cs typeface="Arial Black"/>
              </a:rPr>
              <a:t>o</a:t>
            </a:r>
            <a:r>
              <a:rPr sz="4950" spc="-30" dirty="0">
                <a:solidFill>
                  <a:srgbClr val="338D7D"/>
                </a:solidFill>
                <a:latin typeface="Arial Black"/>
                <a:cs typeface="Arial Black"/>
              </a:rPr>
              <a:t>r</a:t>
            </a:r>
            <a:r>
              <a:rPr sz="4950" spc="-210" dirty="0">
                <a:solidFill>
                  <a:srgbClr val="338D7D"/>
                </a:solidFill>
                <a:latin typeface="Arial Black"/>
                <a:cs typeface="Arial Black"/>
              </a:rPr>
              <a:t>k</a:t>
            </a:r>
            <a:r>
              <a:rPr sz="4950" spc="-90" dirty="0">
                <a:solidFill>
                  <a:srgbClr val="338D7D"/>
                </a:solidFill>
                <a:latin typeface="Arial Black"/>
                <a:cs typeface="Arial Black"/>
              </a:rPr>
              <a:t>e</a:t>
            </a:r>
            <a:r>
              <a:rPr sz="4950" spc="-5" dirty="0">
                <a:solidFill>
                  <a:srgbClr val="338D7D"/>
                </a:solidFill>
                <a:latin typeface="Arial Black"/>
                <a:cs typeface="Arial Black"/>
              </a:rPr>
              <a:t>r</a:t>
            </a:r>
            <a:r>
              <a:rPr sz="4950" spc="-365" dirty="0">
                <a:solidFill>
                  <a:srgbClr val="338D7D"/>
                </a:solidFill>
                <a:latin typeface="Arial Black"/>
                <a:cs typeface="Arial Black"/>
              </a:rPr>
              <a:t> </a:t>
            </a:r>
            <a:r>
              <a:rPr sz="4950" b="1" spc="-114" dirty="0">
                <a:solidFill>
                  <a:srgbClr val="333333"/>
                </a:solidFill>
                <a:latin typeface="Arial"/>
                <a:cs typeface="Arial"/>
              </a:rPr>
              <a:t>n</a:t>
            </a:r>
            <a:r>
              <a:rPr sz="4950" b="1" spc="-95" dirty="0">
                <a:solidFill>
                  <a:srgbClr val="333333"/>
                </a:solidFill>
                <a:latin typeface="Arial"/>
                <a:cs typeface="Arial"/>
              </a:rPr>
              <a:t>e</a:t>
            </a:r>
            <a:r>
              <a:rPr sz="4950" b="1" spc="-120" dirty="0">
                <a:solidFill>
                  <a:srgbClr val="333333"/>
                </a:solidFill>
                <a:latin typeface="Arial"/>
                <a:cs typeface="Arial"/>
              </a:rPr>
              <a:t>e</a:t>
            </a:r>
            <a:r>
              <a:rPr sz="4950" b="1" spc="-100" dirty="0">
                <a:solidFill>
                  <a:srgbClr val="333333"/>
                </a:solidFill>
                <a:latin typeface="Arial"/>
                <a:cs typeface="Arial"/>
              </a:rPr>
              <a:t>d</a:t>
            </a:r>
            <a:r>
              <a:rPr sz="4950" b="1" spc="-5" dirty="0">
                <a:solidFill>
                  <a:srgbClr val="333333"/>
                </a:solidFill>
                <a:latin typeface="Arial"/>
                <a:cs typeface="Arial"/>
              </a:rPr>
              <a:t>s  </a:t>
            </a:r>
            <a:r>
              <a:rPr sz="4950" b="1" spc="-70" dirty="0">
                <a:solidFill>
                  <a:srgbClr val="333333"/>
                </a:solidFill>
                <a:latin typeface="Arial"/>
                <a:cs typeface="Arial"/>
              </a:rPr>
              <a:t>to </a:t>
            </a:r>
            <a:r>
              <a:rPr sz="4950" b="1" spc="-114" dirty="0">
                <a:solidFill>
                  <a:srgbClr val="333333"/>
                </a:solidFill>
                <a:latin typeface="Arial"/>
                <a:cs typeface="Arial"/>
              </a:rPr>
              <a:t>know </a:t>
            </a:r>
            <a:r>
              <a:rPr sz="4950" b="1" spc="-95" dirty="0">
                <a:solidFill>
                  <a:srgbClr val="333333"/>
                </a:solidFill>
                <a:latin typeface="Arial"/>
                <a:cs typeface="Arial"/>
              </a:rPr>
              <a:t>about </a:t>
            </a:r>
            <a:r>
              <a:rPr sz="4950" b="1" spc="-145" dirty="0">
                <a:solidFill>
                  <a:srgbClr val="333333"/>
                </a:solidFill>
                <a:latin typeface="Arial"/>
                <a:cs typeface="Arial"/>
              </a:rPr>
              <a:t>children’s </a:t>
            </a:r>
            <a:r>
              <a:rPr sz="4950" b="1" spc="-1365" dirty="0">
                <a:solidFill>
                  <a:srgbClr val="333333"/>
                </a:solidFill>
                <a:latin typeface="Arial"/>
                <a:cs typeface="Arial"/>
              </a:rPr>
              <a:t> </a:t>
            </a:r>
            <a:r>
              <a:rPr sz="4950" b="1" spc="-125" dirty="0">
                <a:solidFill>
                  <a:srgbClr val="333333"/>
                </a:solidFill>
                <a:latin typeface="Arial"/>
                <a:cs typeface="Arial"/>
              </a:rPr>
              <a:t>environmental</a:t>
            </a:r>
            <a:r>
              <a:rPr sz="4950" b="1" spc="-114" dirty="0">
                <a:solidFill>
                  <a:srgbClr val="333333"/>
                </a:solidFill>
                <a:latin typeface="Arial"/>
                <a:cs typeface="Arial"/>
              </a:rPr>
              <a:t> </a:t>
            </a:r>
            <a:r>
              <a:rPr sz="4950" b="1" spc="-95" dirty="0">
                <a:solidFill>
                  <a:srgbClr val="333333"/>
                </a:solidFill>
                <a:latin typeface="Arial"/>
                <a:cs typeface="Arial"/>
              </a:rPr>
              <a:t>health</a:t>
            </a:r>
            <a:endParaRPr sz="4950">
              <a:latin typeface="Arial"/>
              <a:cs typeface="Arial"/>
            </a:endParaRPr>
          </a:p>
        </p:txBody>
      </p:sp>
      <p:pic>
        <p:nvPicPr>
          <p:cNvPr id="108" name="図 107">
            <a:extLst>
              <a:ext uri="{FF2B5EF4-FFF2-40B4-BE49-F238E27FC236}">
                <a16:creationId xmlns:a16="http://schemas.microsoft.com/office/drawing/2014/main" id="{F923FC1A-29E5-4370-8A46-0D584314456D}"/>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809783" y="12999786"/>
            <a:ext cx="5330911" cy="1680348"/>
          </a:xfrm>
          <a:prstGeom prst="rect">
            <a:avLst/>
          </a:prstGeom>
        </p:spPr>
      </p:pic>
      <p:sp>
        <p:nvSpPr>
          <p:cNvPr id="109" name="テキスト ボックス 108">
            <a:extLst>
              <a:ext uri="{FF2B5EF4-FFF2-40B4-BE49-F238E27FC236}">
                <a16:creationId xmlns:a16="http://schemas.microsoft.com/office/drawing/2014/main" id="{26DC44E2-9E46-431A-A8B6-A54FEBB0DC51}"/>
              </a:ext>
            </a:extLst>
          </p:cNvPr>
          <p:cNvSpPr txBox="1"/>
          <p:nvPr/>
        </p:nvSpPr>
        <p:spPr>
          <a:xfrm>
            <a:off x="12292273" y="10069256"/>
            <a:ext cx="4693977" cy="369332"/>
          </a:xfrm>
          <a:prstGeom prst="rect">
            <a:avLst/>
          </a:prstGeom>
          <a:noFill/>
        </p:spPr>
        <p:txBody>
          <a:bodyPr wrap="none" rtlCol="0">
            <a:spAutoFit/>
          </a:bodyPr>
          <a:lstStyle/>
          <a:p>
            <a:r>
              <a:rPr lang="en-ZA" altLang="ja-JP" dirty="0"/>
              <a:t>© World Health Organization/Francis </a:t>
            </a:r>
            <a:r>
              <a:rPr lang="en-ZA" altLang="ja-JP" dirty="0" err="1"/>
              <a:t>Kokoroko</a:t>
            </a:r>
            <a:endParaRPr kumimoji="1" lang="ja-JP" altLang="en-US" dirty="0"/>
          </a:p>
        </p:txBody>
      </p:sp>
      <p:sp>
        <p:nvSpPr>
          <p:cNvPr id="110" name="テキスト ボックス 109">
            <a:extLst>
              <a:ext uri="{FF2B5EF4-FFF2-40B4-BE49-F238E27FC236}">
                <a16:creationId xmlns:a16="http://schemas.microsoft.com/office/drawing/2014/main" id="{6673F6E1-E233-4369-834B-14A6B4F0C594}"/>
              </a:ext>
            </a:extLst>
          </p:cNvPr>
          <p:cNvSpPr txBox="1"/>
          <p:nvPr/>
        </p:nvSpPr>
        <p:spPr>
          <a:xfrm>
            <a:off x="343258" y="14312783"/>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1</a:t>
            </a:r>
            <a:endParaRPr kumimoji="1" lang="ja-JP" altLang="en-US" sz="2800" dirty="0">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5081250" y="9677401"/>
            <a:ext cx="5026024" cy="5026024"/>
          </a:xfrm>
          <a:prstGeom prst="rect">
            <a:avLst/>
          </a:prstGeom>
        </p:spPr>
      </p:pic>
      <p:sp>
        <p:nvSpPr>
          <p:cNvPr id="3" name="object 3"/>
          <p:cNvSpPr/>
          <p:nvPr/>
        </p:nvSpPr>
        <p:spPr>
          <a:xfrm>
            <a:off x="17591307" y="0"/>
            <a:ext cx="2513330" cy="2502535"/>
          </a:xfrm>
          <a:custGeom>
            <a:avLst/>
            <a:gdLst/>
            <a:ahLst/>
            <a:cxnLst/>
            <a:rect l="l" t="t" r="r" b="b"/>
            <a:pathLst>
              <a:path w="2513330" h="2502535">
                <a:moveTo>
                  <a:pt x="2512792" y="0"/>
                </a:moveTo>
                <a:lnTo>
                  <a:pt x="0" y="0"/>
                </a:lnTo>
                <a:lnTo>
                  <a:pt x="0" y="2502321"/>
                </a:lnTo>
                <a:lnTo>
                  <a:pt x="2512792" y="2502321"/>
                </a:lnTo>
                <a:lnTo>
                  <a:pt x="2512792" y="0"/>
                </a:lnTo>
                <a:close/>
              </a:path>
            </a:pathLst>
          </a:custGeom>
          <a:solidFill>
            <a:srgbClr val="0E9C4E"/>
          </a:solidFill>
        </p:spPr>
        <p:txBody>
          <a:bodyPr wrap="square" lIns="0" tIns="0" rIns="0" bIns="0" rtlCol="0"/>
          <a:lstStyle/>
          <a:p>
            <a:endParaRPr/>
          </a:p>
        </p:txBody>
      </p:sp>
      <p:pic>
        <p:nvPicPr>
          <p:cNvPr id="4" name="object 4"/>
          <p:cNvPicPr/>
          <p:nvPr/>
        </p:nvPicPr>
        <p:blipFill>
          <a:blip r:embed="rId4" cstate="print"/>
          <a:stretch>
            <a:fillRect/>
          </a:stretch>
        </p:blipFill>
        <p:spPr>
          <a:xfrm>
            <a:off x="12916393" y="392545"/>
            <a:ext cx="146592" cy="146592"/>
          </a:xfrm>
          <a:prstGeom prst="rect">
            <a:avLst/>
          </a:prstGeom>
        </p:spPr>
      </p:pic>
      <p:pic>
        <p:nvPicPr>
          <p:cNvPr id="5" name="object 5"/>
          <p:cNvPicPr/>
          <p:nvPr/>
        </p:nvPicPr>
        <p:blipFill>
          <a:blip r:embed="rId5" cstate="print"/>
          <a:stretch>
            <a:fillRect/>
          </a:stretch>
        </p:blipFill>
        <p:spPr>
          <a:xfrm>
            <a:off x="14068190" y="392545"/>
            <a:ext cx="146592" cy="146592"/>
          </a:xfrm>
          <a:prstGeom prst="rect">
            <a:avLst/>
          </a:prstGeom>
        </p:spPr>
      </p:pic>
      <p:pic>
        <p:nvPicPr>
          <p:cNvPr id="6" name="object 6"/>
          <p:cNvPicPr/>
          <p:nvPr/>
        </p:nvPicPr>
        <p:blipFill>
          <a:blip r:embed="rId6" cstate="print"/>
          <a:stretch>
            <a:fillRect/>
          </a:stretch>
        </p:blipFill>
        <p:spPr>
          <a:xfrm>
            <a:off x="13429467" y="912599"/>
            <a:ext cx="146592" cy="146592"/>
          </a:xfrm>
          <a:prstGeom prst="rect">
            <a:avLst/>
          </a:prstGeom>
        </p:spPr>
      </p:pic>
      <p:pic>
        <p:nvPicPr>
          <p:cNvPr id="7" name="object 7"/>
          <p:cNvPicPr/>
          <p:nvPr/>
        </p:nvPicPr>
        <p:blipFill>
          <a:blip r:embed="rId7" cstate="print"/>
          <a:stretch>
            <a:fillRect/>
          </a:stretch>
        </p:blipFill>
        <p:spPr>
          <a:xfrm>
            <a:off x="14581265" y="912599"/>
            <a:ext cx="146592" cy="146592"/>
          </a:xfrm>
          <a:prstGeom prst="rect">
            <a:avLst/>
          </a:prstGeom>
        </p:spPr>
      </p:pic>
      <p:pic>
        <p:nvPicPr>
          <p:cNvPr id="8" name="object 8"/>
          <p:cNvPicPr/>
          <p:nvPr/>
        </p:nvPicPr>
        <p:blipFill>
          <a:blip r:embed="rId4" cstate="print"/>
          <a:stretch>
            <a:fillRect/>
          </a:stretch>
        </p:blipFill>
        <p:spPr>
          <a:xfrm>
            <a:off x="12916393" y="1432654"/>
            <a:ext cx="146592" cy="146592"/>
          </a:xfrm>
          <a:prstGeom prst="rect">
            <a:avLst/>
          </a:prstGeom>
        </p:spPr>
      </p:pic>
      <p:pic>
        <p:nvPicPr>
          <p:cNvPr id="9" name="object 9"/>
          <p:cNvPicPr/>
          <p:nvPr/>
        </p:nvPicPr>
        <p:blipFill>
          <a:blip r:embed="rId5" cstate="print"/>
          <a:stretch>
            <a:fillRect/>
          </a:stretch>
        </p:blipFill>
        <p:spPr>
          <a:xfrm>
            <a:off x="14068190" y="1432654"/>
            <a:ext cx="146592" cy="146592"/>
          </a:xfrm>
          <a:prstGeom prst="rect">
            <a:avLst/>
          </a:prstGeom>
        </p:spPr>
      </p:pic>
      <p:pic>
        <p:nvPicPr>
          <p:cNvPr id="10" name="object 10"/>
          <p:cNvPicPr/>
          <p:nvPr/>
        </p:nvPicPr>
        <p:blipFill>
          <a:blip r:embed="rId4" cstate="print"/>
          <a:stretch>
            <a:fillRect/>
          </a:stretch>
        </p:blipFill>
        <p:spPr>
          <a:xfrm>
            <a:off x="13429467" y="1952707"/>
            <a:ext cx="146592" cy="146592"/>
          </a:xfrm>
          <a:prstGeom prst="rect">
            <a:avLst/>
          </a:prstGeom>
        </p:spPr>
      </p:pic>
      <p:pic>
        <p:nvPicPr>
          <p:cNvPr id="11" name="object 11"/>
          <p:cNvPicPr/>
          <p:nvPr/>
        </p:nvPicPr>
        <p:blipFill>
          <a:blip r:embed="rId8" cstate="print"/>
          <a:stretch>
            <a:fillRect/>
          </a:stretch>
        </p:blipFill>
        <p:spPr>
          <a:xfrm>
            <a:off x="14581265" y="1952707"/>
            <a:ext cx="146592" cy="146592"/>
          </a:xfrm>
          <a:prstGeom prst="rect">
            <a:avLst/>
          </a:prstGeom>
        </p:spPr>
      </p:pic>
      <p:sp>
        <p:nvSpPr>
          <p:cNvPr id="12" name="object 12"/>
          <p:cNvSpPr txBox="1">
            <a:spLocks noGrp="1"/>
          </p:cNvSpPr>
          <p:nvPr>
            <p:ph type="title"/>
          </p:nvPr>
        </p:nvSpPr>
        <p:spPr>
          <a:xfrm>
            <a:off x="929679" y="518483"/>
            <a:ext cx="5679440" cy="1320165"/>
          </a:xfrm>
          <a:prstGeom prst="rect">
            <a:avLst/>
          </a:prstGeom>
        </p:spPr>
        <p:txBody>
          <a:bodyPr vert="horz" wrap="square" lIns="0" tIns="11430" rIns="0" bIns="0" rtlCol="0">
            <a:spAutoFit/>
          </a:bodyPr>
          <a:lstStyle/>
          <a:p>
            <a:pPr marL="12700">
              <a:lnSpc>
                <a:spcPct val="100000"/>
              </a:lnSpc>
              <a:spcBef>
                <a:spcPts val="90"/>
              </a:spcBef>
            </a:pPr>
            <a:r>
              <a:rPr sz="8500" spc="-300" dirty="0"/>
              <a:t>Key</a:t>
            </a:r>
            <a:r>
              <a:rPr sz="8500" spc="-250" dirty="0"/>
              <a:t> </a:t>
            </a:r>
            <a:r>
              <a:rPr sz="8500" spc="-240" dirty="0"/>
              <a:t>Facts</a:t>
            </a:r>
            <a:endParaRPr sz="8500"/>
          </a:p>
        </p:txBody>
      </p:sp>
      <p:grpSp>
        <p:nvGrpSpPr>
          <p:cNvPr id="13" name="object 13"/>
          <p:cNvGrpSpPr/>
          <p:nvPr/>
        </p:nvGrpSpPr>
        <p:grpSpPr>
          <a:xfrm>
            <a:off x="15078516" y="0"/>
            <a:ext cx="2513330" cy="2502535"/>
            <a:chOff x="15078516" y="0"/>
            <a:chExt cx="2513330" cy="2502535"/>
          </a:xfrm>
        </p:grpSpPr>
        <p:sp>
          <p:nvSpPr>
            <p:cNvPr id="14" name="object 14"/>
            <p:cNvSpPr/>
            <p:nvPr/>
          </p:nvSpPr>
          <p:spPr>
            <a:xfrm>
              <a:off x="15078516" y="0"/>
              <a:ext cx="2513330" cy="2502535"/>
            </a:xfrm>
            <a:custGeom>
              <a:avLst/>
              <a:gdLst/>
              <a:ahLst/>
              <a:cxnLst/>
              <a:rect l="l" t="t" r="r" b="b"/>
              <a:pathLst>
                <a:path w="2513330" h="2502535">
                  <a:moveTo>
                    <a:pt x="0" y="0"/>
                  </a:moveTo>
                  <a:lnTo>
                    <a:pt x="2512792" y="0"/>
                  </a:lnTo>
                  <a:lnTo>
                    <a:pt x="2512792" y="2502321"/>
                  </a:lnTo>
                  <a:lnTo>
                    <a:pt x="0" y="2502321"/>
                  </a:lnTo>
                  <a:lnTo>
                    <a:pt x="0" y="0"/>
                  </a:lnTo>
                  <a:close/>
                </a:path>
              </a:pathLst>
            </a:custGeom>
            <a:solidFill>
              <a:srgbClr val="FFF5D4"/>
            </a:solidFill>
          </p:spPr>
          <p:txBody>
            <a:bodyPr wrap="square" lIns="0" tIns="0" rIns="0" bIns="0" rtlCol="0"/>
            <a:lstStyle/>
            <a:p>
              <a:endParaRPr/>
            </a:p>
          </p:txBody>
        </p:sp>
        <p:sp>
          <p:nvSpPr>
            <p:cNvPr id="15" name="object 15"/>
            <p:cNvSpPr/>
            <p:nvPr/>
          </p:nvSpPr>
          <p:spPr>
            <a:xfrm>
              <a:off x="15078520" y="1"/>
              <a:ext cx="2513330" cy="2502535"/>
            </a:xfrm>
            <a:custGeom>
              <a:avLst/>
              <a:gdLst/>
              <a:ahLst/>
              <a:cxnLst/>
              <a:rect l="l" t="t" r="r" b="b"/>
              <a:pathLst>
                <a:path w="2513330" h="2502535">
                  <a:moveTo>
                    <a:pt x="0" y="0"/>
                  </a:moveTo>
                  <a:lnTo>
                    <a:pt x="10470" y="0"/>
                  </a:lnTo>
                  <a:lnTo>
                    <a:pt x="2512792" y="2502321"/>
                  </a:lnTo>
                  <a:lnTo>
                    <a:pt x="0" y="2502321"/>
                  </a:lnTo>
                  <a:lnTo>
                    <a:pt x="0" y="0"/>
                  </a:lnTo>
                  <a:close/>
                </a:path>
              </a:pathLst>
            </a:custGeom>
            <a:solidFill>
              <a:srgbClr val="FFFFFF"/>
            </a:solidFill>
          </p:spPr>
          <p:txBody>
            <a:bodyPr wrap="square" lIns="0" tIns="0" rIns="0" bIns="0" rtlCol="0"/>
            <a:lstStyle/>
            <a:p>
              <a:endParaRPr/>
            </a:p>
          </p:txBody>
        </p:sp>
        <p:sp>
          <p:nvSpPr>
            <p:cNvPr id="16" name="object 16"/>
            <p:cNvSpPr/>
            <p:nvPr/>
          </p:nvSpPr>
          <p:spPr>
            <a:xfrm>
              <a:off x="15598681" y="301909"/>
              <a:ext cx="1472565" cy="1901825"/>
            </a:xfrm>
            <a:custGeom>
              <a:avLst/>
              <a:gdLst/>
              <a:ahLst/>
              <a:cxnLst/>
              <a:rect l="l" t="t" r="r" b="b"/>
              <a:pathLst>
                <a:path w="1472565" h="1901825">
                  <a:moveTo>
                    <a:pt x="646472" y="2244"/>
                  </a:moveTo>
                  <a:lnTo>
                    <a:pt x="719526" y="0"/>
                  </a:lnTo>
                  <a:lnTo>
                    <a:pt x="757040" y="15350"/>
                  </a:lnTo>
                  <a:lnTo>
                    <a:pt x="770861" y="62786"/>
                  </a:lnTo>
                  <a:lnTo>
                    <a:pt x="772835" y="156794"/>
                  </a:lnTo>
                  <a:lnTo>
                    <a:pt x="772930" y="210002"/>
                  </a:lnTo>
                  <a:lnTo>
                    <a:pt x="772678" y="242419"/>
                  </a:lnTo>
                  <a:lnTo>
                    <a:pt x="770344" y="316266"/>
                  </a:lnTo>
                  <a:lnTo>
                    <a:pt x="767769" y="356648"/>
                  </a:lnTo>
                  <a:lnTo>
                    <a:pt x="763925" y="398638"/>
                  </a:lnTo>
                  <a:lnTo>
                    <a:pt x="758568" y="441712"/>
                  </a:lnTo>
                  <a:lnTo>
                    <a:pt x="751449" y="485347"/>
                  </a:lnTo>
                  <a:lnTo>
                    <a:pt x="742323" y="529020"/>
                  </a:lnTo>
                  <a:lnTo>
                    <a:pt x="730942" y="572207"/>
                  </a:lnTo>
                  <a:lnTo>
                    <a:pt x="717061" y="614384"/>
                  </a:lnTo>
                  <a:lnTo>
                    <a:pt x="700433" y="655029"/>
                  </a:lnTo>
                  <a:lnTo>
                    <a:pt x="680810" y="693618"/>
                  </a:lnTo>
                  <a:lnTo>
                    <a:pt x="657947" y="729627"/>
                  </a:lnTo>
                  <a:lnTo>
                    <a:pt x="631597" y="762533"/>
                  </a:lnTo>
                  <a:lnTo>
                    <a:pt x="601514" y="791812"/>
                  </a:lnTo>
                  <a:lnTo>
                    <a:pt x="567450" y="816942"/>
                  </a:lnTo>
                  <a:lnTo>
                    <a:pt x="529159" y="837399"/>
                  </a:lnTo>
                  <a:lnTo>
                    <a:pt x="486395" y="852659"/>
                  </a:lnTo>
                  <a:lnTo>
                    <a:pt x="438910" y="862199"/>
                  </a:lnTo>
                  <a:lnTo>
                    <a:pt x="386459" y="865495"/>
                  </a:lnTo>
                  <a:lnTo>
                    <a:pt x="334010" y="862149"/>
                  </a:lnTo>
                  <a:lnTo>
                    <a:pt x="286527" y="852472"/>
                  </a:lnTo>
                  <a:lnTo>
                    <a:pt x="243764" y="837000"/>
                  </a:lnTo>
                  <a:lnTo>
                    <a:pt x="205474" y="816270"/>
                  </a:lnTo>
                  <a:lnTo>
                    <a:pt x="171411" y="790821"/>
                  </a:lnTo>
                  <a:lnTo>
                    <a:pt x="141328" y="761189"/>
                  </a:lnTo>
                  <a:lnTo>
                    <a:pt x="114979" y="727911"/>
                  </a:lnTo>
                  <a:lnTo>
                    <a:pt x="92116" y="691527"/>
                  </a:lnTo>
                  <a:lnTo>
                    <a:pt x="72494" y="652572"/>
                  </a:lnTo>
                  <a:lnTo>
                    <a:pt x="55866" y="611584"/>
                  </a:lnTo>
                  <a:lnTo>
                    <a:pt x="41986" y="569101"/>
                  </a:lnTo>
                  <a:lnTo>
                    <a:pt x="30605" y="525659"/>
                  </a:lnTo>
                  <a:lnTo>
                    <a:pt x="21479" y="481798"/>
                  </a:lnTo>
                  <a:lnTo>
                    <a:pt x="14361" y="438053"/>
                  </a:lnTo>
                  <a:lnTo>
                    <a:pt x="9003" y="394962"/>
                  </a:lnTo>
                  <a:lnTo>
                    <a:pt x="5160" y="353064"/>
                  </a:lnTo>
                  <a:lnTo>
                    <a:pt x="2585" y="312894"/>
                  </a:lnTo>
                  <a:lnTo>
                    <a:pt x="251" y="239892"/>
                  </a:lnTo>
                  <a:lnTo>
                    <a:pt x="0" y="208135"/>
                  </a:lnTo>
                  <a:lnTo>
                    <a:pt x="29" y="180256"/>
                  </a:lnTo>
                  <a:lnTo>
                    <a:pt x="19267" y="67444"/>
                  </a:lnTo>
                  <a:lnTo>
                    <a:pt x="61448" y="21562"/>
                  </a:lnTo>
                  <a:lnTo>
                    <a:pt x="103629" y="4658"/>
                  </a:lnTo>
                  <a:lnTo>
                    <a:pt x="122802" y="2244"/>
                  </a:lnTo>
                </a:path>
                <a:path w="1472565" h="1901825">
                  <a:moveTo>
                    <a:pt x="1348147" y="1636194"/>
                  </a:moveTo>
                  <a:lnTo>
                    <a:pt x="1348147" y="1397458"/>
                  </a:lnTo>
                  <a:lnTo>
                    <a:pt x="1310426" y="1257889"/>
                  </a:lnTo>
                  <a:lnTo>
                    <a:pt x="1227439" y="1186218"/>
                  </a:lnTo>
                  <a:lnTo>
                    <a:pt x="1144452" y="1159813"/>
                  </a:lnTo>
                  <a:lnTo>
                    <a:pt x="1106731" y="1156041"/>
                  </a:lnTo>
                  <a:lnTo>
                    <a:pt x="967162" y="1159813"/>
                  </a:lnTo>
                  <a:lnTo>
                    <a:pt x="895491" y="1186218"/>
                  </a:lnTo>
                  <a:lnTo>
                    <a:pt x="869086" y="1257889"/>
                  </a:lnTo>
                  <a:lnTo>
                    <a:pt x="865314" y="1397458"/>
                  </a:lnTo>
                  <a:lnTo>
                    <a:pt x="865226" y="1449102"/>
                  </a:lnTo>
                  <a:lnTo>
                    <a:pt x="864610" y="1500218"/>
                  </a:lnTo>
                  <a:lnTo>
                    <a:pt x="862938" y="1550279"/>
                  </a:lnTo>
                  <a:lnTo>
                    <a:pt x="859683" y="1598756"/>
                  </a:lnTo>
                  <a:lnTo>
                    <a:pt x="854316" y="1645121"/>
                  </a:lnTo>
                  <a:lnTo>
                    <a:pt x="846310" y="1688847"/>
                  </a:lnTo>
                  <a:lnTo>
                    <a:pt x="835137" y="1729406"/>
                  </a:lnTo>
                  <a:lnTo>
                    <a:pt x="820268" y="1766269"/>
                  </a:lnTo>
                  <a:lnTo>
                    <a:pt x="777334" y="1826799"/>
                  </a:lnTo>
                  <a:lnTo>
                    <a:pt x="713285" y="1866214"/>
                  </a:lnTo>
                  <a:lnTo>
                    <a:pt x="672022" y="1876684"/>
                  </a:lnTo>
                  <a:lnTo>
                    <a:pt x="623897" y="1880291"/>
                  </a:lnTo>
                  <a:lnTo>
                    <a:pt x="575772" y="1876684"/>
                  </a:lnTo>
                  <a:lnTo>
                    <a:pt x="534510" y="1866214"/>
                  </a:lnTo>
                  <a:lnTo>
                    <a:pt x="499582" y="1849410"/>
                  </a:lnTo>
                  <a:lnTo>
                    <a:pt x="446618" y="1798910"/>
                  </a:lnTo>
                  <a:lnTo>
                    <a:pt x="412658" y="1729406"/>
                  </a:lnTo>
                  <a:lnTo>
                    <a:pt x="401484" y="1688847"/>
                  </a:lnTo>
                  <a:lnTo>
                    <a:pt x="393478" y="1645121"/>
                  </a:lnTo>
                  <a:lnTo>
                    <a:pt x="388111" y="1598756"/>
                  </a:lnTo>
                  <a:lnTo>
                    <a:pt x="384856" y="1550279"/>
                  </a:lnTo>
                  <a:lnTo>
                    <a:pt x="383184" y="1500218"/>
                  </a:lnTo>
                  <a:lnTo>
                    <a:pt x="382568" y="1449102"/>
                  </a:lnTo>
                  <a:lnTo>
                    <a:pt x="382480" y="1397458"/>
                  </a:lnTo>
                  <a:lnTo>
                    <a:pt x="382480" y="893190"/>
                  </a:lnTo>
                </a:path>
                <a:path w="1472565" h="1901825">
                  <a:moveTo>
                    <a:pt x="1472468" y="1771132"/>
                  </a:moveTo>
                  <a:lnTo>
                    <a:pt x="1462200" y="1821987"/>
                  </a:lnTo>
                  <a:lnTo>
                    <a:pt x="1434198" y="1863518"/>
                  </a:lnTo>
                  <a:lnTo>
                    <a:pt x="1392668" y="1891520"/>
                  </a:lnTo>
                  <a:lnTo>
                    <a:pt x="1341812" y="1901788"/>
                  </a:lnTo>
                  <a:lnTo>
                    <a:pt x="1290957" y="1891520"/>
                  </a:lnTo>
                  <a:lnTo>
                    <a:pt x="1249427" y="1863518"/>
                  </a:lnTo>
                  <a:lnTo>
                    <a:pt x="1221425" y="1821987"/>
                  </a:lnTo>
                  <a:lnTo>
                    <a:pt x="1211157" y="1771132"/>
                  </a:lnTo>
                  <a:lnTo>
                    <a:pt x="1221425" y="1720277"/>
                  </a:lnTo>
                  <a:lnTo>
                    <a:pt x="1249427" y="1678746"/>
                  </a:lnTo>
                  <a:lnTo>
                    <a:pt x="1290957" y="1650745"/>
                  </a:lnTo>
                  <a:lnTo>
                    <a:pt x="1341812" y="1640476"/>
                  </a:lnTo>
                  <a:lnTo>
                    <a:pt x="1392668" y="1650745"/>
                  </a:lnTo>
                  <a:lnTo>
                    <a:pt x="1434198" y="1678746"/>
                  </a:lnTo>
                  <a:lnTo>
                    <a:pt x="1462200" y="1720277"/>
                  </a:lnTo>
                  <a:lnTo>
                    <a:pt x="1472468" y="1771132"/>
                  </a:lnTo>
                  <a:close/>
                </a:path>
              </a:pathLst>
            </a:custGeom>
            <a:ln w="104708">
              <a:solidFill>
                <a:srgbClr val="00705C"/>
              </a:solidFill>
            </a:ln>
          </p:spPr>
          <p:txBody>
            <a:bodyPr wrap="square" lIns="0" tIns="0" rIns="0" bIns="0" rtlCol="0"/>
            <a:lstStyle/>
            <a:p>
              <a:endParaRPr/>
            </a:p>
          </p:txBody>
        </p:sp>
      </p:grpSp>
      <p:sp>
        <p:nvSpPr>
          <p:cNvPr id="17" name="object 17"/>
          <p:cNvSpPr txBox="1"/>
          <p:nvPr/>
        </p:nvSpPr>
        <p:spPr>
          <a:xfrm>
            <a:off x="3317041" y="3124121"/>
            <a:ext cx="4953635" cy="10249857"/>
          </a:xfrm>
          <a:prstGeom prst="rect">
            <a:avLst/>
          </a:prstGeom>
        </p:spPr>
        <p:txBody>
          <a:bodyPr vert="horz" wrap="square" lIns="0" tIns="12065" rIns="0" bIns="0" rtlCol="0">
            <a:spAutoFit/>
          </a:bodyPr>
          <a:lstStyle/>
          <a:p>
            <a:pPr marL="12700" marR="602615">
              <a:lnSpc>
                <a:spcPct val="111400"/>
              </a:lnSpc>
              <a:spcBef>
                <a:spcPts val="95"/>
              </a:spcBef>
            </a:pPr>
            <a:r>
              <a:rPr sz="3700" b="1" spc="-60" dirty="0">
                <a:solidFill>
                  <a:srgbClr val="333333"/>
                </a:solidFill>
                <a:latin typeface="Arial"/>
                <a:cs typeface="Arial"/>
              </a:rPr>
              <a:t>Early-life </a:t>
            </a:r>
            <a:r>
              <a:rPr sz="3700" b="1" spc="-55" dirty="0">
                <a:solidFill>
                  <a:srgbClr val="333333"/>
                </a:solidFill>
                <a:latin typeface="Arial"/>
                <a:cs typeface="Arial"/>
              </a:rPr>
              <a:t> </a:t>
            </a:r>
            <a:r>
              <a:rPr sz="3700" b="1" spc="-75" dirty="0">
                <a:solidFill>
                  <a:srgbClr val="333333"/>
                </a:solidFill>
                <a:latin typeface="Arial"/>
                <a:cs typeface="Arial"/>
              </a:rPr>
              <a:t>environment</a:t>
            </a:r>
            <a:r>
              <a:rPr sz="3700" b="1" spc="-140" dirty="0">
                <a:solidFill>
                  <a:srgbClr val="333333"/>
                </a:solidFill>
                <a:latin typeface="Arial"/>
                <a:cs typeface="Arial"/>
              </a:rPr>
              <a:t> </a:t>
            </a:r>
            <a:r>
              <a:rPr sz="3700" b="1" spc="-35" dirty="0">
                <a:solidFill>
                  <a:srgbClr val="333333"/>
                </a:solidFill>
                <a:latin typeface="Arial"/>
                <a:cs typeface="Arial"/>
              </a:rPr>
              <a:t>affects </a:t>
            </a:r>
            <a:r>
              <a:rPr sz="3700" b="1" spc="-1015" dirty="0">
                <a:solidFill>
                  <a:srgbClr val="333333"/>
                </a:solidFill>
                <a:latin typeface="Arial"/>
                <a:cs typeface="Arial"/>
              </a:rPr>
              <a:t> </a:t>
            </a:r>
            <a:r>
              <a:rPr sz="3700" b="1" spc="-65" dirty="0">
                <a:solidFill>
                  <a:srgbClr val="333333"/>
                </a:solidFill>
                <a:latin typeface="Arial"/>
                <a:cs typeface="Arial"/>
              </a:rPr>
              <a:t>lifelong </a:t>
            </a:r>
            <a:r>
              <a:rPr sz="3700" b="1" spc="-50" dirty="0">
                <a:solidFill>
                  <a:srgbClr val="333333"/>
                </a:solidFill>
                <a:latin typeface="Arial"/>
                <a:cs typeface="Arial"/>
              </a:rPr>
              <a:t>health </a:t>
            </a:r>
            <a:r>
              <a:rPr sz="3700" b="1" spc="-75" dirty="0">
                <a:solidFill>
                  <a:srgbClr val="333333"/>
                </a:solidFill>
                <a:latin typeface="Arial"/>
                <a:cs typeface="Arial"/>
              </a:rPr>
              <a:t>and </a:t>
            </a:r>
            <a:r>
              <a:rPr sz="3700" b="1" spc="-70" dirty="0">
                <a:solidFill>
                  <a:srgbClr val="333333"/>
                </a:solidFill>
                <a:latin typeface="Arial"/>
                <a:cs typeface="Arial"/>
              </a:rPr>
              <a:t> </a:t>
            </a:r>
            <a:r>
              <a:rPr sz="3700" b="1" spc="-50" dirty="0">
                <a:solidFill>
                  <a:srgbClr val="333333"/>
                </a:solidFill>
                <a:latin typeface="Arial"/>
                <a:cs typeface="Arial"/>
              </a:rPr>
              <a:t>risk</a:t>
            </a:r>
            <a:r>
              <a:rPr sz="3700" b="1" spc="-85" dirty="0">
                <a:solidFill>
                  <a:srgbClr val="333333"/>
                </a:solidFill>
                <a:latin typeface="Arial"/>
                <a:cs typeface="Arial"/>
              </a:rPr>
              <a:t> </a:t>
            </a:r>
            <a:r>
              <a:rPr sz="3700" b="1" spc="-50" dirty="0">
                <a:solidFill>
                  <a:srgbClr val="333333"/>
                </a:solidFill>
                <a:latin typeface="Arial"/>
                <a:cs typeface="Arial"/>
              </a:rPr>
              <a:t>for</a:t>
            </a:r>
            <a:r>
              <a:rPr sz="3700" b="1" spc="-80" dirty="0">
                <a:solidFill>
                  <a:srgbClr val="333333"/>
                </a:solidFill>
                <a:latin typeface="Arial"/>
                <a:cs typeface="Arial"/>
              </a:rPr>
              <a:t> </a:t>
            </a:r>
            <a:r>
              <a:rPr sz="3700" b="1" spc="-65" dirty="0">
                <a:solidFill>
                  <a:srgbClr val="333333"/>
                </a:solidFill>
                <a:latin typeface="Arial"/>
                <a:cs typeface="Arial"/>
              </a:rPr>
              <a:t>disease</a:t>
            </a:r>
            <a:endParaRPr sz="3700" dirty="0">
              <a:latin typeface="Arial"/>
              <a:cs typeface="Arial"/>
            </a:endParaRPr>
          </a:p>
          <a:p>
            <a:pPr marL="12700" marR="2034539">
              <a:lnSpc>
                <a:spcPct val="111400"/>
              </a:lnSpc>
              <a:spcBef>
                <a:spcPts val="2640"/>
              </a:spcBef>
            </a:pPr>
            <a:r>
              <a:rPr sz="3700" b="1" spc="-70" dirty="0">
                <a:solidFill>
                  <a:srgbClr val="333333"/>
                </a:solidFill>
                <a:latin typeface="Arial"/>
                <a:cs typeface="Arial"/>
              </a:rPr>
              <a:t>Unhealthy </a:t>
            </a:r>
            <a:r>
              <a:rPr sz="3700" b="1" spc="-65" dirty="0">
                <a:solidFill>
                  <a:srgbClr val="333333"/>
                </a:solidFill>
                <a:latin typeface="Arial"/>
                <a:cs typeface="Arial"/>
              </a:rPr>
              <a:t> </a:t>
            </a:r>
            <a:r>
              <a:rPr sz="3700" b="1" spc="-75" dirty="0">
                <a:solidFill>
                  <a:srgbClr val="333333"/>
                </a:solidFill>
                <a:latin typeface="Arial"/>
                <a:cs typeface="Arial"/>
              </a:rPr>
              <a:t>environment </a:t>
            </a:r>
            <a:r>
              <a:rPr sz="3700" b="1" spc="-70" dirty="0">
                <a:solidFill>
                  <a:srgbClr val="333333"/>
                </a:solidFill>
                <a:latin typeface="Arial"/>
                <a:cs typeface="Arial"/>
              </a:rPr>
              <a:t> </a:t>
            </a:r>
            <a:r>
              <a:rPr sz="3700" b="1" spc="-60" dirty="0">
                <a:solidFill>
                  <a:srgbClr val="333333"/>
                </a:solidFill>
                <a:latin typeface="Arial"/>
                <a:cs typeface="Arial"/>
              </a:rPr>
              <a:t>causes</a:t>
            </a:r>
            <a:r>
              <a:rPr sz="3700" b="1" spc="-160" dirty="0">
                <a:solidFill>
                  <a:srgbClr val="333333"/>
                </a:solidFill>
                <a:latin typeface="Arial"/>
                <a:cs typeface="Arial"/>
              </a:rPr>
              <a:t> </a:t>
            </a:r>
            <a:r>
              <a:rPr sz="3700" b="1" spc="-45" dirty="0">
                <a:solidFill>
                  <a:srgbClr val="333333"/>
                </a:solidFill>
                <a:latin typeface="Arial"/>
                <a:cs typeface="Arial"/>
              </a:rPr>
              <a:t>death</a:t>
            </a:r>
            <a:endParaRPr sz="3700" dirty="0">
              <a:latin typeface="Arial"/>
              <a:cs typeface="Arial"/>
            </a:endParaRPr>
          </a:p>
          <a:p>
            <a:pPr>
              <a:lnSpc>
                <a:spcPct val="100000"/>
              </a:lnSpc>
              <a:spcBef>
                <a:spcPts val="15"/>
              </a:spcBef>
            </a:pPr>
            <a:endParaRPr sz="5950" dirty="0">
              <a:latin typeface="Arial"/>
              <a:cs typeface="Arial"/>
            </a:endParaRPr>
          </a:p>
          <a:p>
            <a:pPr marL="12700" marR="2617470">
              <a:lnSpc>
                <a:spcPct val="111400"/>
              </a:lnSpc>
            </a:pPr>
            <a:r>
              <a:rPr sz="3700" b="1" spc="-135" dirty="0">
                <a:solidFill>
                  <a:srgbClr val="333333"/>
                </a:solidFill>
                <a:latin typeface="Arial"/>
                <a:cs typeface="Arial"/>
              </a:rPr>
              <a:t>P</a:t>
            </a:r>
            <a:r>
              <a:rPr sz="3700" b="1" spc="-80" dirty="0">
                <a:solidFill>
                  <a:srgbClr val="333333"/>
                </a:solidFill>
                <a:latin typeface="Arial"/>
                <a:cs typeface="Arial"/>
              </a:rPr>
              <a:t>r</a:t>
            </a:r>
            <a:r>
              <a:rPr sz="3700" b="1" spc="-150" dirty="0">
                <a:solidFill>
                  <a:srgbClr val="333333"/>
                </a:solidFill>
                <a:latin typeface="Arial"/>
                <a:cs typeface="Arial"/>
              </a:rPr>
              <a:t>e</a:t>
            </a:r>
            <a:r>
              <a:rPr sz="3700" b="1" spc="-145" dirty="0">
                <a:solidFill>
                  <a:srgbClr val="333333"/>
                </a:solidFill>
                <a:latin typeface="Arial"/>
                <a:cs typeface="Arial"/>
              </a:rPr>
              <a:t>v</a:t>
            </a:r>
            <a:r>
              <a:rPr sz="3700" b="1" spc="-80" dirty="0">
                <a:solidFill>
                  <a:srgbClr val="333333"/>
                </a:solidFill>
                <a:latin typeface="Arial"/>
                <a:cs typeface="Arial"/>
              </a:rPr>
              <a:t>e</a:t>
            </a:r>
            <a:r>
              <a:rPr sz="3700" b="1" spc="-75" dirty="0">
                <a:solidFill>
                  <a:srgbClr val="333333"/>
                </a:solidFill>
                <a:latin typeface="Arial"/>
                <a:cs typeface="Arial"/>
              </a:rPr>
              <a:t>n</a:t>
            </a:r>
            <a:r>
              <a:rPr sz="3700" b="1" spc="-45" dirty="0">
                <a:solidFill>
                  <a:srgbClr val="333333"/>
                </a:solidFill>
                <a:latin typeface="Arial"/>
                <a:cs typeface="Arial"/>
              </a:rPr>
              <a:t>t</a:t>
            </a:r>
            <a:r>
              <a:rPr sz="3700" b="1" spc="-75" dirty="0">
                <a:solidFill>
                  <a:srgbClr val="333333"/>
                </a:solidFill>
                <a:latin typeface="Arial"/>
                <a:cs typeface="Arial"/>
              </a:rPr>
              <a:t>i</a:t>
            </a:r>
            <a:r>
              <a:rPr sz="3700" b="1" spc="-80" dirty="0">
                <a:solidFill>
                  <a:srgbClr val="333333"/>
                </a:solidFill>
                <a:latin typeface="Arial"/>
                <a:cs typeface="Arial"/>
              </a:rPr>
              <a:t>on  </a:t>
            </a:r>
            <a:r>
              <a:rPr sz="3700" b="1" spc="-90" dirty="0">
                <a:solidFill>
                  <a:srgbClr val="333333"/>
                </a:solidFill>
                <a:latin typeface="Arial"/>
                <a:cs typeface="Arial"/>
              </a:rPr>
              <a:t>works</a:t>
            </a:r>
            <a:endParaRPr sz="3700" dirty="0">
              <a:latin typeface="Arial"/>
              <a:cs typeface="Arial"/>
            </a:endParaRPr>
          </a:p>
          <a:p>
            <a:pPr>
              <a:lnSpc>
                <a:spcPct val="100000"/>
              </a:lnSpc>
            </a:pPr>
            <a:endParaRPr sz="4100" dirty="0">
              <a:latin typeface="Arial"/>
              <a:cs typeface="Arial"/>
            </a:endParaRPr>
          </a:p>
          <a:p>
            <a:pPr>
              <a:lnSpc>
                <a:spcPct val="100000"/>
              </a:lnSpc>
              <a:spcBef>
                <a:spcPts val="10"/>
              </a:spcBef>
            </a:pPr>
            <a:endParaRPr sz="5350" dirty="0">
              <a:latin typeface="Arial"/>
              <a:cs typeface="Arial"/>
            </a:endParaRPr>
          </a:p>
          <a:p>
            <a:pPr marL="12700" marR="5080">
              <a:lnSpc>
                <a:spcPct val="111400"/>
              </a:lnSpc>
            </a:pPr>
            <a:r>
              <a:rPr sz="3700" b="1" spc="-60" dirty="0">
                <a:solidFill>
                  <a:srgbClr val="333333"/>
                </a:solidFill>
                <a:latin typeface="Arial"/>
                <a:cs typeface="Arial"/>
              </a:rPr>
              <a:t>Action</a:t>
            </a:r>
            <a:r>
              <a:rPr sz="3700" b="1" spc="-95" dirty="0">
                <a:solidFill>
                  <a:srgbClr val="333333"/>
                </a:solidFill>
                <a:latin typeface="Arial"/>
                <a:cs typeface="Arial"/>
              </a:rPr>
              <a:t> </a:t>
            </a:r>
            <a:r>
              <a:rPr sz="3700" b="1" spc="-40" dirty="0">
                <a:solidFill>
                  <a:srgbClr val="333333"/>
                </a:solidFill>
                <a:latin typeface="Arial"/>
                <a:cs typeface="Arial"/>
              </a:rPr>
              <a:t>to</a:t>
            </a:r>
            <a:r>
              <a:rPr sz="3700" b="1" spc="-90" dirty="0">
                <a:solidFill>
                  <a:srgbClr val="333333"/>
                </a:solidFill>
                <a:latin typeface="Arial"/>
                <a:cs typeface="Arial"/>
              </a:rPr>
              <a:t> </a:t>
            </a:r>
            <a:r>
              <a:rPr sz="3700" b="1" spc="-55" dirty="0">
                <a:solidFill>
                  <a:srgbClr val="333333"/>
                </a:solidFill>
                <a:latin typeface="Arial"/>
                <a:cs typeface="Arial"/>
              </a:rPr>
              <a:t>reduce</a:t>
            </a:r>
            <a:r>
              <a:rPr sz="3700" b="1" spc="-90" dirty="0">
                <a:solidFill>
                  <a:srgbClr val="333333"/>
                </a:solidFill>
                <a:latin typeface="Arial"/>
                <a:cs typeface="Arial"/>
              </a:rPr>
              <a:t> </a:t>
            </a:r>
            <a:r>
              <a:rPr sz="3700" b="1" spc="-65" dirty="0">
                <a:solidFill>
                  <a:srgbClr val="333333"/>
                </a:solidFill>
                <a:latin typeface="Arial"/>
                <a:cs typeface="Arial"/>
              </a:rPr>
              <a:t>early</a:t>
            </a:r>
            <a:r>
              <a:rPr sz="3700" b="1" spc="-55" dirty="0">
                <a:solidFill>
                  <a:srgbClr val="333333"/>
                </a:solidFill>
                <a:latin typeface="Arial"/>
                <a:cs typeface="Arial"/>
              </a:rPr>
              <a:t> </a:t>
            </a:r>
            <a:r>
              <a:rPr sz="3700" b="1" spc="-75" dirty="0">
                <a:solidFill>
                  <a:srgbClr val="333333"/>
                </a:solidFill>
                <a:latin typeface="Arial"/>
                <a:cs typeface="Arial"/>
              </a:rPr>
              <a:t>exposure </a:t>
            </a:r>
            <a:r>
              <a:rPr sz="3700" b="1" spc="-40" dirty="0">
                <a:solidFill>
                  <a:srgbClr val="333333"/>
                </a:solidFill>
                <a:latin typeface="Arial"/>
                <a:cs typeface="Arial"/>
              </a:rPr>
              <a:t>can </a:t>
            </a:r>
            <a:r>
              <a:rPr sz="3700" b="1" spc="-35" dirty="0">
                <a:solidFill>
                  <a:srgbClr val="333333"/>
                </a:solidFill>
                <a:latin typeface="Arial"/>
                <a:cs typeface="Arial"/>
              </a:rPr>
              <a:t> </a:t>
            </a:r>
            <a:r>
              <a:rPr sz="3700" b="1" spc="-55" dirty="0">
                <a:solidFill>
                  <a:srgbClr val="333333"/>
                </a:solidFill>
                <a:latin typeface="Arial"/>
                <a:cs typeface="Arial"/>
              </a:rPr>
              <a:t>protect</a:t>
            </a:r>
            <a:r>
              <a:rPr sz="3700" b="1" spc="-85" dirty="0">
                <a:solidFill>
                  <a:srgbClr val="333333"/>
                </a:solidFill>
                <a:latin typeface="Arial"/>
                <a:cs typeface="Arial"/>
              </a:rPr>
              <a:t> </a:t>
            </a:r>
            <a:r>
              <a:rPr sz="3700" b="1" spc="-50" dirty="0">
                <a:solidFill>
                  <a:srgbClr val="333333"/>
                </a:solidFill>
                <a:latin typeface="Arial"/>
                <a:cs typeface="Arial"/>
              </a:rPr>
              <a:t>health</a:t>
            </a:r>
            <a:endParaRPr sz="3700" dirty="0">
              <a:latin typeface="Arial"/>
              <a:cs typeface="Arial"/>
            </a:endParaRPr>
          </a:p>
        </p:txBody>
      </p:sp>
      <p:grpSp>
        <p:nvGrpSpPr>
          <p:cNvPr id="18" name="object 18"/>
          <p:cNvGrpSpPr/>
          <p:nvPr/>
        </p:nvGrpSpPr>
        <p:grpSpPr>
          <a:xfrm>
            <a:off x="1068030" y="3183149"/>
            <a:ext cx="1885314" cy="1885314"/>
            <a:chOff x="1068030" y="3183149"/>
            <a:chExt cx="1885314" cy="1885314"/>
          </a:xfrm>
        </p:grpSpPr>
        <p:sp>
          <p:nvSpPr>
            <p:cNvPr id="19" name="object 19"/>
            <p:cNvSpPr/>
            <p:nvPr/>
          </p:nvSpPr>
          <p:spPr>
            <a:xfrm>
              <a:off x="1068030" y="3183149"/>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FF831A"/>
            </a:solidFill>
          </p:spPr>
          <p:txBody>
            <a:bodyPr wrap="square" lIns="0" tIns="0" rIns="0" bIns="0" rtlCol="0"/>
            <a:lstStyle/>
            <a:p>
              <a:endParaRPr/>
            </a:p>
          </p:txBody>
        </p:sp>
        <p:sp>
          <p:nvSpPr>
            <p:cNvPr id="20" name="object 20"/>
            <p:cNvSpPr/>
            <p:nvPr/>
          </p:nvSpPr>
          <p:spPr>
            <a:xfrm>
              <a:off x="1353909" y="3673283"/>
              <a:ext cx="1313815" cy="905510"/>
            </a:xfrm>
            <a:custGeom>
              <a:avLst/>
              <a:gdLst/>
              <a:ahLst/>
              <a:cxnLst/>
              <a:rect l="l" t="t" r="r" b="b"/>
              <a:pathLst>
                <a:path w="1313814" h="905510">
                  <a:moveTo>
                    <a:pt x="465213" y="249148"/>
                  </a:moveTo>
                  <a:lnTo>
                    <a:pt x="463943" y="204050"/>
                  </a:lnTo>
                  <a:lnTo>
                    <a:pt x="453771" y="159346"/>
                  </a:lnTo>
                  <a:lnTo>
                    <a:pt x="434352" y="116319"/>
                  </a:lnTo>
                  <a:lnTo>
                    <a:pt x="406704" y="77978"/>
                  </a:lnTo>
                  <a:lnTo>
                    <a:pt x="373024" y="46824"/>
                  </a:lnTo>
                  <a:lnTo>
                    <a:pt x="334581" y="23215"/>
                  </a:lnTo>
                  <a:lnTo>
                    <a:pt x="292671" y="7493"/>
                  </a:lnTo>
                  <a:lnTo>
                    <a:pt x="248577" y="0"/>
                  </a:lnTo>
                  <a:lnTo>
                    <a:pt x="203593" y="1092"/>
                  </a:lnTo>
                  <a:lnTo>
                    <a:pt x="158991" y="11112"/>
                  </a:lnTo>
                  <a:lnTo>
                    <a:pt x="116078" y="30416"/>
                  </a:lnTo>
                  <a:lnTo>
                    <a:pt x="77965" y="57937"/>
                  </a:lnTo>
                  <a:lnTo>
                    <a:pt x="46939" y="91605"/>
                  </a:lnTo>
                  <a:lnTo>
                    <a:pt x="23368" y="130098"/>
                  </a:lnTo>
                  <a:lnTo>
                    <a:pt x="7607" y="172135"/>
                  </a:lnTo>
                  <a:lnTo>
                    <a:pt x="0" y="216369"/>
                  </a:lnTo>
                  <a:lnTo>
                    <a:pt x="927" y="261493"/>
                  </a:lnTo>
                  <a:lnTo>
                    <a:pt x="10731" y="306209"/>
                  </a:lnTo>
                  <a:lnTo>
                    <a:pt x="29756" y="349186"/>
                  </a:lnTo>
                  <a:lnTo>
                    <a:pt x="57226" y="387604"/>
                  </a:lnTo>
                  <a:lnTo>
                    <a:pt x="90982" y="418833"/>
                  </a:lnTo>
                  <a:lnTo>
                    <a:pt x="129667" y="442506"/>
                  </a:lnTo>
                  <a:lnTo>
                    <a:pt x="171932" y="458279"/>
                  </a:lnTo>
                  <a:lnTo>
                    <a:pt x="216458" y="465772"/>
                  </a:lnTo>
                  <a:lnTo>
                    <a:pt x="261874" y="464642"/>
                  </a:lnTo>
                  <a:lnTo>
                    <a:pt x="306857" y="454520"/>
                  </a:lnTo>
                  <a:lnTo>
                    <a:pt x="350037" y="435051"/>
                  </a:lnTo>
                  <a:lnTo>
                    <a:pt x="388137" y="407454"/>
                  </a:lnTo>
                  <a:lnTo>
                    <a:pt x="419049" y="373773"/>
                  </a:lnTo>
                  <a:lnTo>
                    <a:pt x="442417" y="335305"/>
                  </a:lnTo>
                  <a:lnTo>
                    <a:pt x="457923" y="293319"/>
                  </a:lnTo>
                  <a:lnTo>
                    <a:pt x="465213" y="249148"/>
                  </a:lnTo>
                  <a:close/>
                </a:path>
                <a:path w="1313814" h="905510">
                  <a:moveTo>
                    <a:pt x="1313662" y="788098"/>
                  </a:moveTo>
                  <a:lnTo>
                    <a:pt x="1304467" y="742569"/>
                  </a:lnTo>
                  <a:lnTo>
                    <a:pt x="1279385" y="705370"/>
                  </a:lnTo>
                  <a:lnTo>
                    <a:pt x="1242199" y="680300"/>
                  </a:lnTo>
                  <a:lnTo>
                    <a:pt x="1196644" y="671106"/>
                  </a:lnTo>
                  <a:lnTo>
                    <a:pt x="1128445" y="671106"/>
                  </a:lnTo>
                  <a:lnTo>
                    <a:pt x="1228902" y="538238"/>
                  </a:lnTo>
                  <a:lnTo>
                    <a:pt x="1241679" y="525475"/>
                  </a:lnTo>
                  <a:lnTo>
                    <a:pt x="1265720" y="487654"/>
                  </a:lnTo>
                  <a:lnTo>
                    <a:pt x="1274051" y="464337"/>
                  </a:lnTo>
                  <a:lnTo>
                    <a:pt x="1275448" y="461441"/>
                  </a:lnTo>
                  <a:lnTo>
                    <a:pt x="1275511" y="460273"/>
                  </a:lnTo>
                  <a:lnTo>
                    <a:pt x="1281049" y="444779"/>
                  </a:lnTo>
                  <a:lnTo>
                    <a:pt x="1286421" y="398081"/>
                  </a:lnTo>
                  <a:lnTo>
                    <a:pt x="1281049" y="351383"/>
                  </a:lnTo>
                  <a:lnTo>
                    <a:pt x="1265720" y="308508"/>
                  </a:lnTo>
                  <a:lnTo>
                    <a:pt x="1241679" y="270687"/>
                  </a:lnTo>
                  <a:lnTo>
                    <a:pt x="1210132" y="239153"/>
                  </a:lnTo>
                  <a:lnTo>
                    <a:pt x="1172311" y="215099"/>
                  </a:lnTo>
                  <a:lnTo>
                    <a:pt x="1129449" y="199783"/>
                  </a:lnTo>
                  <a:lnTo>
                    <a:pt x="1082738" y="194398"/>
                  </a:lnTo>
                  <a:lnTo>
                    <a:pt x="658037" y="194398"/>
                  </a:lnTo>
                  <a:lnTo>
                    <a:pt x="611339" y="199783"/>
                  </a:lnTo>
                  <a:lnTo>
                    <a:pt x="568464" y="215099"/>
                  </a:lnTo>
                  <a:lnTo>
                    <a:pt x="530656" y="239153"/>
                  </a:lnTo>
                  <a:lnTo>
                    <a:pt x="499110" y="270687"/>
                  </a:lnTo>
                  <a:lnTo>
                    <a:pt x="475068" y="308508"/>
                  </a:lnTo>
                  <a:lnTo>
                    <a:pt x="459740" y="351383"/>
                  </a:lnTo>
                  <a:lnTo>
                    <a:pt x="454367" y="398081"/>
                  </a:lnTo>
                  <a:lnTo>
                    <a:pt x="459320" y="441185"/>
                  </a:lnTo>
                  <a:lnTo>
                    <a:pt x="270027" y="691540"/>
                  </a:lnTo>
                  <a:lnTo>
                    <a:pt x="249897" y="733412"/>
                  </a:lnTo>
                  <a:lnTo>
                    <a:pt x="247459" y="778205"/>
                  </a:lnTo>
                  <a:lnTo>
                    <a:pt x="262001" y="820635"/>
                  </a:lnTo>
                  <a:lnTo>
                    <a:pt x="292785" y="855433"/>
                  </a:lnTo>
                  <a:lnTo>
                    <a:pt x="326732" y="873264"/>
                  </a:lnTo>
                  <a:lnTo>
                    <a:pt x="363270" y="879119"/>
                  </a:lnTo>
                  <a:lnTo>
                    <a:pt x="389572" y="876147"/>
                  </a:lnTo>
                  <a:lnTo>
                    <a:pt x="414629" y="867308"/>
                  </a:lnTo>
                  <a:lnTo>
                    <a:pt x="437375" y="852766"/>
                  </a:lnTo>
                  <a:lnTo>
                    <a:pt x="456692" y="832675"/>
                  </a:lnTo>
                  <a:lnTo>
                    <a:pt x="633425" y="598932"/>
                  </a:lnTo>
                  <a:lnTo>
                    <a:pt x="658037" y="601764"/>
                  </a:lnTo>
                  <a:lnTo>
                    <a:pt x="887488" y="601764"/>
                  </a:lnTo>
                  <a:lnTo>
                    <a:pt x="799960" y="717537"/>
                  </a:lnTo>
                  <a:lnTo>
                    <a:pt x="784098" y="746061"/>
                  </a:lnTo>
                  <a:lnTo>
                    <a:pt x="776795" y="777265"/>
                  </a:lnTo>
                  <a:lnTo>
                    <a:pt x="778205" y="809269"/>
                  </a:lnTo>
                  <a:lnTo>
                    <a:pt x="788530" y="840232"/>
                  </a:lnTo>
                  <a:lnTo>
                    <a:pt x="807008" y="867143"/>
                  </a:lnTo>
                  <a:lnTo>
                    <a:pt x="831684" y="887577"/>
                  </a:lnTo>
                  <a:lnTo>
                    <a:pt x="860971" y="900569"/>
                  </a:lnTo>
                  <a:lnTo>
                    <a:pt x="893292" y="905116"/>
                  </a:lnTo>
                  <a:lnTo>
                    <a:pt x="1196644" y="905116"/>
                  </a:lnTo>
                  <a:lnTo>
                    <a:pt x="1242199" y="895921"/>
                  </a:lnTo>
                  <a:lnTo>
                    <a:pt x="1279385" y="870839"/>
                  </a:lnTo>
                  <a:lnTo>
                    <a:pt x="1304467" y="833653"/>
                  </a:lnTo>
                  <a:lnTo>
                    <a:pt x="1313662" y="788098"/>
                  </a:lnTo>
                  <a:close/>
                </a:path>
              </a:pathLst>
            </a:custGeom>
            <a:solidFill>
              <a:srgbClr val="FFFFFF"/>
            </a:solidFill>
          </p:spPr>
          <p:txBody>
            <a:bodyPr wrap="square" lIns="0" tIns="0" rIns="0" bIns="0" rtlCol="0"/>
            <a:lstStyle/>
            <a:p>
              <a:endParaRPr/>
            </a:p>
          </p:txBody>
        </p:sp>
      </p:grpSp>
      <p:grpSp>
        <p:nvGrpSpPr>
          <p:cNvPr id="21" name="object 21"/>
          <p:cNvGrpSpPr/>
          <p:nvPr/>
        </p:nvGrpSpPr>
        <p:grpSpPr>
          <a:xfrm>
            <a:off x="1068030" y="8722247"/>
            <a:ext cx="1885314" cy="1885314"/>
            <a:chOff x="1068030" y="8722247"/>
            <a:chExt cx="1885314" cy="1885314"/>
          </a:xfrm>
        </p:grpSpPr>
        <p:sp>
          <p:nvSpPr>
            <p:cNvPr id="22" name="object 22"/>
            <p:cNvSpPr/>
            <p:nvPr/>
          </p:nvSpPr>
          <p:spPr>
            <a:xfrm>
              <a:off x="1068030" y="8722247"/>
              <a:ext cx="1885314" cy="1885314"/>
            </a:xfrm>
            <a:custGeom>
              <a:avLst/>
              <a:gdLst/>
              <a:ahLst/>
              <a:cxnLst/>
              <a:rect l="l" t="t" r="r" b="b"/>
              <a:pathLst>
                <a:path w="1885314" h="1885315">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23" name="object 23"/>
            <p:cNvSpPr/>
            <p:nvPr/>
          </p:nvSpPr>
          <p:spPr>
            <a:xfrm>
              <a:off x="1566163" y="8985994"/>
              <a:ext cx="1075690" cy="1350645"/>
            </a:xfrm>
            <a:custGeom>
              <a:avLst/>
              <a:gdLst/>
              <a:ahLst/>
              <a:cxnLst/>
              <a:rect l="l" t="t" r="r" b="b"/>
              <a:pathLst>
                <a:path w="1075689" h="1350645">
                  <a:moveTo>
                    <a:pt x="84102" y="305529"/>
                  </a:moveTo>
                  <a:lnTo>
                    <a:pt x="51365" y="312139"/>
                  </a:lnTo>
                  <a:lnTo>
                    <a:pt x="24632" y="330162"/>
                  </a:lnTo>
                  <a:lnTo>
                    <a:pt x="6609" y="356895"/>
                  </a:lnTo>
                  <a:lnTo>
                    <a:pt x="0" y="389632"/>
                  </a:lnTo>
                  <a:lnTo>
                    <a:pt x="0" y="1174079"/>
                  </a:lnTo>
                  <a:lnTo>
                    <a:pt x="6301" y="1220981"/>
                  </a:lnTo>
                  <a:lnTo>
                    <a:pt x="24085" y="1263126"/>
                  </a:lnTo>
                  <a:lnTo>
                    <a:pt x="51669" y="1298832"/>
                  </a:lnTo>
                  <a:lnTo>
                    <a:pt x="87373" y="1326417"/>
                  </a:lnTo>
                  <a:lnTo>
                    <a:pt x="129515" y="1344201"/>
                  </a:lnTo>
                  <a:lnTo>
                    <a:pt x="176413" y="1350503"/>
                  </a:lnTo>
                  <a:lnTo>
                    <a:pt x="584191" y="1350503"/>
                  </a:lnTo>
                  <a:lnTo>
                    <a:pt x="633640" y="1343474"/>
                  </a:lnTo>
                  <a:lnTo>
                    <a:pt x="677659" y="1323714"/>
                  </a:lnTo>
                  <a:lnTo>
                    <a:pt x="714266" y="1293214"/>
                  </a:lnTo>
                  <a:lnTo>
                    <a:pt x="741474" y="1253961"/>
                  </a:lnTo>
                  <a:lnTo>
                    <a:pt x="752690" y="1233965"/>
                  </a:lnTo>
                  <a:lnTo>
                    <a:pt x="765450" y="1214956"/>
                  </a:lnTo>
                  <a:lnTo>
                    <a:pt x="779667" y="1197005"/>
                  </a:lnTo>
                  <a:lnTo>
                    <a:pt x="795253" y="1180183"/>
                  </a:lnTo>
                  <a:lnTo>
                    <a:pt x="1044010" y="931427"/>
                  </a:lnTo>
                  <a:lnTo>
                    <a:pt x="1067604" y="895896"/>
                  </a:lnTo>
                  <a:lnTo>
                    <a:pt x="1069084" y="888292"/>
                  </a:lnTo>
                  <a:lnTo>
                    <a:pt x="779343" y="888292"/>
                  </a:lnTo>
                  <a:lnTo>
                    <a:pt x="770452" y="887274"/>
                  </a:lnTo>
                  <a:lnTo>
                    <a:pt x="763446" y="881704"/>
                  </a:lnTo>
                  <a:lnTo>
                    <a:pt x="760605" y="872528"/>
                  </a:lnTo>
                  <a:lnTo>
                    <a:pt x="760605" y="691821"/>
                  </a:lnTo>
                  <a:lnTo>
                    <a:pt x="174602" y="691821"/>
                  </a:lnTo>
                  <a:lnTo>
                    <a:pt x="168204" y="685424"/>
                  </a:lnTo>
                  <a:lnTo>
                    <a:pt x="168204" y="389632"/>
                  </a:lnTo>
                  <a:lnTo>
                    <a:pt x="161595" y="356895"/>
                  </a:lnTo>
                  <a:lnTo>
                    <a:pt x="143571" y="330162"/>
                  </a:lnTo>
                  <a:lnTo>
                    <a:pt x="116838" y="312139"/>
                  </a:lnTo>
                  <a:lnTo>
                    <a:pt x="84102" y="305529"/>
                  </a:lnTo>
                  <a:close/>
                </a:path>
                <a:path w="1075689" h="1350645">
                  <a:moveTo>
                    <a:pt x="968064" y="748076"/>
                  </a:moveTo>
                  <a:lnTo>
                    <a:pt x="927649" y="755941"/>
                  </a:lnTo>
                  <a:lnTo>
                    <a:pt x="892119" y="779536"/>
                  </a:lnTo>
                  <a:lnTo>
                    <a:pt x="787839" y="883816"/>
                  </a:lnTo>
                  <a:lnTo>
                    <a:pt x="779343" y="888292"/>
                  </a:lnTo>
                  <a:lnTo>
                    <a:pt x="1069084" y="888292"/>
                  </a:lnTo>
                  <a:lnTo>
                    <a:pt x="1075469" y="855481"/>
                  </a:lnTo>
                  <a:lnTo>
                    <a:pt x="1067604" y="815066"/>
                  </a:lnTo>
                  <a:lnTo>
                    <a:pt x="1044010" y="779536"/>
                  </a:lnTo>
                  <a:lnTo>
                    <a:pt x="1008479" y="755941"/>
                  </a:lnTo>
                  <a:lnTo>
                    <a:pt x="968064" y="748076"/>
                  </a:lnTo>
                  <a:close/>
                </a:path>
                <a:path w="1075689" h="1350645">
                  <a:moveTo>
                    <a:pt x="281918" y="91138"/>
                  </a:moveTo>
                  <a:lnTo>
                    <a:pt x="249181" y="97749"/>
                  </a:lnTo>
                  <a:lnTo>
                    <a:pt x="222448" y="115776"/>
                  </a:lnTo>
                  <a:lnTo>
                    <a:pt x="204425" y="142513"/>
                  </a:lnTo>
                  <a:lnTo>
                    <a:pt x="197815" y="175251"/>
                  </a:lnTo>
                  <a:lnTo>
                    <a:pt x="197815" y="685424"/>
                  </a:lnTo>
                  <a:lnTo>
                    <a:pt x="191418" y="691821"/>
                  </a:lnTo>
                  <a:lnTo>
                    <a:pt x="372417" y="691821"/>
                  </a:lnTo>
                  <a:lnTo>
                    <a:pt x="366020" y="685424"/>
                  </a:lnTo>
                  <a:lnTo>
                    <a:pt x="366020" y="175251"/>
                  </a:lnTo>
                  <a:lnTo>
                    <a:pt x="359411" y="142513"/>
                  </a:lnTo>
                  <a:lnTo>
                    <a:pt x="341387" y="115776"/>
                  </a:lnTo>
                  <a:lnTo>
                    <a:pt x="314654" y="97749"/>
                  </a:lnTo>
                  <a:lnTo>
                    <a:pt x="281918" y="91138"/>
                  </a:lnTo>
                  <a:close/>
                </a:path>
                <a:path w="1075689" h="1350645">
                  <a:moveTo>
                    <a:pt x="479723" y="0"/>
                  </a:moveTo>
                  <a:lnTo>
                    <a:pt x="446987" y="6610"/>
                  </a:lnTo>
                  <a:lnTo>
                    <a:pt x="420254" y="24637"/>
                  </a:lnTo>
                  <a:lnTo>
                    <a:pt x="402230" y="51374"/>
                  </a:lnTo>
                  <a:lnTo>
                    <a:pt x="395621" y="84112"/>
                  </a:lnTo>
                  <a:lnTo>
                    <a:pt x="395621" y="685424"/>
                  </a:lnTo>
                  <a:lnTo>
                    <a:pt x="389223" y="691821"/>
                  </a:lnTo>
                  <a:lnTo>
                    <a:pt x="570223" y="691821"/>
                  </a:lnTo>
                  <a:lnTo>
                    <a:pt x="563825" y="685424"/>
                  </a:lnTo>
                  <a:lnTo>
                    <a:pt x="563825" y="84112"/>
                  </a:lnTo>
                  <a:lnTo>
                    <a:pt x="557216" y="51374"/>
                  </a:lnTo>
                  <a:lnTo>
                    <a:pt x="539193" y="24637"/>
                  </a:lnTo>
                  <a:lnTo>
                    <a:pt x="512460" y="6610"/>
                  </a:lnTo>
                  <a:lnTo>
                    <a:pt x="479723" y="0"/>
                  </a:lnTo>
                  <a:close/>
                </a:path>
                <a:path w="1075689" h="1350645">
                  <a:moveTo>
                    <a:pt x="676502" y="149136"/>
                  </a:moveTo>
                  <a:lnTo>
                    <a:pt x="643766" y="155745"/>
                  </a:lnTo>
                  <a:lnTo>
                    <a:pt x="617033" y="173769"/>
                  </a:lnTo>
                  <a:lnTo>
                    <a:pt x="599009" y="200502"/>
                  </a:lnTo>
                  <a:lnTo>
                    <a:pt x="592400" y="233238"/>
                  </a:lnTo>
                  <a:lnTo>
                    <a:pt x="592400" y="685424"/>
                  </a:lnTo>
                  <a:lnTo>
                    <a:pt x="586003" y="691821"/>
                  </a:lnTo>
                  <a:lnTo>
                    <a:pt x="760605" y="691821"/>
                  </a:lnTo>
                  <a:lnTo>
                    <a:pt x="760605" y="233238"/>
                  </a:lnTo>
                  <a:lnTo>
                    <a:pt x="753996" y="200502"/>
                  </a:lnTo>
                  <a:lnTo>
                    <a:pt x="735972" y="173769"/>
                  </a:lnTo>
                  <a:lnTo>
                    <a:pt x="709239" y="155745"/>
                  </a:lnTo>
                  <a:lnTo>
                    <a:pt x="676502" y="149136"/>
                  </a:lnTo>
                  <a:close/>
                </a:path>
              </a:pathLst>
            </a:custGeom>
            <a:solidFill>
              <a:srgbClr val="FFFFFF"/>
            </a:solidFill>
          </p:spPr>
          <p:txBody>
            <a:bodyPr wrap="square" lIns="0" tIns="0" rIns="0" bIns="0" rtlCol="0"/>
            <a:lstStyle/>
            <a:p>
              <a:endParaRPr/>
            </a:p>
          </p:txBody>
        </p:sp>
      </p:grpSp>
      <p:grpSp>
        <p:nvGrpSpPr>
          <p:cNvPr id="24" name="object 24"/>
          <p:cNvGrpSpPr/>
          <p:nvPr/>
        </p:nvGrpSpPr>
        <p:grpSpPr>
          <a:xfrm>
            <a:off x="1068030" y="11476090"/>
            <a:ext cx="1885314" cy="1885314"/>
            <a:chOff x="1068030" y="11476090"/>
            <a:chExt cx="1885314" cy="1885314"/>
          </a:xfrm>
        </p:grpSpPr>
        <p:sp>
          <p:nvSpPr>
            <p:cNvPr id="25" name="object 25"/>
            <p:cNvSpPr/>
            <p:nvPr/>
          </p:nvSpPr>
          <p:spPr>
            <a:xfrm>
              <a:off x="1068030" y="11476090"/>
              <a:ext cx="1885314" cy="1885314"/>
            </a:xfrm>
            <a:custGeom>
              <a:avLst/>
              <a:gdLst/>
              <a:ahLst/>
              <a:cxnLst/>
              <a:rect l="l" t="t" r="r" b="b"/>
              <a:pathLst>
                <a:path w="1885314" h="1885315">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E9C4E"/>
            </a:solidFill>
          </p:spPr>
          <p:txBody>
            <a:bodyPr wrap="square" lIns="0" tIns="0" rIns="0" bIns="0" rtlCol="0"/>
            <a:lstStyle/>
            <a:p>
              <a:endParaRPr/>
            </a:p>
          </p:txBody>
        </p:sp>
        <p:sp>
          <p:nvSpPr>
            <p:cNvPr id="26" name="object 26"/>
            <p:cNvSpPr/>
            <p:nvPr/>
          </p:nvSpPr>
          <p:spPr>
            <a:xfrm>
              <a:off x="1664284" y="11671782"/>
              <a:ext cx="693420" cy="1487170"/>
            </a:xfrm>
            <a:custGeom>
              <a:avLst/>
              <a:gdLst/>
              <a:ahLst/>
              <a:cxnLst/>
              <a:rect l="l" t="t" r="r" b="b"/>
              <a:pathLst>
                <a:path w="693419" h="1487169">
                  <a:moveTo>
                    <a:pt x="446087" y="1138097"/>
                  </a:moveTo>
                  <a:lnTo>
                    <a:pt x="445541" y="1134071"/>
                  </a:lnTo>
                  <a:lnTo>
                    <a:pt x="368757" y="1106754"/>
                  </a:lnTo>
                  <a:lnTo>
                    <a:pt x="291363" y="1133944"/>
                  </a:lnTo>
                  <a:lnTo>
                    <a:pt x="291630" y="1132928"/>
                  </a:lnTo>
                  <a:lnTo>
                    <a:pt x="291160" y="1133868"/>
                  </a:lnTo>
                  <a:lnTo>
                    <a:pt x="291185" y="1411109"/>
                  </a:lnTo>
                  <a:lnTo>
                    <a:pt x="293052" y="1428013"/>
                  </a:lnTo>
                  <a:lnTo>
                    <a:pt x="319595" y="1469174"/>
                  </a:lnTo>
                  <a:lnTo>
                    <a:pt x="358533" y="1486687"/>
                  </a:lnTo>
                  <a:lnTo>
                    <a:pt x="379196" y="1486331"/>
                  </a:lnTo>
                  <a:lnTo>
                    <a:pt x="420598" y="1466875"/>
                  </a:lnTo>
                  <a:lnTo>
                    <a:pt x="443255" y="1429702"/>
                  </a:lnTo>
                  <a:lnTo>
                    <a:pt x="446062" y="1405928"/>
                  </a:lnTo>
                  <a:lnTo>
                    <a:pt x="446087" y="1138097"/>
                  </a:lnTo>
                  <a:close/>
                </a:path>
                <a:path w="693419" h="1487169">
                  <a:moveTo>
                    <a:pt x="536028" y="162661"/>
                  </a:moveTo>
                  <a:lnTo>
                    <a:pt x="528485" y="117665"/>
                  </a:lnTo>
                  <a:lnTo>
                    <a:pt x="510006" y="77812"/>
                  </a:lnTo>
                  <a:lnTo>
                    <a:pt x="482231" y="44589"/>
                  </a:lnTo>
                  <a:lnTo>
                    <a:pt x="446811" y="19545"/>
                  </a:lnTo>
                  <a:lnTo>
                    <a:pt x="405371" y="4165"/>
                  </a:lnTo>
                  <a:lnTo>
                    <a:pt x="359587" y="0"/>
                  </a:lnTo>
                  <a:lnTo>
                    <a:pt x="316522" y="7848"/>
                  </a:lnTo>
                  <a:lnTo>
                    <a:pt x="277876" y="26517"/>
                  </a:lnTo>
                  <a:lnTo>
                    <a:pt x="245338" y="54203"/>
                  </a:lnTo>
                  <a:lnTo>
                    <a:pt x="220573" y="89065"/>
                  </a:lnTo>
                  <a:lnTo>
                    <a:pt x="205244" y="129298"/>
                  </a:lnTo>
                  <a:lnTo>
                    <a:pt x="201028" y="173062"/>
                  </a:lnTo>
                  <a:lnTo>
                    <a:pt x="208826" y="217157"/>
                  </a:lnTo>
                  <a:lnTo>
                    <a:pt x="227228" y="256489"/>
                  </a:lnTo>
                  <a:lnTo>
                    <a:pt x="254533" y="289445"/>
                  </a:lnTo>
                  <a:lnTo>
                    <a:pt x="289052" y="314464"/>
                  </a:lnTo>
                  <a:lnTo>
                    <a:pt x="329095" y="329933"/>
                  </a:lnTo>
                  <a:lnTo>
                    <a:pt x="372960" y="334276"/>
                  </a:lnTo>
                  <a:lnTo>
                    <a:pt x="417652" y="326656"/>
                  </a:lnTo>
                  <a:lnTo>
                    <a:pt x="457377" y="308508"/>
                  </a:lnTo>
                  <a:lnTo>
                    <a:pt x="490613" y="281432"/>
                  </a:lnTo>
                  <a:lnTo>
                    <a:pt x="515810" y="247027"/>
                  </a:lnTo>
                  <a:lnTo>
                    <a:pt x="531456" y="206908"/>
                  </a:lnTo>
                  <a:lnTo>
                    <a:pt x="536028" y="162661"/>
                  </a:lnTo>
                  <a:close/>
                </a:path>
                <a:path w="693419" h="1487169">
                  <a:moveTo>
                    <a:pt x="692823" y="1073518"/>
                  </a:moveTo>
                  <a:lnTo>
                    <a:pt x="686523" y="1061466"/>
                  </a:lnTo>
                  <a:lnTo>
                    <a:pt x="686358" y="1061135"/>
                  </a:lnTo>
                  <a:lnTo>
                    <a:pt x="636549" y="965720"/>
                  </a:lnTo>
                  <a:lnTo>
                    <a:pt x="618147" y="930148"/>
                  </a:lnTo>
                  <a:lnTo>
                    <a:pt x="595782" y="854240"/>
                  </a:lnTo>
                  <a:lnTo>
                    <a:pt x="584314" y="807491"/>
                  </a:lnTo>
                  <a:lnTo>
                    <a:pt x="558838" y="703414"/>
                  </a:lnTo>
                  <a:lnTo>
                    <a:pt x="534784" y="605256"/>
                  </a:lnTo>
                  <a:lnTo>
                    <a:pt x="520065" y="545503"/>
                  </a:lnTo>
                  <a:lnTo>
                    <a:pt x="510222" y="505701"/>
                  </a:lnTo>
                  <a:lnTo>
                    <a:pt x="499986" y="464527"/>
                  </a:lnTo>
                  <a:lnTo>
                    <a:pt x="497852" y="455942"/>
                  </a:lnTo>
                  <a:lnTo>
                    <a:pt x="479869" y="415048"/>
                  </a:lnTo>
                  <a:lnTo>
                    <a:pt x="474611" y="409460"/>
                  </a:lnTo>
                  <a:lnTo>
                    <a:pt x="472668" y="407403"/>
                  </a:lnTo>
                  <a:lnTo>
                    <a:pt x="472668" y="488035"/>
                  </a:lnTo>
                  <a:lnTo>
                    <a:pt x="469404" y="493649"/>
                  </a:lnTo>
                  <a:lnTo>
                    <a:pt x="407162" y="640638"/>
                  </a:lnTo>
                  <a:lnTo>
                    <a:pt x="387223" y="688187"/>
                  </a:lnTo>
                  <a:lnTo>
                    <a:pt x="377634" y="706297"/>
                  </a:lnTo>
                  <a:lnTo>
                    <a:pt x="349872" y="733272"/>
                  </a:lnTo>
                  <a:lnTo>
                    <a:pt x="187566" y="798131"/>
                  </a:lnTo>
                  <a:lnTo>
                    <a:pt x="160934" y="805357"/>
                  </a:lnTo>
                  <a:lnTo>
                    <a:pt x="151955" y="807491"/>
                  </a:lnTo>
                  <a:lnTo>
                    <a:pt x="95084" y="785609"/>
                  </a:lnTo>
                  <a:lnTo>
                    <a:pt x="63715" y="734834"/>
                  </a:lnTo>
                  <a:lnTo>
                    <a:pt x="62458" y="703414"/>
                  </a:lnTo>
                  <a:lnTo>
                    <a:pt x="71259" y="674497"/>
                  </a:lnTo>
                  <a:lnTo>
                    <a:pt x="89141" y="650392"/>
                  </a:lnTo>
                  <a:lnTo>
                    <a:pt x="115189" y="633399"/>
                  </a:lnTo>
                  <a:lnTo>
                    <a:pt x="141960" y="622414"/>
                  </a:lnTo>
                  <a:lnTo>
                    <a:pt x="195897" y="601395"/>
                  </a:lnTo>
                  <a:lnTo>
                    <a:pt x="222745" y="590562"/>
                  </a:lnTo>
                  <a:lnTo>
                    <a:pt x="254635" y="538048"/>
                  </a:lnTo>
                  <a:lnTo>
                    <a:pt x="270471" y="500837"/>
                  </a:lnTo>
                  <a:lnTo>
                    <a:pt x="286308" y="463461"/>
                  </a:lnTo>
                  <a:lnTo>
                    <a:pt x="302120" y="426402"/>
                  </a:lnTo>
                  <a:lnTo>
                    <a:pt x="304546" y="420738"/>
                  </a:lnTo>
                  <a:lnTo>
                    <a:pt x="308267" y="413372"/>
                  </a:lnTo>
                  <a:lnTo>
                    <a:pt x="319049" y="409460"/>
                  </a:lnTo>
                  <a:lnTo>
                    <a:pt x="329742" y="409930"/>
                  </a:lnTo>
                  <a:lnTo>
                    <a:pt x="337426" y="418947"/>
                  </a:lnTo>
                  <a:lnTo>
                    <a:pt x="339928" y="429742"/>
                  </a:lnTo>
                  <a:lnTo>
                    <a:pt x="337540" y="435889"/>
                  </a:lnTo>
                  <a:lnTo>
                    <a:pt x="315150" y="490855"/>
                  </a:lnTo>
                  <a:lnTo>
                    <a:pt x="291871" y="545655"/>
                  </a:lnTo>
                  <a:lnTo>
                    <a:pt x="280187" y="572770"/>
                  </a:lnTo>
                  <a:lnTo>
                    <a:pt x="274408" y="586447"/>
                  </a:lnTo>
                  <a:lnTo>
                    <a:pt x="246367" y="621753"/>
                  </a:lnTo>
                  <a:lnTo>
                    <a:pt x="189560" y="643572"/>
                  </a:lnTo>
                  <a:lnTo>
                    <a:pt x="133032" y="666102"/>
                  </a:lnTo>
                  <a:lnTo>
                    <a:pt x="114236" y="678332"/>
                  </a:lnTo>
                  <a:lnTo>
                    <a:pt x="102552" y="695655"/>
                  </a:lnTo>
                  <a:lnTo>
                    <a:pt x="98729" y="715949"/>
                  </a:lnTo>
                  <a:lnTo>
                    <a:pt x="103530" y="737095"/>
                  </a:lnTo>
                  <a:lnTo>
                    <a:pt x="114846" y="753402"/>
                  </a:lnTo>
                  <a:lnTo>
                    <a:pt x="130797" y="764197"/>
                  </a:lnTo>
                  <a:lnTo>
                    <a:pt x="149580" y="768464"/>
                  </a:lnTo>
                  <a:lnTo>
                    <a:pt x="169392" y="765187"/>
                  </a:lnTo>
                  <a:lnTo>
                    <a:pt x="247764" y="735291"/>
                  </a:lnTo>
                  <a:lnTo>
                    <a:pt x="286702" y="719747"/>
                  </a:lnTo>
                  <a:lnTo>
                    <a:pt x="325374" y="703567"/>
                  </a:lnTo>
                  <a:lnTo>
                    <a:pt x="352005" y="673849"/>
                  </a:lnTo>
                  <a:lnTo>
                    <a:pt x="372554" y="626948"/>
                  </a:lnTo>
                  <a:lnTo>
                    <a:pt x="392671" y="579869"/>
                  </a:lnTo>
                  <a:lnTo>
                    <a:pt x="434441" y="480974"/>
                  </a:lnTo>
                  <a:lnTo>
                    <a:pt x="435546" y="474649"/>
                  </a:lnTo>
                  <a:lnTo>
                    <a:pt x="445160" y="468820"/>
                  </a:lnTo>
                  <a:lnTo>
                    <a:pt x="454025" y="464527"/>
                  </a:lnTo>
                  <a:lnTo>
                    <a:pt x="465048" y="468528"/>
                  </a:lnTo>
                  <a:lnTo>
                    <a:pt x="469138" y="477494"/>
                  </a:lnTo>
                  <a:lnTo>
                    <a:pt x="472668" y="488035"/>
                  </a:lnTo>
                  <a:lnTo>
                    <a:pt x="472668" y="407403"/>
                  </a:lnTo>
                  <a:lnTo>
                    <a:pt x="450253" y="383565"/>
                  </a:lnTo>
                  <a:lnTo>
                    <a:pt x="411886" y="363372"/>
                  </a:lnTo>
                  <a:lnTo>
                    <a:pt x="367652" y="356362"/>
                  </a:lnTo>
                  <a:lnTo>
                    <a:pt x="324040" y="363689"/>
                  </a:lnTo>
                  <a:lnTo>
                    <a:pt x="286372" y="384048"/>
                  </a:lnTo>
                  <a:lnTo>
                    <a:pt x="257162" y="415467"/>
                  </a:lnTo>
                  <a:lnTo>
                    <a:pt x="238950" y="456018"/>
                  </a:lnTo>
                  <a:lnTo>
                    <a:pt x="230238" y="490855"/>
                  </a:lnTo>
                  <a:lnTo>
                    <a:pt x="226060" y="506158"/>
                  </a:lnTo>
                  <a:lnTo>
                    <a:pt x="220941" y="514477"/>
                  </a:lnTo>
                  <a:lnTo>
                    <a:pt x="211912" y="518096"/>
                  </a:lnTo>
                  <a:lnTo>
                    <a:pt x="195910" y="519582"/>
                  </a:lnTo>
                  <a:lnTo>
                    <a:pt x="146164" y="528701"/>
                  </a:lnTo>
                  <a:lnTo>
                    <a:pt x="101041" y="548868"/>
                  </a:lnTo>
                  <a:lnTo>
                    <a:pt x="62191" y="578815"/>
                  </a:lnTo>
                  <a:lnTo>
                    <a:pt x="31242" y="617258"/>
                  </a:lnTo>
                  <a:lnTo>
                    <a:pt x="9867" y="662940"/>
                  </a:lnTo>
                  <a:lnTo>
                    <a:pt x="0" y="712660"/>
                  </a:lnTo>
                  <a:lnTo>
                    <a:pt x="2209" y="762279"/>
                  </a:lnTo>
                  <a:lnTo>
                    <a:pt x="15913" y="809726"/>
                  </a:lnTo>
                  <a:lnTo>
                    <a:pt x="40525" y="852944"/>
                  </a:lnTo>
                  <a:lnTo>
                    <a:pt x="75438" y="889889"/>
                  </a:lnTo>
                  <a:lnTo>
                    <a:pt x="95072" y="910120"/>
                  </a:lnTo>
                  <a:lnTo>
                    <a:pt x="104343" y="930605"/>
                  </a:lnTo>
                  <a:lnTo>
                    <a:pt x="103593" y="953160"/>
                  </a:lnTo>
                  <a:lnTo>
                    <a:pt x="93205" y="979589"/>
                  </a:lnTo>
                  <a:lnTo>
                    <a:pt x="44361" y="1073315"/>
                  </a:lnTo>
                  <a:lnTo>
                    <a:pt x="48094" y="1075905"/>
                  </a:lnTo>
                  <a:lnTo>
                    <a:pt x="50660" y="1078166"/>
                  </a:lnTo>
                  <a:lnTo>
                    <a:pt x="53619" y="1079639"/>
                  </a:lnTo>
                  <a:lnTo>
                    <a:pt x="85940" y="1091298"/>
                  </a:lnTo>
                  <a:lnTo>
                    <a:pt x="117424" y="1093368"/>
                  </a:lnTo>
                  <a:lnTo>
                    <a:pt x="147993" y="1085786"/>
                  </a:lnTo>
                  <a:lnTo>
                    <a:pt x="177571" y="1068463"/>
                  </a:lnTo>
                  <a:lnTo>
                    <a:pt x="186004" y="1063307"/>
                  </a:lnTo>
                  <a:lnTo>
                    <a:pt x="194017" y="1061402"/>
                  </a:lnTo>
                  <a:lnTo>
                    <a:pt x="202082" y="1062913"/>
                  </a:lnTo>
                  <a:lnTo>
                    <a:pt x="210629" y="1068006"/>
                  </a:lnTo>
                  <a:lnTo>
                    <a:pt x="245402" y="1087399"/>
                  </a:lnTo>
                  <a:lnTo>
                    <a:pt x="281736" y="1093774"/>
                  </a:lnTo>
                  <a:lnTo>
                    <a:pt x="318109" y="1087170"/>
                  </a:lnTo>
                  <a:lnTo>
                    <a:pt x="353085" y="1067523"/>
                  </a:lnTo>
                  <a:lnTo>
                    <a:pt x="360705" y="1062863"/>
                  </a:lnTo>
                  <a:lnTo>
                    <a:pt x="367004" y="1061402"/>
                  </a:lnTo>
                  <a:lnTo>
                    <a:pt x="368147" y="1061135"/>
                  </a:lnTo>
                  <a:lnTo>
                    <a:pt x="375640" y="1062545"/>
                  </a:lnTo>
                  <a:lnTo>
                    <a:pt x="383514" y="1067168"/>
                  </a:lnTo>
                  <a:lnTo>
                    <a:pt x="418858" y="1087081"/>
                  </a:lnTo>
                  <a:lnTo>
                    <a:pt x="455269" y="1093787"/>
                  </a:lnTo>
                  <a:lnTo>
                    <a:pt x="491680" y="1087285"/>
                  </a:lnTo>
                  <a:lnTo>
                    <a:pt x="527011" y="1067523"/>
                  </a:lnTo>
                  <a:lnTo>
                    <a:pt x="535216" y="1062786"/>
                  </a:lnTo>
                  <a:lnTo>
                    <a:pt x="542963" y="1061466"/>
                  </a:lnTo>
                  <a:lnTo>
                    <a:pt x="550735" y="1063256"/>
                  </a:lnTo>
                  <a:lnTo>
                    <a:pt x="559003" y="1067841"/>
                  </a:lnTo>
                  <a:lnTo>
                    <a:pt x="568921" y="1074229"/>
                  </a:lnTo>
                  <a:lnTo>
                    <a:pt x="579247" y="1080096"/>
                  </a:lnTo>
                  <a:lnTo>
                    <a:pt x="589927" y="1085164"/>
                  </a:lnTo>
                  <a:lnTo>
                    <a:pt x="600900" y="1089139"/>
                  </a:lnTo>
                  <a:lnTo>
                    <a:pt x="624852" y="1093546"/>
                  </a:lnTo>
                  <a:lnTo>
                    <a:pt x="648169" y="1092288"/>
                  </a:lnTo>
                  <a:lnTo>
                    <a:pt x="670826" y="1085545"/>
                  </a:lnTo>
                  <a:lnTo>
                    <a:pt x="692823" y="1073518"/>
                  </a:lnTo>
                  <a:close/>
                </a:path>
              </a:pathLst>
            </a:custGeom>
            <a:solidFill>
              <a:srgbClr val="FFFFFF"/>
            </a:solidFill>
          </p:spPr>
          <p:txBody>
            <a:bodyPr wrap="square" lIns="0" tIns="0" rIns="0" bIns="0" rtlCol="0"/>
            <a:lstStyle/>
            <a:p>
              <a:endParaRPr/>
            </a:p>
          </p:txBody>
        </p:sp>
      </p:grpSp>
      <p:grpSp>
        <p:nvGrpSpPr>
          <p:cNvPr id="27" name="object 27"/>
          <p:cNvGrpSpPr/>
          <p:nvPr/>
        </p:nvGrpSpPr>
        <p:grpSpPr>
          <a:xfrm>
            <a:off x="1068030" y="6041700"/>
            <a:ext cx="1885314" cy="1885314"/>
            <a:chOff x="1068030" y="6041700"/>
            <a:chExt cx="1885314" cy="1885314"/>
          </a:xfrm>
        </p:grpSpPr>
        <p:sp>
          <p:nvSpPr>
            <p:cNvPr id="28" name="object 28"/>
            <p:cNvSpPr/>
            <p:nvPr/>
          </p:nvSpPr>
          <p:spPr>
            <a:xfrm>
              <a:off x="1068030" y="6041700"/>
              <a:ext cx="1885314" cy="1885314"/>
            </a:xfrm>
            <a:custGeom>
              <a:avLst/>
              <a:gdLst/>
              <a:ahLst/>
              <a:cxnLst/>
              <a:rect l="l" t="t" r="r" b="b"/>
              <a:pathLst>
                <a:path w="1885314" h="1885315">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FFD13B"/>
            </a:solidFill>
          </p:spPr>
          <p:txBody>
            <a:bodyPr wrap="square" lIns="0" tIns="0" rIns="0" bIns="0" rtlCol="0"/>
            <a:lstStyle/>
            <a:p>
              <a:endParaRPr/>
            </a:p>
          </p:txBody>
        </p:sp>
        <p:sp>
          <p:nvSpPr>
            <p:cNvPr id="29" name="object 29"/>
            <p:cNvSpPr/>
            <p:nvPr/>
          </p:nvSpPr>
          <p:spPr>
            <a:xfrm>
              <a:off x="1607873" y="6753373"/>
              <a:ext cx="805180" cy="895985"/>
            </a:xfrm>
            <a:custGeom>
              <a:avLst/>
              <a:gdLst/>
              <a:ahLst/>
              <a:cxnLst/>
              <a:rect l="l" t="t" r="r" b="b"/>
              <a:pathLst>
                <a:path w="805180" h="895984">
                  <a:moveTo>
                    <a:pt x="228893" y="0"/>
                  </a:moveTo>
                  <a:lnTo>
                    <a:pt x="97756" y="0"/>
                  </a:lnTo>
                  <a:lnTo>
                    <a:pt x="95976" y="12355"/>
                  </a:lnTo>
                  <a:lnTo>
                    <a:pt x="67338" y="450782"/>
                  </a:lnTo>
                  <a:lnTo>
                    <a:pt x="303" y="450782"/>
                  </a:lnTo>
                  <a:lnTo>
                    <a:pt x="0" y="895606"/>
                  </a:lnTo>
                  <a:lnTo>
                    <a:pt x="805074" y="895606"/>
                  </a:lnTo>
                  <a:lnTo>
                    <a:pt x="805074" y="767934"/>
                  </a:lnTo>
                  <a:lnTo>
                    <a:pt x="102489" y="767934"/>
                  </a:lnTo>
                  <a:lnTo>
                    <a:pt x="102489" y="606400"/>
                  </a:lnTo>
                  <a:lnTo>
                    <a:pt x="805074" y="606400"/>
                  </a:lnTo>
                  <a:lnTo>
                    <a:pt x="805074" y="455326"/>
                  </a:lnTo>
                  <a:lnTo>
                    <a:pt x="262306" y="455326"/>
                  </a:lnTo>
                  <a:lnTo>
                    <a:pt x="228893" y="0"/>
                  </a:lnTo>
                  <a:close/>
                </a:path>
                <a:path w="805180" h="895984">
                  <a:moveTo>
                    <a:pt x="805074" y="606400"/>
                  </a:moveTo>
                  <a:lnTo>
                    <a:pt x="197103" y="606400"/>
                  </a:lnTo>
                  <a:lnTo>
                    <a:pt x="197103" y="767934"/>
                  </a:lnTo>
                  <a:lnTo>
                    <a:pt x="805074" y="767934"/>
                  </a:lnTo>
                  <a:lnTo>
                    <a:pt x="294231" y="767830"/>
                  </a:lnTo>
                  <a:lnTo>
                    <a:pt x="294231" y="606526"/>
                  </a:lnTo>
                  <a:lnTo>
                    <a:pt x="479430" y="606526"/>
                  </a:lnTo>
                  <a:lnTo>
                    <a:pt x="805074" y="606473"/>
                  </a:lnTo>
                  <a:close/>
                </a:path>
                <a:path w="805180" h="895984">
                  <a:moveTo>
                    <a:pt x="479430" y="606526"/>
                  </a:moveTo>
                  <a:lnTo>
                    <a:pt x="388291" y="606526"/>
                  </a:lnTo>
                  <a:lnTo>
                    <a:pt x="388291" y="767830"/>
                  </a:lnTo>
                  <a:lnTo>
                    <a:pt x="805074" y="767830"/>
                  </a:lnTo>
                  <a:lnTo>
                    <a:pt x="479430" y="767788"/>
                  </a:lnTo>
                  <a:lnTo>
                    <a:pt x="479430" y="606526"/>
                  </a:lnTo>
                  <a:close/>
                </a:path>
                <a:path w="805180" h="895984">
                  <a:moveTo>
                    <a:pt x="805074" y="606473"/>
                  </a:moveTo>
                  <a:lnTo>
                    <a:pt x="573375" y="606473"/>
                  </a:lnTo>
                  <a:lnTo>
                    <a:pt x="573375" y="767788"/>
                  </a:lnTo>
                  <a:lnTo>
                    <a:pt x="805074" y="767788"/>
                  </a:lnTo>
                  <a:lnTo>
                    <a:pt x="805074" y="606473"/>
                  </a:lnTo>
                  <a:close/>
                </a:path>
                <a:path w="805180" h="895984">
                  <a:moveTo>
                    <a:pt x="805074" y="292682"/>
                  </a:moveTo>
                  <a:lnTo>
                    <a:pt x="560558" y="450740"/>
                  </a:lnTo>
                  <a:lnTo>
                    <a:pt x="270737" y="450740"/>
                  </a:lnTo>
                  <a:lnTo>
                    <a:pt x="262306" y="455326"/>
                  </a:lnTo>
                  <a:lnTo>
                    <a:pt x="805074" y="455326"/>
                  </a:lnTo>
                  <a:lnTo>
                    <a:pt x="805074" y="450740"/>
                  </a:lnTo>
                  <a:lnTo>
                    <a:pt x="560558" y="450740"/>
                  </a:lnTo>
                  <a:lnTo>
                    <a:pt x="560558" y="293090"/>
                  </a:lnTo>
                  <a:lnTo>
                    <a:pt x="805074" y="293090"/>
                  </a:lnTo>
                  <a:lnTo>
                    <a:pt x="805074" y="292682"/>
                  </a:lnTo>
                  <a:close/>
                </a:path>
              </a:pathLst>
            </a:custGeom>
            <a:solidFill>
              <a:srgbClr val="FFFFFF"/>
            </a:solidFill>
          </p:spPr>
          <p:txBody>
            <a:bodyPr wrap="square" lIns="0" tIns="0" rIns="0" bIns="0" rtlCol="0"/>
            <a:lstStyle/>
            <a:p>
              <a:endParaRPr/>
            </a:p>
          </p:txBody>
        </p:sp>
        <p:pic>
          <p:nvPicPr>
            <p:cNvPr id="30" name="object 30"/>
            <p:cNvPicPr/>
            <p:nvPr/>
          </p:nvPicPr>
          <p:blipFill>
            <a:blip r:embed="rId9" cstate="print"/>
            <a:stretch>
              <a:fillRect/>
            </a:stretch>
          </p:blipFill>
          <p:spPr>
            <a:xfrm>
              <a:off x="1685812" y="6481478"/>
              <a:ext cx="188475" cy="188475"/>
            </a:xfrm>
            <a:prstGeom prst="rect">
              <a:avLst/>
            </a:prstGeom>
          </p:spPr>
        </p:pic>
        <p:pic>
          <p:nvPicPr>
            <p:cNvPr id="31" name="object 31"/>
            <p:cNvPicPr/>
            <p:nvPr/>
          </p:nvPicPr>
          <p:blipFill>
            <a:blip r:embed="rId10" cstate="print"/>
            <a:stretch>
              <a:fillRect/>
            </a:stretch>
          </p:blipFill>
          <p:spPr>
            <a:xfrm>
              <a:off x="2324537" y="6450064"/>
              <a:ext cx="240829" cy="376952"/>
            </a:xfrm>
            <a:prstGeom prst="rect">
              <a:avLst/>
            </a:prstGeom>
          </p:spPr>
        </p:pic>
        <p:sp>
          <p:nvSpPr>
            <p:cNvPr id="32" name="object 32"/>
            <p:cNvSpPr/>
            <p:nvPr/>
          </p:nvSpPr>
          <p:spPr>
            <a:xfrm>
              <a:off x="1769567" y="6219710"/>
              <a:ext cx="644525" cy="581660"/>
            </a:xfrm>
            <a:custGeom>
              <a:avLst/>
              <a:gdLst/>
              <a:ahLst/>
              <a:cxnLst/>
              <a:rect l="l" t="t" r="r" b="b"/>
              <a:pathLst>
                <a:path w="644525" h="581659">
                  <a:moveTo>
                    <a:pt x="643966" y="450253"/>
                  </a:moveTo>
                  <a:lnTo>
                    <a:pt x="633679" y="399300"/>
                  </a:lnTo>
                  <a:lnTo>
                    <a:pt x="605637" y="357695"/>
                  </a:lnTo>
                  <a:lnTo>
                    <a:pt x="602856" y="355828"/>
                  </a:lnTo>
                  <a:lnTo>
                    <a:pt x="603656" y="354799"/>
                  </a:lnTo>
                  <a:lnTo>
                    <a:pt x="619887" y="316344"/>
                  </a:lnTo>
                  <a:lnTo>
                    <a:pt x="625640" y="273558"/>
                  </a:lnTo>
                  <a:lnTo>
                    <a:pt x="619887" y="230759"/>
                  </a:lnTo>
                  <a:lnTo>
                    <a:pt x="603656" y="192303"/>
                  </a:lnTo>
                  <a:lnTo>
                    <a:pt x="578485" y="159715"/>
                  </a:lnTo>
                  <a:lnTo>
                    <a:pt x="545909" y="134543"/>
                  </a:lnTo>
                  <a:lnTo>
                    <a:pt x="507453" y="118313"/>
                  </a:lnTo>
                  <a:lnTo>
                    <a:pt x="465289" y="112649"/>
                  </a:lnTo>
                  <a:lnTo>
                    <a:pt x="463588" y="102044"/>
                  </a:lnTo>
                  <a:lnTo>
                    <a:pt x="442404" y="61087"/>
                  </a:lnTo>
                  <a:lnTo>
                    <a:pt x="410108" y="28790"/>
                  </a:lnTo>
                  <a:lnTo>
                    <a:pt x="369150" y="7607"/>
                  </a:lnTo>
                  <a:lnTo>
                    <a:pt x="321983" y="0"/>
                  </a:lnTo>
                  <a:lnTo>
                    <a:pt x="274828" y="7607"/>
                  </a:lnTo>
                  <a:lnTo>
                    <a:pt x="233870" y="28790"/>
                  </a:lnTo>
                  <a:lnTo>
                    <a:pt x="201561" y="61087"/>
                  </a:lnTo>
                  <a:lnTo>
                    <a:pt x="186702" y="89827"/>
                  </a:lnTo>
                  <a:lnTo>
                    <a:pt x="149212" y="83769"/>
                  </a:lnTo>
                  <a:lnTo>
                    <a:pt x="102057" y="91376"/>
                  </a:lnTo>
                  <a:lnTo>
                    <a:pt x="61099" y="112560"/>
                  </a:lnTo>
                  <a:lnTo>
                    <a:pt x="28790" y="144856"/>
                  </a:lnTo>
                  <a:lnTo>
                    <a:pt x="7607" y="185813"/>
                  </a:lnTo>
                  <a:lnTo>
                    <a:pt x="0" y="232981"/>
                  </a:lnTo>
                  <a:lnTo>
                    <a:pt x="7607" y="280136"/>
                  </a:lnTo>
                  <a:lnTo>
                    <a:pt x="28790" y="321094"/>
                  </a:lnTo>
                  <a:lnTo>
                    <a:pt x="61099" y="353402"/>
                  </a:lnTo>
                  <a:lnTo>
                    <a:pt x="102057" y="374586"/>
                  </a:lnTo>
                  <a:lnTo>
                    <a:pt x="149212" y="382193"/>
                  </a:lnTo>
                  <a:lnTo>
                    <a:pt x="186537" y="376174"/>
                  </a:lnTo>
                  <a:lnTo>
                    <a:pt x="206794" y="415340"/>
                  </a:lnTo>
                  <a:lnTo>
                    <a:pt x="239102" y="447636"/>
                  </a:lnTo>
                  <a:lnTo>
                    <a:pt x="280060" y="468820"/>
                  </a:lnTo>
                  <a:lnTo>
                    <a:pt x="327215" y="476427"/>
                  </a:lnTo>
                  <a:lnTo>
                    <a:pt x="374383" y="468820"/>
                  </a:lnTo>
                  <a:lnTo>
                    <a:pt x="384848" y="463410"/>
                  </a:lnTo>
                  <a:lnTo>
                    <a:pt x="392480" y="501192"/>
                  </a:lnTo>
                  <a:lnTo>
                    <a:pt x="420522" y="542798"/>
                  </a:lnTo>
                  <a:lnTo>
                    <a:pt x="462127" y="570852"/>
                  </a:lnTo>
                  <a:lnTo>
                    <a:pt x="513080" y="581139"/>
                  </a:lnTo>
                  <a:lnTo>
                    <a:pt x="564032" y="570852"/>
                  </a:lnTo>
                  <a:lnTo>
                    <a:pt x="605637" y="542798"/>
                  </a:lnTo>
                  <a:lnTo>
                    <a:pt x="633679" y="501192"/>
                  </a:lnTo>
                  <a:lnTo>
                    <a:pt x="643966" y="450253"/>
                  </a:lnTo>
                  <a:close/>
                </a:path>
              </a:pathLst>
            </a:custGeom>
            <a:solidFill>
              <a:srgbClr val="FFFFFF"/>
            </a:solidFill>
          </p:spPr>
          <p:txBody>
            <a:bodyPr wrap="square" lIns="0" tIns="0" rIns="0" bIns="0" rtlCol="0"/>
            <a:lstStyle/>
            <a:p>
              <a:endParaRPr/>
            </a:p>
          </p:txBody>
        </p:sp>
      </p:grpSp>
      <p:sp>
        <p:nvSpPr>
          <p:cNvPr id="33" name="object 33"/>
          <p:cNvSpPr txBox="1"/>
          <p:nvPr/>
        </p:nvSpPr>
        <p:spPr>
          <a:xfrm>
            <a:off x="9254033" y="3124121"/>
            <a:ext cx="8077834" cy="7533024"/>
          </a:xfrm>
          <a:prstGeom prst="rect">
            <a:avLst/>
          </a:prstGeom>
        </p:spPr>
        <p:txBody>
          <a:bodyPr vert="horz" wrap="square" lIns="0" tIns="12065" rIns="0" bIns="0" rtlCol="0">
            <a:spAutoFit/>
          </a:bodyPr>
          <a:lstStyle/>
          <a:p>
            <a:pPr marL="12700" marR="5080">
              <a:lnSpc>
                <a:spcPct val="111400"/>
              </a:lnSpc>
              <a:spcBef>
                <a:spcPts val="95"/>
              </a:spcBef>
            </a:pPr>
            <a:r>
              <a:rPr sz="3700" b="1" spc="-75" dirty="0">
                <a:solidFill>
                  <a:srgbClr val="333333"/>
                </a:solidFill>
                <a:latin typeface="Arial"/>
                <a:cs typeface="Arial"/>
              </a:rPr>
              <a:t>Environmental </a:t>
            </a:r>
            <a:r>
              <a:rPr sz="3700" b="1" spc="-55" dirty="0">
                <a:solidFill>
                  <a:srgbClr val="333333"/>
                </a:solidFill>
                <a:latin typeface="Arial"/>
                <a:cs typeface="Arial"/>
              </a:rPr>
              <a:t>threats </a:t>
            </a:r>
            <a:r>
              <a:rPr sz="3700" b="1" spc="-75" dirty="0">
                <a:solidFill>
                  <a:srgbClr val="333333"/>
                </a:solidFill>
                <a:latin typeface="Arial"/>
                <a:cs typeface="Arial"/>
              </a:rPr>
              <a:t>during </a:t>
            </a:r>
            <a:r>
              <a:rPr sz="3700" b="1" spc="-70" dirty="0">
                <a:solidFill>
                  <a:srgbClr val="333333"/>
                </a:solidFill>
                <a:latin typeface="Arial"/>
                <a:cs typeface="Arial"/>
              </a:rPr>
              <a:t> </a:t>
            </a:r>
            <a:r>
              <a:rPr sz="3700" b="1" spc="-65" dirty="0">
                <a:solidFill>
                  <a:srgbClr val="333333"/>
                </a:solidFill>
                <a:latin typeface="Arial"/>
                <a:cs typeface="Arial"/>
              </a:rPr>
              <a:t>preconception, </a:t>
            </a:r>
            <a:r>
              <a:rPr sz="3700" b="1" spc="-60" dirty="0">
                <a:solidFill>
                  <a:srgbClr val="333333"/>
                </a:solidFill>
                <a:latin typeface="Arial"/>
                <a:cs typeface="Arial"/>
              </a:rPr>
              <a:t>prenatal </a:t>
            </a:r>
            <a:r>
              <a:rPr sz="3700" b="1" spc="-55" dirty="0">
                <a:solidFill>
                  <a:srgbClr val="333333"/>
                </a:solidFill>
                <a:latin typeface="Arial"/>
                <a:cs typeface="Arial"/>
              </a:rPr>
              <a:t>life </a:t>
            </a:r>
            <a:r>
              <a:rPr sz="3700" b="1" spc="-50" dirty="0">
                <a:solidFill>
                  <a:srgbClr val="333333"/>
                </a:solidFill>
                <a:latin typeface="Arial"/>
                <a:cs typeface="Arial"/>
              </a:rPr>
              <a:t>and </a:t>
            </a:r>
            <a:r>
              <a:rPr sz="3700" b="1" spc="-65" dirty="0">
                <a:solidFill>
                  <a:srgbClr val="333333"/>
                </a:solidFill>
                <a:latin typeface="Arial"/>
                <a:cs typeface="Arial"/>
              </a:rPr>
              <a:t>early </a:t>
            </a:r>
            <a:r>
              <a:rPr sz="3700" b="1" spc="-1015" dirty="0">
                <a:solidFill>
                  <a:srgbClr val="333333"/>
                </a:solidFill>
                <a:latin typeface="Arial"/>
                <a:cs typeface="Arial"/>
              </a:rPr>
              <a:t> </a:t>
            </a:r>
            <a:r>
              <a:rPr sz="3700" b="1" spc="-70" dirty="0">
                <a:solidFill>
                  <a:srgbClr val="333333"/>
                </a:solidFill>
                <a:latin typeface="Arial"/>
                <a:cs typeface="Arial"/>
              </a:rPr>
              <a:t>childhood </a:t>
            </a:r>
            <a:r>
              <a:rPr sz="3700" b="1" spc="-40" dirty="0">
                <a:solidFill>
                  <a:srgbClr val="333333"/>
                </a:solidFill>
                <a:latin typeface="Arial"/>
                <a:cs typeface="Arial"/>
              </a:rPr>
              <a:t>can </a:t>
            </a:r>
            <a:r>
              <a:rPr sz="3700" b="1" spc="-90" dirty="0">
                <a:solidFill>
                  <a:srgbClr val="333333"/>
                </a:solidFill>
                <a:latin typeface="Arial"/>
                <a:cs typeface="Arial"/>
              </a:rPr>
              <a:t>have </a:t>
            </a:r>
            <a:r>
              <a:rPr sz="3700" b="1" spc="-60" dirty="0">
                <a:solidFill>
                  <a:srgbClr val="333333"/>
                </a:solidFill>
                <a:latin typeface="Arial"/>
                <a:cs typeface="Arial"/>
              </a:rPr>
              <a:t>immediate </a:t>
            </a:r>
            <a:r>
              <a:rPr sz="3700" b="1" spc="-50" dirty="0">
                <a:solidFill>
                  <a:srgbClr val="333333"/>
                </a:solidFill>
                <a:latin typeface="Arial"/>
                <a:cs typeface="Arial"/>
              </a:rPr>
              <a:t>and </a:t>
            </a:r>
            <a:r>
              <a:rPr sz="3700" b="1" spc="-45" dirty="0">
                <a:solidFill>
                  <a:srgbClr val="333333"/>
                </a:solidFill>
                <a:latin typeface="Arial"/>
                <a:cs typeface="Arial"/>
              </a:rPr>
              <a:t> </a:t>
            </a:r>
            <a:r>
              <a:rPr sz="3700" b="1" spc="-60" dirty="0">
                <a:solidFill>
                  <a:srgbClr val="333333"/>
                </a:solidFill>
                <a:latin typeface="Arial"/>
                <a:cs typeface="Arial"/>
              </a:rPr>
              <a:t>future</a:t>
            </a:r>
            <a:r>
              <a:rPr sz="3700" b="1" spc="-80" dirty="0">
                <a:solidFill>
                  <a:srgbClr val="333333"/>
                </a:solidFill>
                <a:latin typeface="Arial"/>
                <a:cs typeface="Arial"/>
              </a:rPr>
              <a:t> </a:t>
            </a:r>
            <a:r>
              <a:rPr sz="3700" b="1" spc="-50" dirty="0">
                <a:solidFill>
                  <a:srgbClr val="333333"/>
                </a:solidFill>
                <a:latin typeface="Arial"/>
                <a:cs typeface="Arial"/>
              </a:rPr>
              <a:t>health</a:t>
            </a:r>
            <a:r>
              <a:rPr sz="3700" b="1" spc="-80" dirty="0">
                <a:solidFill>
                  <a:srgbClr val="333333"/>
                </a:solidFill>
                <a:latin typeface="Arial"/>
                <a:cs typeface="Arial"/>
              </a:rPr>
              <a:t> </a:t>
            </a:r>
            <a:r>
              <a:rPr sz="3700" b="1" spc="-65" dirty="0">
                <a:solidFill>
                  <a:srgbClr val="333333"/>
                </a:solidFill>
                <a:latin typeface="Arial"/>
                <a:cs typeface="Arial"/>
              </a:rPr>
              <a:t>consequences.</a:t>
            </a:r>
            <a:endParaRPr sz="3700" dirty="0">
              <a:latin typeface="Arial"/>
              <a:cs typeface="Arial"/>
            </a:endParaRPr>
          </a:p>
          <a:p>
            <a:pPr marL="12700" marR="1654175">
              <a:lnSpc>
                <a:spcPct val="111400"/>
              </a:lnSpc>
              <a:spcBef>
                <a:spcPts val="2640"/>
              </a:spcBef>
            </a:pPr>
            <a:r>
              <a:rPr lang="en-US" sz="3700" b="1" spc="-60" dirty="0">
                <a:solidFill>
                  <a:srgbClr val="333333"/>
                </a:solidFill>
                <a:latin typeface="Arial"/>
                <a:cs typeface="Arial"/>
              </a:rPr>
              <a:t>In 2016</a:t>
            </a:r>
            <a:r>
              <a:rPr sz="3700" b="1" spc="-120" dirty="0">
                <a:solidFill>
                  <a:srgbClr val="333333"/>
                </a:solidFill>
                <a:latin typeface="Arial"/>
                <a:cs typeface="Arial"/>
              </a:rPr>
              <a:t>, </a:t>
            </a:r>
            <a:r>
              <a:rPr sz="3700" b="1" spc="-35" dirty="0">
                <a:solidFill>
                  <a:srgbClr val="333333"/>
                </a:solidFill>
                <a:latin typeface="Arial"/>
                <a:cs typeface="Arial"/>
              </a:rPr>
              <a:t>the </a:t>
            </a:r>
            <a:r>
              <a:rPr sz="3700" b="1" spc="-75" dirty="0">
                <a:solidFill>
                  <a:srgbClr val="333333"/>
                </a:solidFill>
                <a:latin typeface="Arial"/>
                <a:cs typeface="Arial"/>
              </a:rPr>
              <a:t>environment </a:t>
            </a:r>
            <a:r>
              <a:rPr lang="en-US" sz="3700" b="1" spc="-75" dirty="0">
                <a:solidFill>
                  <a:srgbClr val="333333"/>
                </a:solidFill>
                <a:latin typeface="Arial"/>
                <a:cs typeface="Arial"/>
              </a:rPr>
              <a:t>wa</a:t>
            </a:r>
            <a:r>
              <a:rPr sz="3700" b="1" spc="-30" dirty="0">
                <a:solidFill>
                  <a:srgbClr val="333333"/>
                </a:solidFill>
                <a:latin typeface="Arial"/>
                <a:cs typeface="Arial"/>
              </a:rPr>
              <a:t>s </a:t>
            </a:r>
            <a:r>
              <a:rPr sz="3700" b="1" spc="-1019" dirty="0">
                <a:solidFill>
                  <a:srgbClr val="333333"/>
                </a:solidFill>
                <a:latin typeface="Arial"/>
                <a:cs typeface="Arial"/>
              </a:rPr>
              <a:t> </a:t>
            </a:r>
            <a:r>
              <a:rPr sz="3700" b="1" spc="-70" dirty="0">
                <a:solidFill>
                  <a:srgbClr val="333333"/>
                </a:solidFill>
                <a:latin typeface="Arial"/>
                <a:cs typeface="Arial"/>
              </a:rPr>
              <a:t>responsible</a:t>
            </a:r>
            <a:r>
              <a:rPr sz="3700" b="1" spc="-80" dirty="0">
                <a:solidFill>
                  <a:srgbClr val="333333"/>
                </a:solidFill>
                <a:latin typeface="Arial"/>
                <a:cs typeface="Arial"/>
              </a:rPr>
              <a:t> </a:t>
            </a:r>
            <a:r>
              <a:rPr sz="3700" b="1" spc="-50" dirty="0">
                <a:solidFill>
                  <a:srgbClr val="333333"/>
                </a:solidFill>
                <a:latin typeface="Arial"/>
                <a:cs typeface="Arial"/>
              </a:rPr>
              <a:t>for</a:t>
            </a:r>
            <a:r>
              <a:rPr sz="3700" b="1" spc="-75" dirty="0">
                <a:solidFill>
                  <a:srgbClr val="333333"/>
                </a:solidFill>
                <a:latin typeface="Arial"/>
                <a:cs typeface="Arial"/>
              </a:rPr>
              <a:t> </a:t>
            </a:r>
            <a:r>
              <a:rPr sz="3700" b="1" spc="-35" dirty="0">
                <a:solidFill>
                  <a:srgbClr val="333333"/>
                </a:solidFill>
                <a:latin typeface="Arial"/>
                <a:cs typeface="Arial"/>
              </a:rPr>
              <a:t>an</a:t>
            </a:r>
            <a:r>
              <a:rPr sz="3700" b="1" spc="-75" dirty="0">
                <a:solidFill>
                  <a:srgbClr val="333333"/>
                </a:solidFill>
                <a:latin typeface="Arial"/>
                <a:cs typeface="Arial"/>
              </a:rPr>
              <a:t> </a:t>
            </a:r>
            <a:r>
              <a:rPr sz="3700" b="1" spc="-60" dirty="0">
                <a:solidFill>
                  <a:srgbClr val="333333"/>
                </a:solidFill>
                <a:latin typeface="Arial"/>
                <a:cs typeface="Arial"/>
              </a:rPr>
              <a:t>estimated</a:t>
            </a:r>
            <a:endParaRPr sz="3700" dirty="0">
              <a:latin typeface="Arial"/>
              <a:cs typeface="Arial"/>
            </a:endParaRPr>
          </a:p>
          <a:p>
            <a:pPr marL="12700">
              <a:lnSpc>
                <a:spcPct val="100000"/>
              </a:lnSpc>
              <a:spcBef>
                <a:spcPts val="505"/>
              </a:spcBef>
            </a:pPr>
            <a:r>
              <a:rPr lang="en-US" altLang="ja-JP" sz="3700" b="1" spc="-95" dirty="0">
                <a:solidFill>
                  <a:srgbClr val="333333"/>
                </a:solidFill>
                <a:latin typeface="Arial"/>
                <a:cs typeface="Arial"/>
              </a:rPr>
              <a:t>13.7</a:t>
            </a:r>
            <a:r>
              <a:rPr sz="3700" b="1" spc="-95" dirty="0">
                <a:solidFill>
                  <a:srgbClr val="333333"/>
                </a:solidFill>
                <a:latin typeface="Arial"/>
                <a:cs typeface="Arial"/>
              </a:rPr>
              <a:t> </a:t>
            </a:r>
            <a:r>
              <a:rPr sz="3700" b="1" spc="-70" dirty="0">
                <a:solidFill>
                  <a:srgbClr val="333333"/>
                </a:solidFill>
                <a:latin typeface="Arial"/>
                <a:cs typeface="Arial"/>
              </a:rPr>
              <a:t>million</a:t>
            </a:r>
            <a:r>
              <a:rPr sz="3700" b="1" spc="-95" dirty="0">
                <a:solidFill>
                  <a:srgbClr val="333333"/>
                </a:solidFill>
                <a:latin typeface="Arial"/>
                <a:cs typeface="Arial"/>
              </a:rPr>
              <a:t> </a:t>
            </a:r>
            <a:r>
              <a:rPr sz="3700" b="1" spc="-50" dirty="0">
                <a:solidFill>
                  <a:srgbClr val="333333"/>
                </a:solidFill>
                <a:latin typeface="Arial"/>
                <a:cs typeface="Arial"/>
              </a:rPr>
              <a:t>deaths</a:t>
            </a:r>
            <a:r>
              <a:rPr sz="3700" b="1" spc="-95" dirty="0">
                <a:solidFill>
                  <a:srgbClr val="333333"/>
                </a:solidFill>
                <a:latin typeface="Arial"/>
                <a:cs typeface="Arial"/>
              </a:rPr>
              <a:t> </a:t>
            </a:r>
            <a:r>
              <a:rPr sz="3700" b="1" spc="-65" dirty="0">
                <a:solidFill>
                  <a:srgbClr val="333333"/>
                </a:solidFill>
                <a:latin typeface="Arial"/>
                <a:cs typeface="Arial"/>
              </a:rPr>
              <a:t>globally</a:t>
            </a:r>
            <a:endParaRPr sz="3700" dirty="0">
              <a:latin typeface="Arial"/>
              <a:cs typeface="Arial"/>
            </a:endParaRPr>
          </a:p>
          <a:p>
            <a:pPr>
              <a:lnSpc>
                <a:spcPct val="100000"/>
              </a:lnSpc>
              <a:spcBef>
                <a:spcPts val="15"/>
              </a:spcBef>
            </a:pPr>
            <a:endParaRPr sz="5950" dirty="0">
              <a:latin typeface="Arial"/>
              <a:cs typeface="Arial"/>
            </a:endParaRPr>
          </a:p>
          <a:p>
            <a:pPr marL="12700" marR="3449320" algn="just">
              <a:lnSpc>
                <a:spcPct val="111400"/>
              </a:lnSpc>
            </a:pPr>
            <a:r>
              <a:rPr sz="3700" b="1" spc="-65" dirty="0">
                <a:solidFill>
                  <a:srgbClr val="333333"/>
                </a:solidFill>
                <a:latin typeface="Arial"/>
                <a:cs typeface="Arial"/>
              </a:rPr>
              <a:t>Decreasing </a:t>
            </a:r>
            <a:r>
              <a:rPr sz="3700" b="1" spc="-75" dirty="0">
                <a:solidFill>
                  <a:srgbClr val="333333"/>
                </a:solidFill>
                <a:latin typeface="Arial"/>
                <a:cs typeface="Arial"/>
              </a:rPr>
              <a:t>exposure </a:t>
            </a:r>
            <a:r>
              <a:rPr sz="3700" b="1" spc="-1015" dirty="0">
                <a:solidFill>
                  <a:srgbClr val="333333"/>
                </a:solidFill>
                <a:latin typeface="Arial"/>
                <a:cs typeface="Arial"/>
              </a:rPr>
              <a:t> </a:t>
            </a:r>
            <a:r>
              <a:rPr sz="3700" b="1" spc="-40" dirty="0">
                <a:solidFill>
                  <a:srgbClr val="333333"/>
                </a:solidFill>
                <a:latin typeface="Arial"/>
                <a:cs typeface="Arial"/>
              </a:rPr>
              <a:t>to</a:t>
            </a:r>
            <a:r>
              <a:rPr sz="3700" b="1" spc="-95" dirty="0">
                <a:solidFill>
                  <a:srgbClr val="333333"/>
                </a:solidFill>
                <a:latin typeface="Arial"/>
                <a:cs typeface="Arial"/>
              </a:rPr>
              <a:t> </a:t>
            </a:r>
            <a:r>
              <a:rPr sz="3700" b="1" spc="-60" dirty="0">
                <a:solidFill>
                  <a:srgbClr val="333333"/>
                </a:solidFill>
                <a:latin typeface="Arial"/>
                <a:cs typeface="Arial"/>
              </a:rPr>
              <a:t>pollutants</a:t>
            </a:r>
            <a:r>
              <a:rPr sz="3700" b="1" spc="-90" dirty="0">
                <a:solidFill>
                  <a:srgbClr val="333333"/>
                </a:solidFill>
                <a:latin typeface="Arial"/>
                <a:cs typeface="Arial"/>
              </a:rPr>
              <a:t> </a:t>
            </a:r>
            <a:r>
              <a:rPr sz="3700" b="1" spc="-60" dirty="0">
                <a:solidFill>
                  <a:srgbClr val="333333"/>
                </a:solidFill>
                <a:latin typeface="Arial"/>
                <a:cs typeface="Arial"/>
              </a:rPr>
              <a:t>reduces </a:t>
            </a:r>
            <a:r>
              <a:rPr sz="3700" b="1" spc="-1015" dirty="0">
                <a:solidFill>
                  <a:srgbClr val="333333"/>
                </a:solidFill>
                <a:latin typeface="Arial"/>
                <a:cs typeface="Arial"/>
              </a:rPr>
              <a:t> </a:t>
            </a:r>
            <a:r>
              <a:rPr sz="3700" b="1" spc="-80" dirty="0">
                <a:solidFill>
                  <a:srgbClr val="333333"/>
                </a:solidFill>
                <a:latin typeface="Arial"/>
                <a:cs typeface="Arial"/>
              </a:rPr>
              <a:t>disease</a:t>
            </a:r>
            <a:endParaRPr sz="3700" dirty="0">
              <a:latin typeface="Arial"/>
              <a:cs typeface="Arial"/>
            </a:endParaRPr>
          </a:p>
        </p:txBody>
      </p:sp>
      <p:sp>
        <p:nvSpPr>
          <p:cNvPr id="34" name="object 34"/>
          <p:cNvSpPr/>
          <p:nvPr/>
        </p:nvSpPr>
        <p:spPr>
          <a:xfrm>
            <a:off x="8224180" y="3401829"/>
            <a:ext cx="666115" cy="1332230"/>
          </a:xfrm>
          <a:custGeom>
            <a:avLst/>
            <a:gdLst/>
            <a:ahLst/>
            <a:cxnLst/>
            <a:rect l="l" t="t" r="r" b="b"/>
            <a:pathLst>
              <a:path w="666115" h="1332229">
                <a:moveTo>
                  <a:pt x="0" y="1332001"/>
                </a:moveTo>
                <a:lnTo>
                  <a:pt x="666000" y="666000"/>
                </a:lnTo>
                <a:lnTo>
                  <a:pt x="0" y="0"/>
                </a:lnTo>
              </a:path>
            </a:pathLst>
          </a:custGeom>
          <a:ln w="41883">
            <a:solidFill>
              <a:srgbClr val="FF831A"/>
            </a:solidFill>
          </a:ln>
        </p:spPr>
        <p:txBody>
          <a:bodyPr wrap="square" lIns="0" tIns="0" rIns="0" bIns="0" rtlCol="0"/>
          <a:lstStyle/>
          <a:p>
            <a:endParaRPr/>
          </a:p>
        </p:txBody>
      </p:sp>
      <p:sp>
        <p:nvSpPr>
          <p:cNvPr id="35" name="object 35"/>
          <p:cNvSpPr/>
          <p:nvPr/>
        </p:nvSpPr>
        <p:spPr>
          <a:xfrm>
            <a:off x="8224180" y="6092825"/>
            <a:ext cx="666115" cy="1332230"/>
          </a:xfrm>
          <a:custGeom>
            <a:avLst/>
            <a:gdLst/>
            <a:ahLst/>
            <a:cxnLst/>
            <a:rect l="l" t="t" r="r" b="b"/>
            <a:pathLst>
              <a:path w="666115" h="1332229">
                <a:moveTo>
                  <a:pt x="0" y="1332001"/>
                </a:moveTo>
                <a:lnTo>
                  <a:pt x="666000" y="666000"/>
                </a:lnTo>
                <a:lnTo>
                  <a:pt x="0" y="0"/>
                </a:lnTo>
              </a:path>
            </a:pathLst>
          </a:custGeom>
          <a:ln w="41883">
            <a:solidFill>
              <a:srgbClr val="FFD13B"/>
            </a:solidFill>
          </a:ln>
        </p:spPr>
        <p:txBody>
          <a:bodyPr wrap="square" lIns="0" tIns="0" rIns="0" bIns="0" rtlCol="0"/>
          <a:lstStyle/>
          <a:p>
            <a:endParaRPr/>
          </a:p>
        </p:txBody>
      </p:sp>
      <p:sp>
        <p:nvSpPr>
          <p:cNvPr id="36" name="object 36"/>
          <p:cNvSpPr/>
          <p:nvPr/>
        </p:nvSpPr>
        <p:spPr>
          <a:xfrm>
            <a:off x="8224180" y="8799195"/>
            <a:ext cx="666115" cy="1332230"/>
          </a:xfrm>
          <a:custGeom>
            <a:avLst/>
            <a:gdLst/>
            <a:ahLst/>
            <a:cxnLst/>
            <a:rect l="l" t="t" r="r" b="b"/>
            <a:pathLst>
              <a:path w="666115" h="1332229">
                <a:moveTo>
                  <a:pt x="0" y="1332001"/>
                </a:moveTo>
                <a:lnTo>
                  <a:pt x="666000" y="666000"/>
                </a:lnTo>
                <a:lnTo>
                  <a:pt x="0" y="0"/>
                </a:lnTo>
              </a:path>
            </a:pathLst>
          </a:custGeom>
          <a:ln w="41883">
            <a:solidFill>
              <a:srgbClr val="00705C"/>
            </a:solidFill>
          </a:ln>
        </p:spPr>
        <p:txBody>
          <a:bodyPr wrap="square" lIns="0" tIns="0" rIns="0" bIns="0" rtlCol="0"/>
          <a:lstStyle/>
          <a:p>
            <a:endParaRPr/>
          </a:p>
        </p:txBody>
      </p:sp>
      <p:grpSp>
        <p:nvGrpSpPr>
          <p:cNvPr id="37" name="object 37"/>
          <p:cNvGrpSpPr/>
          <p:nvPr/>
        </p:nvGrpSpPr>
        <p:grpSpPr>
          <a:xfrm>
            <a:off x="10052050" y="12188825"/>
            <a:ext cx="7120076" cy="2513330"/>
            <a:chOff x="10052050" y="12188825"/>
            <a:chExt cx="7120076" cy="2513330"/>
          </a:xfrm>
        </p:grpSpPr>
        <p:sp>
          <p:nvSpPr>
            <p:cNvPr id="38" name="object 38"/>
            <p:cNvSpPr/>
            <p:nvPr/>
          </p:nvSpPr>
          <p:spPr>
            <a:xfrm>
              <a:off x="12565062" y="12188825"/>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39" name="object 39"/>
            <p:cNvSpPr/>
            <p:nvPr/>
          </p:nvSpPr>
          <p:spPr>
            <a:xfrm>
              <a:off x="10052050" y="12188825"/>
              <a:ext cx="2513330" cy="2513330"/>
            </a:xfrm>
            <a:custGeom>
              <a:avLst/>
              <a:gdLst/>
              <a:ahLst/>
              <a:cxnLst/>
              <a:rect l="l" t="t" r="r" b="b"/>
              <a:pathLst>
                <a:path w="2513329" h="2513330">
                  <a:moveTo>
                    <a:pt x="2512792" y="0"/>
                  </a:moveTo>
                  <a:lnTo>
                    <a:pt x="0" y="0"/>
                  </a:lnTo>
                  <a:lnTo>
                    <a:pt x="0" y="2512792"/>
                  </a:lnTo>
                  <a:lnTo>
                    <a:pt x="2512792" y="2512792"/>
                  </a:lnTo>
                  <a:lnTo>
                    <a:pt x="2512792" y="0"/>
                  </a:lnTo>
                  <a:close/>
                </a:path>
              </a:pathLst>
            </a:custGeom>
            <a:solidFill>
              <a:srgbClr val="79C44F"/>
            </a:solidFill>
          </p:spPr>
          <p:txBody>
            <a:bodyPr wrap="square" lIns="0" tIns="0" rIns="0" bIns="0" rtlCol="0"/>
            <a:lstStyle/>
            <a:p>
              <a:endParaRPr/>
            </a:p>
          </p:txBody>
        </p:sp>
        <p:pic>
          <p:nvPicPr>
            <p:cNvPr id="40" name="object 40"/>
            <p:cNvPicPr/>
            <p:nvPr/>
          </p:nvPicPr>
          <p:blipFill>
            <a:blip r:embed="rId11" cstate="print"/>
            <a:stretch>
              <a:fillRect/>
            </a:stretch>
          </p:blipFill>
          <p:spPr>
            <a:xfrm>
              <a:off x="12072930" y="14554530"/>
              <a:ext cx="146592" cy="146592"/>
            </a:xfrm>
            <a:prstGeom prst="rect">
              <a:avLst/>
            </a:prstGeom>
          </p:spPr>
        </p:pic>
        <p:pic>
          <p:nvPicPr>
            <p:cNvPr id="41" name="object 41"/>
            <p:cNvPicPr/>
            <p:nvPr/>
          </p:nvPicPr>
          <p:blipFill>
            <a:blip r:embed="rId11" cstate="print"/>
            <a:stretch>
              <a:fillRect/>
            </a:stretch>
          </p:blipFill>
          <p:spPr>
            <a:xfrm>
              <a:off x="10921133" y="14554530"/>
              <a:ext cx="146592" cy="146592"/>
            </a:xfrm>
            <a:prstGeom prst="rect">
              <a:avLst/>
            </a:prstGeom>
          </p:spPr>
        </p:pic>
        <p:pic>
          <p:nvPicPr>
            <p:cNvPr id="42" name="object 42"/>
            <p:cNvPicPr/>
            <p:nvPr/>
          </p:nvPicPr>
          <p:blipFill>
            <a:blip r:embed="rId11" cstate="print"/>
            <a:stretch>
              <a:fillRect/>
            </a:stretch>
          </p:blipFill>
          <p:spPr>
            <a:xfrm>
              <a:off x="11559857" y="14034477"/>
              <a:ext cx="146592" cy="146592"/>
            </a:xfrm>
            <a:prstGeom prst="rect">
              <a:avLst/>
            </a:prstGeom>
          </p:spPr>
        </p:pic>
        <p:pic>
          <p:nvPicPr>
            <p:cNvPr id="43" name="object 43"/>
            <p:cNvPicPr/>
            <p:nvPr/>
          </p:nvPicPr>
          <p:blipFill>
            <a:blip r:embed="rId11" cstate="print"/>
            <a:stretch>
              <a:fillRect/>
            </a:stretch>
          </p:blipFill>
          <p:spPr>
            <a:xfrm>
              <a:off x="10408060" y="14034477"/>
              <a:ext cx="146592" cy="146592"/>
            </a:xfrm>
            <a:prstGeom prst="rect">
              <a:avLst/>
            </a:prstGeom>
          </p:spPr>
        </p:pic>
        <p:pic>
          <p:nvPicPr>
            <p:cNvPr id="44" name="object 44"/>
            <p:cNvPicPr/>
            <p:nvPr/>
          </p:nvPicPr>
          <p:blipFill>
            <a:blip r:embed="rId12" cstate="print"/>
            <a:stretch>
              <a:fillRect/>
            </a:stretch>
          </p:blipFill>
          <p:spPr>
            <a:xfrm>
              <a:off x="12072930" y="13514422"/>
              <a:ext cx="146592" cy="146592"/>
            </a:xfrm>
            <a:prstGeom prst="rect">
              <a:avLst/>
            </a:prstGeom>
          </p:spPr>
        </p:pic>
        <p:pic>
          <p:nvPicPr>
            <p:cNvPr id="45" name="object 45"/>
            <p:cNvPicPr/>
            <p:nvPr/>
          </p:nvPicPr>
          <p:blipFill>
            <a:blip r:embed="rId12" cstate="print"/>
            <a:stretch>
              <a:fillRect/>
            </a:stretch>
          </p:blipFill>
          <p:spPr>
            <a:xfrm>
              <a:off x="10921133" y="13514422"/>
              <a:ext cx="146592" cy="146592"/>
            </a:xfrm>
            <a:prstGeom prst="rect">
              <a:avLst/>
            </a:prstGeom>
          </p:spPr>
        </p:pic>
        <p:pic>
          <p:nvPicPr>
            <p:cNvPr id="46" name="object 46"/>
            <p:cNvPicPr/>
            <p:nvPr/>
          </p:nvPicPr>
          <p:blipFill>
            <a:blip r:embed="rId11" cstate="print"/>
            <a:stretch>
              <a:fillRect/>
            </a:stretch>
          </p:blipFill>
          <p:spPr>
            <a:xfrm>
              <a:off x="11559857" y="12994369"/>
              <a:ext cx="146592" cy="146592"/>
            </a:xfrm>
            <a:prstGeom prst="rect">
              <a:avLst/>
            </a:prstGeom>
          </p:spPr>
        </p:pic>
        <p:pic>
          <p:nvPicPr>
            <p:cNvPr id="47" name="object 47"/>
            <p:cNvPicPr/>
            <p:nvPr/>
          </p:nvPicPr>
          <p:blipFill>
            <a:blip r:embed="rId11" cstate="print"/>
            <a:stretch>
              <a:fillRect/>
            </a:stretch>
          </p:blipFill>
          <p:spPr>
            <a:xfrm>
              <a:off x="10408060" y="12994369"/>
              <a:ext cx="146592" cy="146592"/>
            </a:xfrm>
            <a:prstGeom prst="rect">
              <a:avLst/>
            </a:prstGeom>
          </p:spPr>
        </p:pic>
        <p:sp>
          <p:nvSpPr>
            <p:cNvPr id="48" name="object 48"/>
            <p:cNvSpPr/>
            <p:nvPr/>
          </p:nvSpPr>
          <p:spPr>
            <a:xfrm>
              <a:off x="12998272" y="12722225"/>
              <a:ext cx="4173854" cy="1956435"/>
            </a:xfrm>
            <a:custGeom>
              <a:avLst/>
              <a:gdLst/>
              <a:ahLst/>
              <a:cxnLst/>
              <a:rect l="l" t="t" r="r" b="b"/>
              <a:pathLst>
                <a:path w="4173855" h="1956434">
                  <a:moveTo>
                    <a:pt x="3267062" y="347700"/>
                  </a:moveTo>
                  <a:lnTo>
                    <a:pt x="3262592" y="297180"/>
                  </a:lnTo>
                  <a:lnTo>
                    <a:pt x="3251238" y="248907"/>
                  </a:lnTo>
                  <a:lnTo>
                    <a:pt x="3233623" y="203644"/>
                  </a:lnTo>
                  <a:lnTo>
                    <a:pt x="3210204" y="161810"/>
                  </a:lnTo>
                  <a:lnTo>
                    <a:pt x="3181464" y="123825"/>
                  </a:lnTo>
                  <a:lnTo>
                    <a:pt x="3147885" y="90106"/>
                  </a:lnTo>
                  <a:lnTo>
                    <a:pt x="3109938" y="61061"/>
                  </a:lnTo>
                  <a:lnTo>
                    <a:pt x="3068078" y="37109"/>
                  </a:lnTo>
                  <a:lnTo>
                    <a:pt x="3022816" y="18669"/>
                  </a:lnTo>
                  <a:lnTo>
                    <a:pt x="2974594" y="6159"/>
                  </a:lnTo>
                  <a:lnTo>
                    <a:pt x="2923908" y="0"/>
                  </a:lnTo>
                  <a:lnTo>
                    <a:pt x="2876829" y="876"/>
                  </a:lnTo>
                  <a:lnTo>
                    <a:pt x="2830753" y="8483"/>
                  </a:lnTo>
                  <a:lnTo>
                    <a:pt x="2786278" y="22390"/>
                  </a:lnTo>
                  <a:lnTo>
                    <a:pt x="2744038" y="42125"/>
                  </a:lnTo>
                  <a:lnTo>
                    <a:pt x="2704630" y="67246"/>
                  </a:lnTo>
                  <a:lnTo>
                    <a:pt x="2668663" y="97320"/>
                  </a:lnTo>
                  <a:lnTo>
                    <a:pt x="2636786" y="131864"/>
                  </a:lnTo>
                  <a:lnTo>
                    <a:pt x="2609570" y="170446"/>
                  </a:lnTo>
                  <a:lnTo>
                    <a:pt x="2587663" y="212623"/>
                  </a:lnTo>
                  <a:lnTo>
                    <a:pt x="2571673" y="257924"/>
                  </a:lnTo>
                  <a:lnTo>
                    <a:pt x="2562771" y="302183"/>
                  </a:lnTo>
                  <a:lnTo>
                    <a:pt x="2558402" y="354266"/>
                  </a:lnTo>
                  <a:lnTo>
                    <a:pt x="2560917" y="369341"/>
                  </a:lnTo>
                  <a:lnTo>
                    <a:pt x="2568867" y="381914"/>
                  </a:lnTo>
                  <a:lnTo>
                    <a:pt x="2581021" y="390664"/>
                  </a:lnTo>
                  <a:lnTo>
                    <a:pt x="2596172" y="394296"/>
                  </a:lnTo>
                  <a:lnTo>
                    <a:pt x="2612161" y="392264"/>
                  </a:lnTo>
                  <a:lnTo>
                    <a:pt x="2638602" y="356057"/>
                  </a:lnTo>
                  <a:lnTo>
                    <a:pt x="2640190" y="330860"/>
                  </a:lnTo>
                  <a:lnTo>
                    <a:pt x="2649651" y="278257"/>
                  </a:lnTo>
                  <a:lnTo>
                    <a:pt x="2669984" y="228485"/>
                  </a:lnTo>
                  <a:lnTo>
                    <a:pt x="2700312" y="183172"/>
                  </a:lnTo>
                  <a:lnTo>
                    <a:pt x="2739771" y="143941"/>
                  </a:lnTo>
                  <a:lnTo>
                    <a:pt x="2785148" y="113792"/>
                  </a:lnTo>
                  <a:lnTo>
                    <a:pt x="2834424" y="93586"/>
                  </a:lnTo>
                  <a:lnTo>
                    <a:pt x="2885859" y="83845"/>
                  </a:lnTo>
                  <a:lnTo>
                    <a:pt x="2937700" y="85090"/>
                  </a:lnTo>
                  <a:lnTo>
                    <a:pt x="2983611" y="95097"/>
                  </a:lnTo>
                  <a:lnTo>
                    <a:pt x="3026816" y="112229"/>
                  </a:lnTo>
                  <a:lnTo>
                    <a:pt x="3066440" y="135940"/>
                  </a:lnTo>
                  <a:lnTo>
                    <a:pt x="3101619" y="165709"/>
                  </a:lnTo>
                  <a:lnTo>
                    <a:pt x="3131489" y="201028"/>
                  </a:lnTo>
                  <a:lnTo>
                    <a:pt x="3158502" y="248488"/>
                  </a:lnTo>
                  <a:lnTo>
                    <a:pt x="3174987" y="299199"/>
                  </a:lnTo>
                  <a:lnTo>
                    <a:pt x="3180664" y="351929"/>
                  </a:lnTo>
                  <a:lnTo>
                    <a:pt x="3175254" y="405434"/>
                  </a:lnTo>
                  <a:lnTo>
                    <a:pt x="3161373" y="452577"/>
                  </a:lnTo>
                  <a:lnTo>
                    <a:pt x="3140506" y="495160"/>
                  </a:lnTo>
                  <a:lnTo>
                    <a:pt x="3113303" y="532650"/>
                  </a:lnTo>
                  <a:lnTo>
                    <a:pt x="3080423" y="564515"/>
                  </a:lnTo>
                  <a:lnTo>
                    <a:pt x="3042501" y="590232"/>
                  </a:lnTo>
                  <a:lnTo>
                    <a:pt x="3000210" y="609257"/>
                  </a:lnTo>
                  <a:lnTo>
                    <a:pt x="2954172" y="621068"/>
                  </a:lnTo>
                  <a:lnTo>
                    <a:pt x="2905061" y="625144"/>
                  </a:lnTo>
                  <a:lnTo>
                    <a:pt x="60566" y="625233"/>
                  </a:lnTo>
                  <a:lnTo>
                    <a:pt x="41783" y="624928"/>
                  </a:lnTo>
                  <a:lnTo>
                    <a:pt x="37858" y="625398"/>
                  </a:lnTo>
                  <a:lnTo>
                    <a:pt x="2768" y="651510"/>
                  </a:lnTo>
                  <a:lnTo>
                    <a:pt x="0" y="670445"/>
                  </a:lnTo>
                  <a:lnTo>
                    <a:pt x="1968" y="679259"/>
                  </a:lnTo>
                  <a:lnTo>
                    <a:pt x="32867" y="704227"/>
                  </a:lnTo>
                  <a:lnTo>
                    <a:pt x="2100148" y="705612"/>
                  </a:lnTo>
                  <a:lnTo>
                    <a:pt x="2379853" y="705497"/>
                  </a:lnTo>
                  <a:lnTo>
                    <a:pt x="2673807" y="706081"/>
                  </a:lnTo>
                  <a:lnTo>
                    <a:pt x="2822219" y="705700"/>
                  </a:lnTo>
                  <a:lnTo>
                    <a:pt x="2920911" y="704900"/>
                  </a:lnTo>
                  <a:lnTo>
                    <a:pt x="2971000" y="700709"/>
                  </a:lnTo>
                  <a:lnTo>
                    <a:pt x="3019501" y="689432"/>
                  </a:lnTo>
                  <a:lnTo>
                    <a:pt x="3065729" y="671410"/>
                  </a:lnTo>
                  <a:lnTo>
                    <a:pt x="3108998" y="646950"/>
                  </a:lnTo>
                  <a:lnTo>
                    <a:pt x="3148634" y="616381"/>
                  </a:lnTo>
                  <a:lnTo>
                    <a:pt x="3183953" y="580034"/>
                  </a:lnTo>
                  <a:lnTo>
                    <a:pt x="3213951" y="538708"/>
                  </a:lnTo>
                  <a:lnTo>
                    <a:pt x="3237471" y="494080"/>
                  </a:lnTo>
                  <a:lnTo>
                    <a:pt x="3254298" y="446874"/>
                  </a:lnTo>
                  <a:lnTo>
                    <a:pt x="3264230" y="397840"/>
                  </a:lnTo>
                  <a:lnTo>
                    <a:pt x="3267062" y="347700"/>
                  </a:lnTo>
                  <a:close/>
                </a:path>
                <a:path w="4173855" h="1956434">
                  <a:moveTo>
                    <a:pt x="3542487" y="1594408"/>
                  </a:moveTo>
                  <a:lnTo>
                    <a:pt x="3536670" y="1542910"/>
                  </a:lnTo>
                  <a:lnTo>
                    <a:pt x="3525075" y="1496834"/>
                  </a:lnTo>
                  <a:lnTo>
                    <a:pt x="3508387" y="1453845"/>
                  </a:lnTo>
                  <a:lnTo>
                    <a:pt x="3486924" y="1414221"/>
                  </a:lnTo>
                  <a:lnTo>
                    <a:pt x="3461029" y="1378242"/>
                  </a:lnTo>
                  <a:lnTo>
                    <a:pt x="3431006" y="1346161"/>
                  </a:lnTo>
                  <a:lnTo>
                    <a:pt x="3397212" y="1318260"/>
                  </a:lnTo>
                  <a:lnTo>
                    <a:pt x="3359950" y="1294803"/>
                  </a:lnTo>
                  <a:lnTo>
                    <a:pt x="3319564" y="1276070"/>
                  </a:lnTo>
                  <a:lnTo>
                    <a:pt x="3276371" y="1262329"/>
                  </a:lnTo>
                  <a:lnTo>
                    <a:pt x="3230715" y="1253858"/>
                  </a:lnTo>
                  <a:lnTo>
                    <a:pt x="3182899" y="1250899"/>
                  </a:lnTo>
                  <a:lnTo>
                    <a:pt x="41148" y="1250772"/>
                  </a:lnTo>
                  <a:lnTo>
                    <a:pt x="34099" y="1251635"/>
                  </a:lnTo>
                  <a:lnTo>
                    <a:pt x="22009" y="1255534"/>
                  </a:lnTo>
                  <a:lnTo>
                    <a:pt x="11607" y="1263408"/>
                  </a:lnTo>
                  <a:lnTo>
                    <a:pt x="3975" y="1274127"/>
                  </a:lnTo>
                  <a:lnTo>
                    <a:pt x="203" y="1286560"/>
                  </a:lnTo>
                  <a:lnTo>
                    <a:pt x="977" y="1300137"/>
                  </a:lnTo>
                  <a:lnTo>
                    <a:pt x="33616" y="1329867"/>
                  </a:lnTo>
                  <a:lnTo>
                    <a:pt x="3187217" y="1331722"/>
                  </a:lnTo>
                  <a:lnTo>
                    <a:pt x="3203918" y="1332115"/>
                  </a:lnTo>
                  <a:lnTo>
                    <a:pt x="3254997" y="1339761"/>
                  </a:lnTo>
                  <a:lnTo>
                    <a:pt x="3303994" y="1357947"/>
                  </a:lnTo>
                  <a:lnTo>
                    <a:pt x="3349269" y="1385887"/>
                  </a:lnTo>
                  <a:lnTo>
                    <a:pt x="3389223" y="1422781"/>
                  </a:lnTo>
                  <a:lnTo>
                    <a:pt x="3421443" y="1466646"/>
                  </a:lnTo>
                  <a:lnTo>
                    <a:pt x="3444151" y="1514817"/>
                  </a:lnTo>
                  <a:lnTo>
                    <a:pt x="3456749" y="1565592"/>
                  </a:lnTo>
                  <a:lnTo>
                    <a:pt x="3458616" y="1617281"/>
                  </a:lnTo>
                  <a:lnTo>
                    <a:pt x="3451288" y="1663509"/>
                  </a:lnTo>
                  <a:lnTo>
                    <a:pt x="3436556" y="1706905"/>
                  </a:lnTo>
                  <a:lnTo>
                    <a:pt x="3415195" y="1746770"/>
                  </a:lnTo>
                  <a:lnTo>
                    <a:pt x="3387941" y="1782419"/>
                  </a:lnTo>
                  <a:lnTo>
                    <a:pt x="3355556" y="1813153"/>
                  </a:lnTo>
                  <a:lnTo>
                    <a:pt x="3318776" y="1838274"/>
                  </a:lnTo>
                  <a:lnTo>
                    <a:pt x="3278352" y="1857070"/>
                  </a:lnTo>
                  <a:lnTo>
                    <a:pt x="3235045" y="1868868"/>
                  </a:lnTo>
                  <a:lnTo>
                    <a:pt x="3189605" y="1872957"/>
                  </a:lnTo>
                  <a:lnTo>
                    <a:pt x="3183636" y="1872894"/>
                  </a:lnTo>
                  <a:lnTo>
                    <a:pt x="3135998" y="1867750"/>
                  </a:lnTo>
                  <a:lnTo>
                    <a:pt x="3091383" y="1855025"/>
                  </a:lnTo>
                  <a:lnTo>
                    <a:pt x="3050438" y="1835353"/>
                  </a:lnTo>
                  <a:lnTo>
                    <a:pt x="3013799" y="1809381"/>
                  </a:lnTo>
                  <a:lnTo>
                    <a:pt x="2982099" y="1777720"/>
                  </a:lnTo>
                  <a:lnTo>
                    <a:pt x="2955963" y="1741030"/>
                  </a:lnTo>
                  <a:lnTo>
                    <a:pt x="2936036" y="1699933"/>
                  </a:lnTo>
                  <a:lnTo>
                    <a:pt x="2922955" y="1655064"/>
                  </a:lnTo>
                  <a:lnTo>
                    <a:pt x="2917355" y="1607045"/>
                  </a:lnTo>
                  <a:lnTo>
                    <a:pt x="2913938" y="1588490"/>
                  </a:lnTo>
                  <a:lnTo>
                    <a:pt x="2905544" y="1574342"/>
                  </a:lnTo>
                  <a:lnTo>
                    <a:pt x="2892831" y="1565325"/>
                  </a:lnTo>
                  <a:lnTo>
                    <a:pt x="2875750" y="1562163"/>
                  </a:lnTo>
                  <a:lnTo>
                    <a:pt x="2854833" y="1567662"/>
                  </a:lnTo>
                  <a:lnTo>
                    <a:pt x="2843136" y="1580286"/>
                  </a:lnTo>
                  <a:lnTo>
                    <a:pt x="2838056" y="1595386"/>
                  </a:lnTo>
                  <a:lnTo>
                    <a:pt x="2836964" y="1608315"/>
                  </a:lnTo>
                  <a:lnTo>
                    <a:pt x="2840380" y="1654975"/>
                  </a:lnTo>
                  <a:lnTo>
                    <a:pt x="2849892" y="1699806"/>
                  </a:lnTo>
                  <a:lnTo>
                    <a:pt x="2865069" y="1742401"/>
                  </a:lnTo>
                  <a:lnTo>
                    <a:pt x="2885516" y="1782343"/>
                  </a:lnTo>
                  <a:lnTo>
                    <a:pt x="2910789" y="1819198"/>
                  </a:lnTo>
                  <a:lnTo>
                    <a:pt x="2940481" y="1852561"/>
                  </a:lnTo>
                  <a:lnTo>
                    <a:pt x="2974162" y="1882013"/>
                  </a:lnTo>
                  <a:lnTo>
                    <a:pt x="3011424" y="1907146"/>
                  </a:lnTo>
                  <a:lnTo>
                    <a:pt x="3051822" y="1927517"/>
                  </a:lnTo>
                  <a:lnTo>
                    <a:pt x="3094952" y="1942731"/>
                  </a:lnTo>
                  <a:lnTo>
                    <a:pt x="3140392" y="1952371"/>
                  </a:lnTo>
                  <a:lnTo>
                    <a:pt x="3187725" y="1956003"/>
                  </a:lnTo>
                  <a:lnTo>
                    <a:pt x="3240163" y="1952637"/>
                  </a:lnTo>
                  <a:lnTo>
                    <a:pt x="3290862" y="1941855"/>
                  </a:lnTo>
                  <a:lnTo>
                    <a:pt x="3339084" y="1923961"/>
                  </a:lnTo>
                  <a:lnTo>
                    <a:pt x="3384105" y="1899259"/>
                  </a:lnTo>
                  <a:lnTo>
                    <a:pt x="3425190" y="1868055"/>
                  </a:lnTo>
                  <a:lnTo>
                    <a:pt x="3461613" y="1830666"/>
                  </a:lnTo>
                  <a:lnTo>
                    <a:pt x="3491801" y="1788731"/>
                  </a:lnTo>
                  <a:lnTo>
                    <a:pt x="3515169" y="1743392"/>
                  </a:lnTo>
                  <a:lnTo>
                    <a:pt x="3531539" y="1695399"/>
                  </a:lnTo>
                  <a:lnTo>
                    <a:pt x="3540709" y="1645488"/>
                  </a:lnTo>
                  <a:lnTo>
                    <a:pt x="3542487" y="1594408"/>
                  </a:lnTo>
                  <a:close/>
                </a:path>
                <a:path w="4173855" h="1956434">
                  <a:moveTo>
                    <a:pt x="4173258" y="688213"/>
                  </a:moveTo>
                  <a:lnTo>
                    <a:pt x="4173131" y="641261"/>
                  </a:lnTo>
                  <a:lnTo>
                    <a:pt x="4166565" y="593432"/>
                  </a:lnTo>
                  <a:lnTo>
                    <a:pt x="4153776" y="546963"/>
                  </a:lnTo>
                  <a:lnTo>
                    <a:pt x="4135399" y="503758"/>
                  </a:lnTo>
                  <a:lnTo>
                    <a:pt x="4111917" y="464121"/>
                  </a:lnTo>
                  <a:lnTo>
                    <a:pt x="4083786" y="428371"/>
                  </a:lnTo>
                  <a:lnTo>
                    <a:pt x="4051465" y="396798"/>
                  </a:lnTo>
                  <a:lnTo>
                    <a:pt x="4015435" y="369722"/>
                  </a:lnTo>
                  <a:lnTo>
                    <a:pt x="3976128" y="347421"/>
                  </a:lnTo>
                  <a:lnTo>
                    <a:pt x="3934041" y="330225"/>
                  </a:lnTo>
                  <a:lnTo>
                    <a:pt x="3889603" y="318414"/>
                  </a:lnTo>
                  <a:lnTo>
                    <a:pt x="3843312" y="312305"/>
                  </a:lnTo>
                  <a:lnTo>
                    <a:pt x="3795598" y="312204"/>
                  </a:lnTo>
                  <a:lnTo>
                    <a:pt x="3746944" y="318401"/>
                  </a:lnTo>
                  <a:lnTo>
                    <a:pt x="3700361" y="331101"/>
                  </a:lnTo>
                  <a:lnTo>
                    <a:pt x="3656419" y="350329"/>
                  </a:lnTo>
                  <a:lnTo>
                    <a:pt x="3615664" y="375437"/>
                  </a:lnTo>
                  <a:lnTo>
                    <a:pt x="3578644" y="405765"/>
                  </a:lnTo>
                  <a:lnTo>
                    <a:pt x="3545865" y="440664"/>
                  </a:lnTo>
                  <a:lnTo>
                    <a:pt x="3517900" y="479488"/>
                  </a:lnTo>
                  <a:lnTo>
                    <a:pt x="3495268" y="521576"/>
                  </a:lnTo>
                  <a:lnTo>
                    <a:pt x="3478517" y="566267"/>
                  </a:lnTo>
                  <a:lnTo>
                    <a:pt x="3468166" y="612927"/>
                  </a:lnTo>
                  <a:lnTo>
                    <a:pt x="3464776" y="660895"/>
                  </a:lnTo>
                  <a:lnTo>
                    <a:pt x="3465779" y="671258"/>
                  </a:lnTo>
                  <a:lnTo>
                    <a:pt x="3494024" y="703986"/>
                  </a:lnTo>
                  <a:lnTo>
                    <a:pt x="3502520" y="705497"/>
                  </a:lnTo>
                  <a:lnTo>
                    <a:pt x="3511600" y="705269"/>
                  </a:lnTo>
                  <a:lnTo>
                    <a:pt x="3542436" y="677291"/>
                  </a:lnTo>
                  <a:lnTo>
                    <a:pt x="3551771" y="609079"/>
                  </a:lnTo>
                  <a:lnTo>
                    <a:pt x="3566312" y="563219"/>
                  </a:lnTo>
                  <a:lnTo>
                    <a:pt x="3588105" y="521309"/>
                  </a:lnTo>
                  <a:lnTo>
                    <a:pt x="3616337" y="484111"/>
                  </a:lnTo>
                  <a:lnTo>
                    <a:pt x="3650208" y="452348"/>
                  </a:lnTo>
                  <a:lnTo>
                    <a:pt x="3688918" y="426783"/>
                  </a:lnTo>
                  <a:lnTo>
                    <a:pt x="3731641" y="408139"/>
                  </a:lnTo>
                  <a:lnTo>
                    <a:pt x="3777602" y="397179"/>
                  </a:lnTo>
                  <a:lnTo>
                    <a:pt x="3825989" y="394652"/>
                  </a:lnTo>
                  <a:lnTo>
                    <a:pt x="3874528" y="401015"/>
                  </a:lnTo>
                  <a:lnTo>
                    <a:pt x="3919918" y="415556"/>
                  </a:lnTo>
                  <a:lnTo>
                    <a:pt x="3961396" y="437464"/>
                  </a:lnTo>
                  <a:lnTo>
                    <a:pt x="3998239" y="465924"/>
                  </a:lnTo>
                  <a:lnTo>
                    <a:pt x="4029684" y="500138"/>
                  </a:lnTo>
                  <a:lnTo>
                    <a:pt x="4055021" y="539292"/>
                  </a:lnTo>
                  <a:lnTo>
                    <a:pt x="4073474" y="582587"/>
                  </a:lnTo>
                  <a:lnTo>
                    <a:pt x="4084320" y="629208"/>
                  </a:lnTo>
                  <a:lnTo>
                    <a:pt x="4086796" y="678357"/>
                  </a:lnTo>
                  <a:lnTo>
                    <a:pt x="4080764" y="725297"/>
                  </a:lnTo>
                  <a:lnTo>
                    <a:pt x="4066857" y="769239"/>
                  </a:lnTo>
                  <a:lnTo>
                    <a:pt x="4045788" y="809510"/>
                  </a:lnTo>
                  <a:lnTo>
                    <a:pt x="4018292" y="845439"/>
                  </a:lnTo>
                  <a:lnTo>
                    <a:pt x="3985107" y="876350"/>
                  </a:lnTo>
                  <a:lnTo>
                    <a:pt x="3946931" y="901573"/>
                  </a:lnTo>
                  <a:lnTo>
                    <a:pt x="3904500" y="920419"/>
                  </a:lnTo>
                  <a:lnTo>
                    <a:pt x="3858552" y="932230"/>
                  </a:lnTo>
                  <a:lnTo>
                    <a:pt x="3809796" y="936320"/>
                  </a:lnTo>
                  <a:lnTo>
                    <a:pt x="53721" y="936332"/>
                  </a:lnTo>
                  <a:lnTo>
                    <a:pt x="42176" y="936167"/>
                  </a:lnTo>
                  <a:lnTo>
                    <a:pt x="37401" y="936586"/>
                  </a:lnTo>
                  <a:lnTo>
                    <a:pt x="24180" y="940346"/>
                  </a:lnTo>
                  <a:lnTo>
                    <a:pt x="12700" y="948423"/>
                  </a:lnTo>
                  <a:lnTo>
                    <a:pt x="4267" y="959573"/>
                  </a:lnTo>
                  <a:lnTo>
                    <a:pt x="177" y="972540"/>
                  </a:lnTo>
                  <a:lnTo>
                    <a:pt x="1066" y="986459"/>
                  </a:lnTo>
                  <a:lnTo>
                    <a:pt x="27470" y="1014564"/>
                  </a:lnTo>
                  <a:lnTo>
                    <a:pt x="56388" y="1016635"/>
                  </a:lnTo>
                  <a:lnTo>
                    <a:pt x="3800119" y="1016419"/>
                  </a:lnTo>
                  <a:lnTo>
                    <a:pt x="3843401" y="1015199"/>
                  </a:lnTo>
                  <a:lnTo>
                    <a:pt x="3888321" y="1009408"/>
                  </a:lnTo>
                  <a:lnTo>
                    <a:pt x="3935615" y="996315"/>
                  </a:lnTo>
                  <a:lnTo>
                    <a:pt x="3979570" y="977760"/>
                  </a:lnTo>
                  <a:lnTo>
                    <a:pt x="4019842" y="954227"/>
                  </a:lnTo>
                  <a:lnTo>
                    <a:pt x="4056138" y="926147"/>
                  </a:lnTo>
                  <a:lnTo>
                    <a:pt x="4088155" y="894003"/>
                  </a:lnTo>
                  <a:lnTo>
                    <a:pt x="4115587" y="858240"/>
                  </a:lnTo>
                  <a:lnTo>
                    <a:pt x="4138117" y="819315"/>
                  </a:lnTo>
                  <a:lnTo>
                    <a:pt x="4155440" y="777697"/>
                  </a:lnTo>
                  <a:lnTo>
                    <a:pt x="4167251" y="733844"/>
                  </a:lnTo>
                  <a:lnTo>
                    <a:pt x="4173258" y="688213"/>
                  </a:lnTo>
                  <a:close/>
                </a:path>
              </a:pathLst>
            </a:custGeom>
            <a:solidFill>
              <a:srgbClr val="FFF5D4"/>
            </a:solidFill>
          </p:spPr>
          <p:txBody>
            <a:bodyPr wrap="square" lIns="0" tIns="0" rIns="0" bIns="0" rtlCol="0"/>
            <a:lstStyle/>
            <a:p>
              <a:endParaRPr/>
            </a:p>
          </p:txBody>
        </p:sp>
      </p:grpSp>
      <p:sp>
        <p:nvSpPr>
          <p:cNvPr id="49" name="テキスト ボックス 48">
            <a:extLst>
              <a:ext uri="{FF2B5EF4-FFF2-40B4-BE49-F238E27FC236}">
                <a16:creationId xmlns:a16="http://schemas.microsoft.com/office/drawing/2014/main" id="{F9E6E03D-0B66-4C40-9A82-6F785FA52867}"/>
              </a:ext>
            </a:extLst>
          </p:cNvPr>
          <p:cNvSpPr txBox="1"/>
          <p:nvPr/>
        </p:nvSpPr>
        <p:spPr>
          <a:xfrm>
            <a:off x="15005050" y="14715093"/>
            <a:ext cx="5171352" cy="338554"/>
          </a:xfrm>
          <a:prstGeom prst="rect">
            <a:avLst/>
          </a:prstGeom>
          <a:noFill/>
        </p:spPr>
        <p:txBody>
          <a:bodyPr wrap="none" rtlCol="0">
            <a:spAutoFit/>
          </a:bodyPr>
          <a:lstStyle/>
          <a:p>
            <a:r>
              <a:rPr lang="en-ZA" altLang="ja-JP" sz="1600" dirty="0"/>
              <a:t>© World Health Organization/Blink Media - Gareth Bentley</a:t>
            </a:r>
            <a:endParaRPr kumimoji="1" lang="ja-JP" altLang="en-US" sz="1600" dirty="0"/>
          </a:p>
        </p:txBody>
      </p:sp>
      <p:sp>
        <p:nvSpPr>
          <p:cNvPr id="50" name="テキスト ボックス 49">
            <a:extLst>
              <a:ext uri="{FF2B5EF4-FFF2-40B4-BE49-F238E27FC236}">
                <a16:creationId xmlns:a16="http://schemas.microsoft.com/office/drawing/2014/main" id="{C0361727-43FF-4F08-AD00-C26D0760993F}"/>
              </a:ext>
            </a:extLst>
          </p:cNvPr>
          <p:cNvSpPr txBox="1"/>
          <p:nvPr/>
        </p:nvSpPr>
        <p:spPr>
          <a:xfrm>
            <a:off x="679450" y="138754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2</a:t>
            </a:r>
            <a:endParaRPr kumimoji="1" lang="ja-JP" altLang="en-US" sz="2800" dirty="0">
              <a:latin typeface="Arial Black" panose="020B0A040201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42379" y="12271878"/>
            <a:ext cx="1885314" cy="1885314"/>
            <a:chOff x="942379" y="12271878"/>
            <a:chExt cx="1885314" cy="1885314"/>
          </a:xfrm>
        </p:grpSpPr>
        <p:sp>
          <p:nvSpPr>
            <p:cNvPr id="3" name="object 3"/>
            <p:cNvSpPr/>
            <p:nvPr/>
          </p:nvSpPr>
          <p:spPr>
            <a:xfrm>
              <a:off x="942379" y="12271878"/>
              <a:ext cx="1885314" cy="1885314"/>
            </a:xfrm>
            <a:custGeom>
              <a:avLst/>
              <a:gdLst/>
              <a:ahLst/>
              <a:cxnLst/>
              <a:rect l="l" t="t" r="r" b="b"/>
              <a:pathLst>
                <a:path w="1885314" h="1885315">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FF831A"/>
            </a:solidFill>
          </p:spPr>
          <p:txBody>
            <a:bodyPr wrap="square" lIns="0" tIns="0" rIns="0" bIns="0" rtlCol="0"/>
            <a:lstStyle/>
            <a:p>
              <a:endParaRPr/>
            </a:p>
          </p:txBody>
        </p:sp>
        <p:sp>
          <p:nvSpPr>
            <p:cNvPr id="4" name="object 4"/>
            <p:cNvSpPr/>
            <p:nvPr/>
          </p:nvSpPr>
          <p:spPr>
            <a:xfrm>
              <a:off x="1283030" y="12861341"/>
              <a:ext cx="833119" cy="1055370"/>
            </a:xfrm>
            <a:custGeom>
              <a:avLst/>
              <a:gdLst/>
              <a:ahLst/>
              <a:cxnLst/>
              <a:rect l="l" t="t" r="r" b="b"/>
              <a:pathLst>
                <a:path w="833119" h="1055369">
                  <a:moveTo>
                    <a:pt x="316953" y="681824"/>
                  </a:moveTo>
                  <a:lnTo>
                    <a:pt x="239953" y="593318"/>
                  </a:lnTo>
                  <a:lnTo>
                    <a:pt x="176695" y="530085"/>
                  </a:lnTo>
                  <a:lnTo>
                    <a:pt x="149999" y="516026"/>
                  </a:lnTo>
                  <a:lnTo>
                    <a:pt x="136931" y="519455"/>
                  </a:lnTo>
                  <a:lnTo>
                    <a:pt x="37833" y="615315"/>
                  </a:lnTo>
                  <a:lnTo>
                    <a:pt x="14960" y="645909"/>
                  </a:lnTo>
                  <a:lnTo>
                    <a:pt x="1866" y="681837"/>
                  </a:lnTo>
                  <a:lnTo>
                    <a:pt x="0" y="719861"/>
                  </a:lnTo>
                  <a:lnTo>
                    <a:pt x="9791" y="756653"/>
                  </a:lnTo>
                  <a:lnTo>
                    <a:pt x="29908" y="789038"/>
                  </a:lnTo>
                  <a:lnTo>
                    <a:pt x="59004" y="813828"/>
                  </a:lnTo>
                  <a:lnTo>
                    <a:pt x="96037" y="829386"/>
                  </a:lnTo>
                  <a:lnTo>
                    <a:pt x="134505" y="833577"/>
                  </a:lnTo>
                  <a:lnTo>
                    <a:pt x="171081" y="826198"/>
                  </a:lnTo>
                  <a:lnTo>
                    <a:pt x="228854" y="782383"/>
                  </a:lnTo>
                  <a:lnTo>
                    <a:pt x="280250" y="731481"/>
                  </a:lnTo>
                  <a:lnTo>
                    <a:pt x="314363" y="693712"/>
                  </a:lnTo>
                  <a:lnTo>
                    <a:pt x="316953" y="681824"/>
                  </a:lnTo>
                  <a:close/>
                </a:path>
                <a:path w="833119" h="1055369">
                  <a:moveTo>
                    <a:pt x="544029" y="977036"/>
                  </a:moveTo>
                  <a:lnTo>
                    <a:pt x="522770" y="921296"/>
                  </a:lnTo>
                  <a:lnTo>
                    <a:pt x="486664" y="884453"/>
                  </a:lnTo>
                  <a:lnTo>
                    <a:pt x="450240" y="847928"/>
                  </a:lnTo>
                  <a:lnTo>
                    <a:pt x="376923" y="775322"/>
                  </a:lnTo>
                  <a:lnTo>
                    <a:pt x="352171" y="763244"/>
                  </a:lnTo>
                  <a:lnTo>
                    <a:pt x="339801" y="766432"/>
                  </a:lnTo>
                  <a:lnTo>
                    <a:pt x="296125" y="806577"/>
                  </a:lnTo>
                  <a:lnTo>
                    <a:pt x="265188" y="837819"/>
                  </a:lnTo>
                  <a:lnTo>
                    <a:pt x="252425" y="863371"/>
                  </a:lnTo>
                  <a:lnTo>
                    <a:pt x="255536" y="876020"/>
                  </a:lnTo>
                  <a:lnTo>
                    <a:pt x="337223" y="961021"/>
                  </a:lnTo>
                  <a:lnTo>
                    <a:pt x="408254" y="1032014"/>
                  </a:lnTo>
                  <a:lnTo>
                    <a:pt x="464210" y="1054760"/>
                  </a:lnTo>
                  <a:lnTo>
                    <a:pt x="494093" y="1049045"/>
                  </a:lnTo>
                  <a:lnTo>
                    <a:pt x="520306" y="1031976"/>
                  </a:lnTo>
                  <a:lnTo>
                    <a:pt x="537616" y="1006500"/>
                  </a:lnTo>
                  <a:lnTo>
                    <a:pt x="544029" y="977036"/>
                  </a:lnTo>
                  <a:close/>
                </a:path>
                <a:path w="833119" h="1055369">
                  <a:moveTo>
                    <a:pt x="833107" y="439267"/>
                  </a:moveTo>
                  <a:lnTo>
                    <a:pt x="830922" y="420801"/>
                  </a:lnTo>
                  <a:lnTo>
                    <a:pt x="818438" y="402856"/>
                  </a:lnTo>
                  <a:lnTo>
                    <a:pt x="779221" y="364566"/>
                  </a:lnTo>
                  <a:lnTo>
                    <a:pt x="740295" y="325945"/>
                  </a:lnTo>
                  <a:lnTo>
                    <a:pt x="624205" y="209397"/>
                  </a:lnTo>
                  <a:lnTo>
                    <a:pt x="507606" y="93357"/>
                  </a:lnTo>
                  <a:lnTo>
                    <a:pt x="469023" y="54406"/>
                  </a:lnTo>
                  <a:lnTo>
                    <a:pt x="430847" y="15074"/>
                  </a:lnTo>
                  <a:lnTo>
                    <a:pt x="412813" y="2438"/>
                  </a:lnTo>
                  <a:lnTo>
                    <a:pt x="393814" y="0"/>
                  </a:lnTo>
                  <a:lnTo>
                    <a:pt x="376351" y="8737"/>
                  </a:lnTo>
                  <a:lnTo>
                    <a:pt x="362953" y="29616"/>
                  </a:lnTo>
                  <a:lnTo>
                    <a:pt x="310654" y="164160"/>
                  </a:lnTo>
                  <a:lnTo>
                    <a:pt x="204952" y="432803"/>
                  </a:lnTo>
                  <a:lnTo>
                    <a:pt x="201701" y="444487"/>
                  </a:lnTo>
                  <a:lnTo>
                    <a:pt x="201625" y="455383"/>
                  </a:lnTo>
                  <a:lnTo>
                    <a:pt x="204965" y="465505"/>
                  </a:lnTo>
                  <a:lnTo>
                    <a:pt x="284848" y="548030"/>
                  </a:lnTo>
                  <a:lnTo>
                    <a:pt x="358063" y="620839"/>
                  </a:lnTo>
                  <a:lnTo>
                    <a:pt x="387146" y="631101"/>
                  </a:lnTo>
                  <a:lnTo>
                    <a:pt x="398449" y="628053"/>
                  </a:lnTo>
                  <a:lnTo>
                    <a:pt x="805014" y="468655"/>
                  </a:lnTo>
                  <a:lnTo>
                    <a:pt x="824598" y="455980"/>
                  </a:lnTo>
                  <a:lnTo>
                    <a:pt x="833107" y="439267"/>
                  </a:lnTo>
                  <a:close/>
                </a:path>
              </a:pathLst>
            </a:custGeom>
            <a:solidFill>
              <a:srgbClr val="FFFFFF"/>
            </a:solidFill>
          </p:spPr>
          <p:txBody>
            <a:bodyPr wrap="square" lIns="0" tIns="0" rIns="0" bIns="0" rtlCol="0"/>
            <a:lstStyle/>
            <a:p>
              <a:endParaRPr/>
            </a:p>
          </p:txBody>
        </p:sp>
        <p:pic>
          <p:nvPicPr>
            <p:cNvPr id="5" name="object 5"/>
            <p:cNvPicPr/>
            <p:nvPr/>
          </p:nvPicPr>
          <p:blipFill>
            <a:blip r:embed="rId3" cstate="print"/>
            <a:stretch>
              <a:fillRect/>
            </a:stretch>
          </p:blipFill>
          <p:spPr>
            <a:xfrm>
              <a:off x="1880831" y="12896956"/>
              <a:ext cx="198682" cy="199197"/>
            </a:xfrm>
            <a:prstGeom prst="rect">
              <a:avLst/>
            </a:prstGeom>
          </p:spPr>
        </p:pic>
        <p:sp>
          <p:nvSpPr>
            <p:cNvPr id="6" name="object 6"/>
            <p:cNvSpPr/>
            <p:nvPr/>
          </p:nvSpPr>
          <p:spPr>
            <a:xfrm>
              <a:off x="1981032" y="12747616"/>
              <a:ext cx="271145" cy="271145"/>
            </a:xfrm>
            <a:custGeom>
              <a:avLst/>
              <a:gdLst/>
              <a:ahLst/>
              <a:cxnLst/>
              <a:rect l="l" t="t" r="r" b="b"/>
              <a:pathLst>
                <a:path w="271144" h="271144">
                  <a:moveTo>
                    <a:pt x="271007" y="271007"/>
                  </a:moveTo>
                  <a:lnTo>
                    <a:pt x="266641" y="222294"/>
                  </a:lnTo>
                  <a:lnTo>
                    <a:pt x="254052" y="176445"/>
                  </a:lnTo>
                  <a:lnTo>
                    <a:pt x="234006" y="134225"/>
                  </a:lnTo>
                  <a:lnTo>
                    <a:pt x="207269" y="96401"/>
                  </a:lnTo>
                  <a:lnTo>
                    <a:pt x="174605" y="63738"/>
                  </a:lnTo>
                  <a:lnTo>
                    <a:pt x="136781" y="37001"/>
                  </a:lnTo>
                  <a:lnTo>
                    <a:pt x="94562" y="16955"/>
                  </a:lnTo>
                  <a:lnTo>
                    <a:pt x="48713" y="4366"/>
                  </a:lnTo>
                  <a:lnTo>
                    <a:pt x="0" y="0"/>
                  </a:lnTo>
                </a:path>
              </a:pathLst>
            </a:custGeom>
            <a:ln w="62825">
              <a:solidFill>
                <a:srgbClr val="FFFFFF"/>
              </a:solidFill>
            </a:ln>
          </p:spPr>
          <p:txBody>
            <a:bodyPr wrap="square" lIns="0" tIns="0" rIns="0" bIns="0" rtlCol="0"/>
            <a:lstStyle/>
            <a:p>
              <a:endParaRPr/>
            </a:p>
          </p:txBody>
        </p:sp>
        <p:sp>
          <p:nvSpPr>
            <p:cNvPr id="7" name="object 7"/>
            <p:cNvSpPr/>
            <p:nvPr/>
          </p:nvSpPr>
          <p:spPr>
            <a:xfrm>
              <a:off x="1986667" y="12543841"/>
              <a:ext cx="469265" cy="469265"/>
            </a:xfrm>
            <a:custGeom>
              <a:avLst/>
              <a:gdLst/>
              <a:ahLst/>
              <a:cxnLst/>
              <a:rect l="l" t="t" r="r" b="b"/>
              <a:pathLst>
                <a:path w="469264" h="469265">
                  <a:moveTo>
                    <a:pt x="469148" y="469137"/>
                  </a:moveTo>
                  <a:lnTo>
                    <a:pt x="466725" y="421170"/>
                  </a:lnTo>
                  <a:lnTo>
                    <a:pt x="459616" y="374588"/>
                  </a:lnTo>
                  <a:lnTo>
                    <a:pt x="448055" y="329628"/>
                  </a:lnTo>
                  <a:lnTo>
                    <a:pt x="432279" y="286526"/>
                  </a:lnTo>
                  <a:lnTo>
                    <a:pt x="412524" y="245516"/>
                  </a:lnTo>
                  <a:lnTo>
                    <a:pt x="389024" y="206836"/>
                  </a:lnTo>
                  <a:lnTo>
                    <a:pt x="362017" y="170720"/>
                  </a:lnTo>
                  <a:lnTo>
                    <a:pt x="331737" y="137405"/>
                  </a:lnTo>
                  <a:lnTo>
                    <a:pt x="298421" y="107126"/>
                  </a:lnTo>
                  <a:lnTo>
                    <a:pt x="262304" y="80120"/>
                  </a:lnTo>
                  <a:lnTo>
                    <a:pt x="223623" y="56621"/>
                  </a:lnTo>
                  <a:lnTo>
                    <a:pt x="182613" y="36866"/>
                  </a:lnTo>
                  <a:lnTo>
                    <a:pt x="139509" y="21091"/>
                  </a:lnTo>
                  <a:lnTo>
                    <a:pt x="94549" y="9531"/>
                  </a:lnTo>
                  <a:lnTo>
                    <a:pt x="47967" y="2422"/>
                  </a:lnTo>
                  <a:lnTo>
                    <a:pt x="0" y="0"/>
                  </a:lnTo>
                </a:path>
              </a:pathLst>
            </a:custGeom>
            <a:ln w="62825">
              <a:solidFill>
                <a:srgbClr val="FFFFFF"/>
              </a:solidFill>
            </a:ln>
          </p:spPr>
          <p:txBody>
            <a:bodyPr wrap="square" lIns="0" tIns="0" rIns="0" bIns="0" rtlCol="0"/>
            <a:lstStyle/>
            <a:p>
              <a:endParaRPr/>
            </a:p>
          </p:txBody>
        </p:sp>
      </p:grpSp>
      <p:sp>
        <p:nvSpPr>
          <p:cNvPr id="8" name="object 8"/>
          <p:cNvSpPr txBox="1">
            <a:spLocks noGrp="1"/>
          </p:cNvSpPr>
          <p:nvPr>
            <p:ph type="title"/>
          </p:nvPr>
        </p:nvSpPr>
        <p:spPr>
          <a:xfrm>
            <a:off x="929679" y="518483"/>
            <a:ext cx="12071985" cy="2614295"/>
          </a:xfrm>
          <a:prstGeom prst="rect">
            <a:avLst/>
          </a:prstGeom>
        </p:spPr>
        <p:txBody>
          <a:bodyPr vert="horz" wrap="square" lIns="0" tIns="11430" rIns="0" bIns="0" rtlCol="0">
            <a:spAutoFit/>
          </a:bodyPr>
          <a:lstStyle/>
          <a:p>
            <a:pPr marL="12700" marR="5080">
              <a:lnSpc>
                <a:spcPct val="100000"/>
              </a:lnSpc>
              <a:spcBef>
                <a:spcPts val="90"/>
              </a:spcBef>
            </a:pPr>
            <a:r>
              <a:rPr sz="8500" spc="-160" dirty="0"/>
              <a:t>What</a:t>
            </a:r>
            <a:r>
              <a:rPr sz="8500" spc="-204" dirty="0"/>
              <a:t> </a:t>
            </a:r>
            <a:r>
              <a:rPr sz="8500" spc="-145" dirty="0"/>
              <a:t>can</a:t>
            </a:r>
            <a:r>
              <a:rPr sz="8500" spc="-204" dirty="0"/>
              <a:t> </a:t>
            </a:r>
            <a:r>
              <a:rPr sz="8500" spc="-175" dirty="0"/>
              <a:t>community </a:t>
            </a:r>
            <a:r>
              <a:rPr sz="8500" spc="-2815" dirty="0"/>
              <a:t> </a:t>
            </a:r>
            <a:r>
              <a:rPr sz="8500" spc="-165" dirty="0"/>
              <a:t>health</a:t>
            </a:r>
            <a:r>
              <a:rPr sz="8500" spc="-195" dirty="0"/>
              <a:t> </a:t>
            </a:r>
            <a:r>
              <a:rPr sz="8500" spc="-200" dirty="0"/>
              <a:t>workers</a:t>
            </a:r>
            <a:r>
              <a:rPr sz="8500" spc="-195" dirty="0"/>
              <a:t> </a:t>
            </a:r>
            <a:r>
              <a:rPr sz="8500" spc="-290" dirty="0"/>
              <a:t>do?</a:t>
            </a:r>
            <a:endParaRPr sz="8500" dirty="0"/>
          </a:p>
        </p:txBody>
      </p:sp>
      <p:grpSp>
        <p:nvGrpSpPr>
          <p:cNvPr id="9" name="object 9"/>
          <p:cNvGrpSpPr/>
          <p:nvPr/>
        </p:nvGrpSpPr>
        <p:grpSpPr>
          <a:xfrm>
            <a:off x="15078515" y="0"/>
            <a:ext cx="5026025" cy="2513330"/>
            <a:chOff x="15078515" y="0"/>
            <a:chExt cx="5026025" cy="2513330"/>
          </a:xfrm>
        </p:grpSpPr>
        <p:sp>
          <p:nvSpPr>
            <p:cNvPr id="10" name="object 10"/>
            <p:cNvSpPr/>
            <p:nvPr/>
          </p:nvSpPr>
          <p:spPr>
            <a:xfrm>
              <a:off x="17591307"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E9C4E"/>
            </a:solidFill>
          </p:spPr>
          <p:txBody>
            <a:bodyPr wrap="square" lIns="0" tIns="0" rIns="0" bIns="0" rtlCol="0"/>
            <a:lstStyle/>
            <a:p>
              <a:endParaRPr/>
            </a:p>
          </p:txBody>
        </p:sp>
        <p:sp>
          <p:nvSpPr>
            <p:cNvPr id="11" name="object 11"/>
            <p:cNvSpPr/>
            <p:nvPr/>
          </p:nvSpPr>
          <p:spPr>
            <a:xfrm>
              <a:off x="18111471" y="312379"/>
              <a:ext cx="1472565" cy="1901825"/>
            </a:xfrm>
            <a:custGeom>
              <a:avLst/>
              <a:gdLst/>
              <a:ahLst/>
              <a:cxnLst/>
              <a:rect l="l" t="t" r="r" b="b"/>
              <a:pathLst>
                <a:path w="1472565" h="1901825">
                  <a:moveTo>
                    <a:pt x="646472" y="2244"/>
                  </a:moveTo>
                  <a:lnTo>
                    <a:pt x="719526" y="0"/>
                  </a:lnTo>
                  <a:lnTo>
                    <a:pt x="757040" y="15350"/>
                  </a:lnTo>
                  <a:lnTo>
                    <a:pt x="770861" y="62786"/>
                  </a:lnTo>
                  <a:lnTo>
                    <a:pt x="772835" y="156794"/>
                  </a:lnTo>
                  <a:lnTo>
                    <a:pt x="772930" y="210002"/>
                  </a:lnTo>
                  <a:lnTo>
                    <a:pt x="772678" y="242419"/>
                  </a:lnTo>
                  <a:lnTo>
                    <a:pt x="770344" y="316266"/>
                  </a:lnTo>
                  <a:lnTo>
                    <a:pt x="767769" y="356648"/>
                  </a:lnTo>
                  <a:lnTo>
                    <a:pt x="763925" y="398638"/>
                  </a:lnTo>
                  <a:lnTo>
                    <a:pt x="758568" y="441712"/>
                  </a:lnTo>
                  <a:lnTo>
                    <a:pt x="751449" y="485347"/>
                  </a:lnTo>
                  <a:lnTo>
                    <a:pt x="742323" y="529020"/>
                  </a:lnTo>
                  <a:lnTo>
                    <a:pt x="730942" y="572207"/>
                  </a:lnTo>
                  <a:lnTo>
                    <a:pt x="717061" y="614384"/>
                  </a:lnTo>
                  <a:lnTo>
                    <a:pt x="700433" y="655029"/>
                  </a:lnTo>
                  <a:lnTo>
                    <a:pt x="680810" y="693618"/>
                  </a:lnTo>
                  <a:lnTo>
                    <a:pt x="657947" y="729627"/>
                  </a:lnTo>
                  <a:lnTo>
                    <a:pt x="631597" y="762533"/>
                  </a:lnTo>
                  <a:lnTo>
                    <a:pt x="601514" y="791812"/>
                  </a:lnTo>
                  <a:lnTo>
                    <a:pt x="567450" y="816942"/>
                  </a:lnTo>
                  <a:lnTo>
                    <a:pt x="529159" y="837399"/>
                  </a:lnTo>
                  <a:lnTo>
                    <a:pt x="486395" y="852659"/>
                  </a:lnTo>
                  <a:lnTo>
                    <a:pt x="438910" y="862199"/>
                  </a:lnTo>
                  <a:lnTo>
                    <a:pt x="386459" y="865495"/>
                  </a:lnTo>
                  <a:lnTo>
                    <a:pt x="334010" y="862149"/>
                  </a:lnTo>
                  <a:lnTo>
                    <a:pt x="286527" y="852472"/>
                  </a:lnTo>
                  <a:lnTo>
                    <a:pt x="243764" y="837000"/>
                  </a:lnTo>
                  <a:lnTo>
                    <a:pt x="205474" y="816270"/>
                  </a:lnTo>
                  <a:lnTo>
                    <a:pt x="171411" y="790821"/>
                  </a:lnTo>
                  <a:lnTo>
                    <a:pt x="141328" y="761189"/>
                  </a:lnTo>
                  <a:lnTo>
                    <a:pt x="114979" y="727911"/>
                  </a:lnTo>
                  <a:lnTo>
                    <a:pt x="92116" y="691527"/>
                  </a:lnTo>
                  <a:lnTo>
                    <a:pt x="72494" y="652572"/>
                  </a:lnTo>
                  <a:lnTo>
                    <a:pt x="55866" y="611584"/>
                  </a:lnTo>
                  <a:lnTo>
                    <a:pt x="41986" y="569101"/>
                  </a:lnTo>
                  <a:lnTo>
                    <a:pt x="30605" y="525659"/>
                  </a:lnTo>
                  <a:lnTo>
                    <a:pt x="21479" y="481798"/>
                  </a:lnTo>
                  <a:lnTo>
                    <a:pt x="14361" y="438053"/>
                  </a:lnTo>
                  <a:lnTo>
                    <a:pt x="9003" y="394962"/>
                  </a:lnTo>
                  <a:lnTo>
                    <a:pt x="5160" y="353064"/>
                  </a:lnTo>
                  <a:lnTo>
                    <a:pt x="2585" y="312894"/>
                  </a:lnTo>
                  <a:lnTo>
                    <a:pt x="251" y="239892"/>
                  </a:lnTo>
                  <a:lnTo>
                    <a:pt x="0" y="208135"/>
                  </a:lnTo>
                  <a:lnTo>
                    <a:pt x="29" y="180256"/>
                  </a:lnTo>
                  <a:lnTo>
                    <a:pt x="19267" y="67444"/>
                  </a:lnTo>
                  <a:lnTo>
                    <a:pt x="61448" y="21562"/>
                  </a:lnTo>
                  <a:lnTo>
                    <a:pt x="103629" y="4658"/>
                  </a:lnTo>
                  <a:lnTo>
                    <a:pt x="122802" y="2244"/>
                  </a:lnTo>
                </a:path>
                <a:path w="1472565" h="1901825">
                  <a:moveTo>
                    <a:pt x="1348147" y="1636194"/>
                  </a:moveTo>
                  <a:lnTo>
                    <a:pt x="1348147" y="1397458"/>
                  </a:lnTo>
                  <a:lnTo>
                    <a:pt x="1310426" y="1257889"/>
                  </a:lnTo>
                  <a:lnTo>
                    <a:pt x="1227439" y="1186218"/>
                  </a:lnTo>
                  <a:lnTo>
                    <a:pt x="1144452" y="1159813"/>
                  </a:lnTo>
                  <a:lnTo>
                    <a:pt x="1106731" y="1156041"/>
                  </a:lnTo>
                  <a:lnTo>
                    <a:pt x="967162" y="1159813"/>
                  </a:lnTo>
                  <a:lnTo>
                    <a:pt x="895491" y="1186218"/>
                  </a:lnTo>
                  <a:lnTo>
                    <a:pt x="869086" y="1257889"/>
                  </a:lnTo>
                  <a:lnTo>
                    <a:pt x="865314" y="1397458"/>
                  </a:lnTo>
                  <a:lnTo>
                    <a:pt x="865226" y="1449102"/>
                  </a:lnTo>
                  <a:lnTo>
                    <a:pt x="864610" y="1500218"/>
                  </a:lnTo>
                  <a:lnTo>
                    <a:pt x="862938" y="1550279"/>
                  </a:lnTo>
                  <a:lnTo>
                    <a:pt x="859683" y="1598756"/>
                  </a:lnTo>
                  <a:lnTo>
                    <a:pt x="854316" y="1645121"/>
                  </a:lnTo>
                  <a:lnTo>
                    <a:pt x="846310" y="1688847"/>
                  </a:lnTo>
                  <a:lnTo>
                    <a:pt x="835137" y="1729406"/>
                  </a:lnTo>
                  <a:lnTo>
                    <a:pt x="820268" y="1766269"/>
                  </a:lnTo>
                  <a:lnTo>
                    <a:pt x="777334" y="1826799"/>
                  </a:lnTo>
                  <a:lnTo>
                    <a:pt x="713285" y="1866214"/>
                  </a:lnTo>
                  <a:lnTo>
                    <a:pt x="672022" y="1876684"/>
                  </a:lnTo>
                  <a:lnTo>
                    <a:pt x="623897" y="1880291"/>
                  </a:lnTo>
                  <a:lnTo>
                    <a:pt x="575772" y="1876684"/>
                  </a:lnTo>
                  <a:lnTo>
                    <a:pt x="534510" y="1866214"/>
                  </a:lnTo>
                  <a:lnTo>
                    <a:pt x="499582" y="1849410"/>
                  </a:lnTo>
                  <a:lnTo>
                    <a:pt x="446618" y="1798910"/>
                  </a:lnTo>
                  <a:lnTo>
                    <a:pt x="412658" y="1729406"/>
                  </a:lnTo>
                  <a:lnTo>
                    <a:pt x="401484" y="1688847"/>
                  </a:lnTo>
                  <a:lnTo>
                    <a:pt x="393478" y="1645121"/>
                  </a:lnTo>
                  <a:lnTo>
                    <a:pt x="388111" y="1598756"/>
                  </a:lnTo>
                  <a:lnTo>
                    <a:pt x="384856" y="1550279"/>
                  </a:lnTo>
                  <a:lnTo>
                    <a:pt x="383184" y="1500218"/>
                  </a:lnTo>
                  <a:lnTo>
                    <a:pt x="382568" y="1449102"/>
                  </a:lnTo>
                  <a:lnTo>
                    <a:pt x="382480" y="1397458"/>
                  </a:lnTo>
                  <a:lnTo>
                    <a:pt x="382480" y="893190"/>
                  </a:lnTo>
                </a:path>
                <a:path w="1472565" h="1901825">
                  <a:moveTo>
                    <a:pt x="1472468" y="1771132"/>
                  </a:moveTo>
                  <a:lnTo>
                    <a:pt x="1462200" y="1821987"/>
                  </a:lnTo>
                  <a:lnTo>
                    <a:pt x="1434198" y="1863518"/>
                  </a:lnTo>
                  <a:lnTo>
                    <a:pt x="1392668" y="1891520"/>
                  </a:lnTo>
                  <a:lnTo>
                    <a:pt x="1341812" y="1901788"/>
                  </a:lnTo>
                  <a:lnTo>
                    <a:pt x="1290957" y="1891520"/>
                  </a:lnTo>
                  <a:lnTo>
                    <a:pt x="1249427" y="1863518"/>
                  </a:lnTo>
                  <a:lnTo>
                    <a:pt x="1221425" y="1821987"/>
                  </a:lnTo>
                  <a:lnTo>
                    <a:pt x="1211157" y="1771132"/>
                  </a:lnTo>
                  <a:lnTo>
                    <a:pt x="1221425" y="1720277"/>
                  </a:lnTo>
                  <a:lnTo>
                    <a:pt x="1249427" y="1678746"/>
                  </a:lnTo>
                  <a:lnTo>
                    <a:pt x="1290957" y="1650745"/>
                  </a:lnTo>
                  <a:lnTo>
                    <a:pt x="1341812" y="1640476"/>
                  </a:lnTo>
                  <a:lnTo>
                    <a:pt x="1392668" y="1650745"/>
                  </a:lnTo>
                  <a:lnTo>
                    <a:pt x="1434198" y="1678746"/>
                  </a:lnTo>
                  <a:lnTo>
                    <a:pt x="1462200" y="1720277"/>
                  </a:lnTo>
                  <a:lnTo>
                    <a:pt x="1472468" y="1771132"/>
                  </a:lnTo>
                  <a:close/>
                </a:path>
              </a:pathLst>
            </a:custGeom>
            <a:ln w="104708">
              <a:solidFill>
                <a:srgbClr val="79C44F"/>
              </a:solidFill>
            </a:ln>
          </p:spPr>
          <p:txBody>
            <a:bodyPr wrap="square" lIns="0" tIns="0" rIns="0" bIns="0" rtlCol="0"/>
            <a:lstStyle/>
            <a:p>
              <a:endParaRPr/>
            </a:p>
          </p:txBody>
        </p:sp>
        <p:sp>
          <p:nvSpPr>
            <p:cNvPr id="12" name="object 12"/>
            <p:cNvSpPr/>
            <p:nvPr/>
          </p:nvSpPr>
          <p:spPr>
            <a:xfrm>
              <a:off x="15078515" y="0"/>
              <a:ext cx="2513330" cy="2502535"/>
            </a:xfrm>
            <a:custGeom>
              <a:avLst/>
              <a:gdLst/>
              <a:ahLst/>
              <a:cxnLst/>
              <a:rect l="l" t="t" r="r" b="b"/>
              <a:pathLst>
                <a:path w="2513330" h="2502535">
                  <a:moveTo>
                    <a:pt x="2512792" y="0"/>
                  </a:moveTo>
                  <a:lnTo>
                    <a:pt x="0" y="0"/>
                  </a:lnTo>
                  <a:lnTo>
                    <a:pt x="0" y="2502321"/>
                  </a:lnTo>
                  <a:lnTo>
                    <a:pt x="2512792" y="2502321"/>
                  </a:lnTo>
                  <a:lnTo>
                    <a:pt x="2512792" y="0"/>
                  </a:lnTo>
                  <a:close/>
                </a:path>
              </a:pathLst>
            </a:custGeom>
            <a:solidFill>
              <a:srgbClr val="00705C"/>
            </a:solidFill>
          </p:spPr>
          <p:txBody>
            <a:bodyPr wrap="square" lIns="0" tIns="0" rIns="0" bIns="0" rtlCol="0"/>
            <a:lstStyle/>
            <a:p>
              <a:endParaRPr/>
            </a:p>
          </p:txBody>
        </p:sp>
        <p:sp>
          <p:nvSpPr>
            <p:cNvPr id="13" name="object 13"/>
            <p:cNvSpPr/>
            <p:nvPr/>
          </p:nvSpPr>
          <p:spPr>
            <a:xfrm>
              <a:off x="15581974" y="269556"/>
              <a:ext cx="1828800" cy="1953260"/>
            </a:xfrm>
            <a:custGeom>
              <a:avLst/>
              <a:gdLst/>
              <a:ahLst/>
              <a:cxnLst/>
              <a:rect l="l" t="t" r="r" b="b"/>
              <a:pathLst>
                <a:path w="1828800" h="1953260">
                  <a:moveTo>
                    <a:pt x="292087" y="141782"/>
                  </a:moveTo>
                  <a:lnTo>
                    <a:pt x="283972" y="96431"/>
                  </a:lnTo>
                  <a:lnTo>
                    <a:pt x="262509" y="57213"/>
                  </a:lnTo>
                  <a:lnTo>
                    <a:pt x="230187" y="26492"/>
                  </a:lnTo>
                  <a:lnTo>
                    <a:pt x="189484" y="6629"/>
                  </a:lnTo>
                  <a:lnTo>
                    <a:pt x="142900" y="0"/>
                  </a:lnTo>
                  <a:lnTo>
                    <a:pt x="97955" y="8051"/>
                  </a:lnTo>
                  <a:lnTo>
                    <a:pt x="58724" y="29044"/>
                  </a:lnTo>
                  <a:lnTo>
                    <a:pt x="27660" y="60490"/>
                  </a:lnTo>
                  <a:lnTo>
                    <a:pt x="7264" y="99860"/>
                  </a:lnTo>
                  <a:lnTo>
                    <a:pt x="0" y="144653"/>
                  </a:lnTo>
                  <a:lnTo>
                    <a:pt x="7696" y="190055"/>
                  </a:lnTo>
                  <a:lnTo>
                    <a:pt x="28829" y="229565"/>
                  </a:lnTo>
                  <a:lnTo>
                    <a:pt x="60883" y="260718"/>
                  </a:lnTo>
                  <a:lnTo>
                    <a:pt x="101333" y="281063"/>
                  </a:lnTo>
                  <a:lnTo>
                    <a:pt x="147650" y="288150"/>
                  </a:lnTo>
                  <a:lnTo>
                    <a:pt x="193776" y="280403"/>
                  </a:lnTo>
                  <a:lnTo>
                    <a:pt x="233667" y="259461"/>
                  </a:lnTo>
                  <a:lnTo>
                    <a:pt x="264947" y="227774"/>
                  </a:lnTo>
                  <a:lnTo>
                    <a:pt x="285203" y="187744"/>
                  </a:lnTo>
                  <a:lnTo>
                    <a:pt x="292087" y="141782"/>
                  </a:lnTo>
                  <a:close/>
                </a:path>
                <a:path w="1828800" h="1953260">
                  <a:moveTo>
                    <a:pt x="1361998" y="224675"/>
                  </a:moveTo>
                  <a:lnTo>
                    <a:pt x="1351572" y="174866"/>
                  </a:lnTo>
                  <a:lnTo>
                    <a:pt x="1323594" y="134251"/>
                  </a:lnTo>
                  <a:lnTo>
                    <a:pt x="1282192" y="106908"/>
                  </a:lnTo>
                  <a:lnTo>
                    <a:pt x="1231519" y="96875"/>
                  </a:lnTo>
                  <a:lnTo>
                    <a:pt x="1181074" y="106997"/>
                  </a:lnTo>
                  <a:lnTo>
                    <a:pt x="1139469" y="134556"/>
                  </a:lnTo>
                  <a:lnTo>
                    <a:pt x="1111123" y="175221"/>
                  </a:lnTo>
                  <a:lnTo>
                    <a:pt x="1100467" y="224713"/>
                  </a:lnTo>
                  <a:lnTo>
                    <a:pt x="1110513" y="274193"/>
                  </a:lnTo>
                  <a:lnTo>
                    <a:pt x="1138377" y="315315"/>
                  </a:lnTo>
                  <a:lnTo>
                    <a:pt x="1179588" y="343623"/>
                  </a:lnTo>
                  <a:lnTo>
                    <a:pt x="1229652" y="354609"/>
                  </a:lnTo>
                  <a:lnTo>
                    <a:pt x="1271397" y="348462"/>
                  </a:lnTo>
                  <a:lnTo>
                    <a:pt x="1307769" y="330149"/>
                  </a:lnTo>
                  <a:lnTo>
                    <a:pt x="1336522" y="301929"/>
                  </a:lnTo>
                  <a:lnTo>
                    <a:pt x="1355356" y="266026"/>
                  </a:lnTo>
                  <a:lnTo>
                    <a:pt x="1361998" y="224675"/>
                  </a:lnTo>
                  <a:close/>
                </a:path>
                <a:path w="1828800" h="1953260">
                  <a:moveTo>
                    <a:pt x="1828774" y="1648383"/>
                  </a:moveTo>
                  <a:lnTo>
                    <a:pt x="1821649" y="1630895"/>
                  </a:lnTo>
                  <a:lnTo>
                    <a:pt x="1801507" y="1609496"/>
                  </a:lnTo>
                  <a:lnTo>
                    <a:pt x="1643418" y="1462557"/>
                  </a:lnTo>
                  <a:lnTo>
                    <a:pt x="1604137" y="1425575"/>
                  </a:lnTo>
                  <a:lnTo>
                    <a:pt x="1565059" y="1388364"/>
                  </a:lnTo>
                  <a:lnTo>
                    <a:pt x="1544586" y="1353731"/>
                  </a:lnTo>
                  <a:lnTo>
                    <a:pt x="1543075" y="1341462"/>
                  </a:lnTo>
                  <a:lnTo>
                    <a:pt x="1545450" y="1305890"/>
                  </a:lnTo>
                  <a:lnTo>
                    <a:pt x="1549209" y="1270368"/>
                  </a:lnTo>
                  <a:lnTo>
                    <a:pt x="1558188" y="1199400"/>
                  </a:lnTo>
                  <a:lnTo>
                    <a:pt x="1562760" y="1150581"/>
                  </a:lnTo>
                  <a:lnTo>
                    <a:pt x="1564767" y="1102093"/>
                  </a:lnTo>
                  <a:lnTo>
                    <a:pt x="1564322" y="1053934"/>
                  </a:lnTo>
                  <a:lnTo>
                    <a:pt x="1561579" y="1006081"/>
                  </a:lnTo>
                  <a:lnTo>
                    <a:pt x="1556651" y="958519"/>
                  </a:lnTo>
                  <a:lnTo>
                    <a:pt x="1549666" y="911237"/>
                  </a:lnTo>
                  <a:lnTo>
                    <a:pt x="1540764" y="864222"/>
                  </a:lnTo>
                  <a:lnTo>
                    <a:pt x="1530057" y="817448"/>
                  </a:lnTo>
                  <a:lnTo>
                    <a:pt x="1517675" y="770928"/>
                  </a:lnTo>
                  <a:lnTo>
                    <a:pt x="1503756" y="724623"/>
                  </a:lnTo>
                  <a:lnTo>
                    <a:pt x="1488414" y="678535"/>
                  </a:lnTo>
                  <a:lnTo>
                    <a:pt x="1447749" y="623620"/>
                  </a:lnTo>
                  <a:lnTo>
                    <a:pt x="1419352" y="613752"/>
                  </a:lnTo>
                  <a:lnTo>
                    <a:pt x="1387309" y="615518"/>
                  </a:lnTo>
                  <a:lnTo>
                    <a:pt x="1359420" y="627380"/>
                  </a:lnTo>
                  <a:lnTo>
                    <a:pt x="1338592" y="648208"/>
                  </a:lnTo>
                  <a:lnTo>
                    <a:pt x="1325765" y="677037"/>
                  </a:lnTo>
                  <a:lnTo>
                    <a:pt x="1321841" y="712914"/>
                  </a:lnTo>
                  <a:lnTo>
                    <a:pt x="1322946" y="747636"/>
                  </a:lnTo>
                  <a:lnTo>
                    <a:pt x="1324597" y="782370"/>
                  </a:lnTo>
                  <a:lnTo>
                    <a:pt x="1328293" y="851928"/>
                  </a:lnTo>
                  <a:lnTo>
                    <a:pt x="1317625" y="886193"/>
                  </a:lnTo>
                  <a:lnTo>
                    <a:pt x="1288986" y="904036"/>
                  </a:lnTo>
                  <a:lnTo>
                    <a:pt x="1247432" y="898893"/>
                  </a:lnTo>
                  <a:lnTo>
                    <a:pt x="1198054" y="864222"/>
                  </a:lnTo>
                  <a:lnTo>
                    <a:pt x="1176248" y="842784"/>
                  </a:lnTo>
                  <a:lnTo>
                    <a:pt x="1150454" y="818019"/>
                  </a:lnTo>
                  <a:lnTo>
                    <a:pt x="1121321" y="790498"/>
                  </a:lnTo>
                  <a:lnTo>
                    <a:pt x="1089533" y="760780"/>
                  </a:lnTo>
                  <a:lnTo>
                    <a:pt x="972413" y="888517"/>
                  </a:lnTo>
                  <a:lnTo>
                    <a:pt x="1021397" y="934161"/>
                  </a:lnTo>
                  <a:lnTo>
                    <a:pt x="1027772" y="941120"/>
                  </a:lnTo>
                  <a:lnTo>
                    <a:pt x="1033449" y="948842"/>
                  </a:lnTo>
                  <a:lnTo>
                    <a:pt x="1044321" y="964793"/>
                  </a:lnTo>
                  <a:lnTo>
                    <a:pt x="1033983" y="974229"/>
                  </a:lnTo>
                  <a:lnTo>
                    <a:pt x="1016901" y="962202"/>
                  </a:lnTo>
                  <a:lnTo>
                    <a:pt x="1008519" y="956005"/>
                  </a:lnTo>
                  <a:lnTo>
                    <a:pt x="1000594" y="949312"/>
                  </a:lnTo>
                  <a:lnTo>
                    <a:pt x="955217" y="907224"/>
                  </a:lnTo>
                  <a:lnTo>
                    <a:pt x="893597" y="973924"/>
                  </a:lnTo>
                  <a:lnTo>
                    <a:pt x="837387" y="1033957"/>
                  </a:lnTo>
                  <a:lnTo>
                    <a:pt x="886650" y="1079931"/>
                  </a:lnTo>
                  <a:lnTo>
                    <a:pt x="892987" y="1087145"/>
                  </a:lnTo>
                  <a:lnTo>
                    <a:pt x="898410" y="1095362"/>
                  </a:lnTo>
                  <a:lnTo>
                    <a:pt x="908596" y="1112456"/>
                  </a:lnTo>
                  <a:lnTo>
                    <a:pt x="896556" y="1121079"/>
                  </a:lnTo>
                  <a:lnTo>
                    <a:pt x="871512" y="1100340"/>
                  </a:lnTo>
                  <a:lnTo>
                    <a:pt x="863434" y="1093139"/>
                  </a:lnTo>
                  <a:lnTo>
                    <a:pt x="819772" y="1052487"/>
                  </a:lnTo>
                  <a:lnTo>
                    <a:pt x="789216" y="1084033"/>
                  </a:lnTo>
                  <a:lnTo>
                    <a:pt x="780351" y="1092987"/>
                  </a:lnTo>
                  <a:lnTo>
                    <a:pt x="762266" y="1114183"/>
                  </a:lnTo>
                  <a:lnTo>
                    <a:pt x="750531" y="1134846"/>
                  </a:lnTo>
                  <a:lnTo>
                    <a:pt x="745591" y="1153896"/>
                  </a:lnTo>
                  <a:lnTo>
                    <a:pt x="747890" y="1170254"/>
                  </a:lnTo>
                  <a:lnTo>
                    <a:pt x="752436" y="1177569"/>
                  </a:lnTo>
                  <a:lnTo>
                    <a:pt x="759129" y="1182979"/>
                  </a:lnTo>
                  <a:lnTo>
                    <a:pt x="767689" y="1186332"/>
                  </a:lnTo>
                  <a:lnTo>
                    <a:pt x="777836" y="1187488"/>
                  </a:lnTo>
                  <a:lnTo>
                    <a:pt x="867511" y="1182751"/>
                  </a:lnTo>
                  <a:lnTo>
                    <a:pt x="891921" y="1181735"/>
                  </a:lnTo>
                  <a:lnTo>
                    <a:pt x="959358" y="1185799"/>
                  </a:lnTo>
                  <a:lnTo>
                    <a:pt x="994321" y="1201661"/>
                  </a:lnTo>
                  <a:lnTo>
                    <a:pt x="1034669" y="1262824"/>
                  </a:lnTo>
                  <a:lnTo>
                    <a:pt x="1036535" y="1303337"/>
                  </a:lnTo>
                  <a:lnTo>
                    <a:pt x="1023683" y="1338935"/>
                  </a:lnTo>
                  <a:lnTo>
                    <a:pt x="997178" y="1367840"/>
                  </a:lnTo>
                  <a:lnTo>
                    <a:pt x="958100" y="1388313"/>
                  </a:lnTo>
                  <a:lnTo>
                    <a:pt x="905586" y="1405686"/>
                  </a:lnTo>
                  <a:lnTo>
                    <a:pt x="854316" y="1420825"/>
                  </a:lnTo>
                  <a:lnTo>
                    <a:pt x="804176" y="1433741"/>
                  </a:lnTo>
                  <a:lnTo>
                    <a:pt x="755065" y="1444459"/>
                  </a:lnTo>
                  <a:lnTo>
                    <a:pt x="706869" y="1453019"/>
                  </a:lnTo>
                  <a:lnTo>
                    <a:pt x="738047" y="1483220"/>
                  </a:lnTo>
                  <a:lnTo>
                    <a:pt x="785114" y="1528648"/>
                  </a:lnTo>
                  <a:lnTo>
                    <a:pt x="823150" y="1560728"/>
                  </a:lnTo>
                  <a:lnTo>
                    <a:pt x="862469" y="1589633"/>
                  </a:lnTo>
                  <a:lnTo>
                    <a:pt x="903097" y="1615262"/>
                  </a:lnTo>
                  <a:lnTo>
                    <a:pt x="945095" y="1637538"/>
                  </a:lnTo>
                  <a:lnTo>
                    <a:pt x="988529" y="1656397"/>
                  </a:lnTo>
                  <a:lnTo>
                    <a:pt x="1033424" y="1671751"/>
                  </a:lnTo>
                  <a:lnTo>
                    <a:pt x="1079855" y="1683512"/>
                  </a:lnTo>
                  <a:lnTo>
                    <a:pt x="1127874" y="1691627"/>
                  </a:lnTo>
                  <a:lnTo>
                    <a:pt x="1177518" y="1695996"/>
                  </a:lnTo>
                  <a:lnTo>
                    <a:pt x="1228839" y="1696542"/>
                  </a:lnTo>
                  <a:lnTo>
                    <a:pt x="1242555" y="1698028"/>
                  </a:lnTo>
                  <a:lnTo>
                    <a:pt x="1281366" y="1718132"/>
                  </a:lnTo>
                  <a:lnTo>
                    <a:pt x="1319949" y="1753082"/>
                  </a:lnTo>
                  <a:lnTo>
                    <a:pt x="1358277" y="1788325"/>
                  </a:lnTo>
                  <a:lnTo>
                    <a:pt x="1510665" y="1930336"/>
                  </a:lnTo>
                  <a:lnTo>
                    <a:pt x="1531772" y="1947392"/>
                  </a:lnTo>
                  <a:lnTo>
                    <a:pt x="1584871" y="1927479"/>
                  </a:lnTo>
                  <a:lnTo>
                    <a:pt x="1767928" y="1729308"/>
                  </a:lnTo>
                  <a:lnTo>
                    <a:pt x="1804428" y="1689569"/>
                  </a:lnTo>
                  <a:lnTo>
                    <a:pt x="1822996" y="1666443"/>
                  </a:lnTo>
                  <a:lnTo>
                    <a:pt x="1828774" y="1648383"/>
                  </a:lnTo>
                  <a:close/>
                </a:path>
              </a:pathLst>
            </a:custGeom>
            <a:solidFill>
              <a:srgbClr val="FFFFFF"/>
            </a:solidFill>
          </p:spPr>
          <p:txBody>
            <a:bodyPr wrap="square" lIns="0" tIns="0" rIns="0" bIns="0" rtlCol="0"/>
            <a:lstStyle/>
            <a:p>
              <a:endParaRPr/>
            </a:p>
          </p:txBody>
        </p:sp>
        <p:pic>
          <p:nvPicPr>
            <p:cNvPr id="14" name="object 14"/>
            <p:cNvPicPr/>
            <p:nvPr/>
          </p:nvPicPr>
          <p:blipFill>
            <a:blip r:embed="rId4" cstate="print"/>
            <a:stretch>
              <a:fillRect/>
            </a:stretch>
          </p:blipFill>
          <p:spPr>
            <a:xfrm>
              <a:off x="15286159" y="692871"/>
              <a:ext cx="217909" cy="216516"/>
            </a:xfrm>
            <a:prstGeom prst="rect">
              <a:avLst/>
            </a:prstGeom>
          </p:spPr>
        </p:pic>
        <p:pic>
          <p:nvPicPr>
            <p:cNvPr id="15" name="object 15"/>
            <p:cNvPicPr/>
            <p:nvPr/>
          </p:nvPicPr>
          <p:blipFill>
            <a:blip r:embed="rId5" cstate="print"/>
            <a:stretch>
              <a:fillRect/>
            </a:stretch>
          </p:blipFill>
          <p:spPr>
            <a:xfrm>
              <a:off x="17154902" y="788908"/>
              <a:ext cx="217951" cy="215417"/>
            </a:xfrm>
            <a:prstGeom prst="rect">
              <a:avLst/>
            </a:prstGeom>
          </p:spPr>
        </p:pic>
        <p:sp>
          <p:nvSpPr>
            <p:cNvPr id="16" name="object 16"/>
            <p:cNvSpPr/>
            <p:nvPr/>
          </p:nvSpPr>
          <p:spPr>
            <a:xfrm>
              <a:off x="15259073" y="605293"/>
              <a:ext cx="1421765" cy="1373505"/>
            </a:xfrm>
            <a:custGeom>
              <a:avLst/>
              <a:gdLst/>
              <a:ahLst/>
              <a:cxnLst/>
              <a:rect l="l" t="t" r="r" b="b"/>
              <a:pathLst>
                <a:path w="1421765" h="1373505">
                  <a:moveTo>
                    <a:pt x="1054691" y="0"/>
                  </a:moveTo>
                  <a:lnTo>
                    <a:pt x="1012660" y="5400"/>
                  </a:lnTo>
                  <a:lnTo>
                    <a:pt x="972864" y="33076"/>
                  </a:lnTo>
                  <a:lnTo>
                    <a:pt x="729049" y="294691"/>
                  </a:lnTo>
                  <a:lnTo>
                    <a:pt x="721779" y="301432"/>
                  </a:lnTo>
                  <a:lnTo>
                    <a:pt x="713775" y="307486"/>
                  </a:lnTo>
                  <a:lnTo>
                    <a:pt x="697260" y="319119"/>
                  </a:lnTo>
                  <a:lnTo>
                    <a:pt x="686967" y="308156"/>
                  </a:lnTo>
                  <a:lnTo>
                    <a:pt x="731568" y="254148"/>
                  </a:lnTo>
                  <a:lnTo>
                    <a:pt x="779102" y="203254"/>
                  </a:lnTo>
                  <a:lnTo>
                    <a:pt x="802701" y="177658"/>
                  </a:lnTo>
                  <a:lnTo>
                    <a:pt x="818992" y="155994"/>
                  </a:lnTo>
                  <a:lnTo>
                    <a:pt x="828562" y="132880"/>
                  </a:lnTo>
                  <a:lnTo>
                    <a:pt x="829969" y="108088"/>
                  </a:lnTo>
                  <a:lnTo>
                    <a:pt x="821769" y="81388"/>
                  </a:lnTo>
                  <a:lnTo>
                    <a:pt x="793798" y="46575"/>
                  </a:lnTo>
                  <a:lnTo>
                    <a:pt x="756486" y="30470"/>
                  </a:lnTo>
                  <a:lnTo>
                    <a:pt x="715910" y="34297"/>
                  </a:lnTo>
                  <a:lnTo>
                    <a:pt x="678150" y="59284"/>
                  </a:lnTo>
                  <a:lnTo>
                    <a:pt x="641643" y="98165"/>
                  </a:lnTo>
                  <a:lnTo>
                    <a:pt x="569555" y="176834"/>
                  </a:lnTo>
                  <a:lnTo>
                    <a:pt x="533381" y="216029"/>
                  </a:lnTo>
                  <a:lnTo>
                    <a:pt x="496725" y="254733"/>
                  </a:lnTo>
                  <a:lnTo>
                    <a:pt x="459288" y="292649"/>
                  </a:lnTo>
                  <a:lnTo>
                    <a:pt x="424093" y="329478"/>
                  </a:lnTo>
                  <a:lnTo>
                    <a:pt x="392008" y="367521"/>
                  </a:lnTo>
                  <a:lnTo>
                    <a:pt x="363112" y="406832"/>
                  </a:lnTo>
                  <a:lnTo>
                    <a:pt x="337484" y="447463"/>
                  </a:lnTo>
                  <a:lnTo>
                    <a:pt x="315202" y="489465"/>
                  </a:lnTo>
                  <a:lnTo>
                    <a:pt x="296346" y="532892"/>
                  </a:lnTo>
                  <a:lnTo>
                    <a:pt x="280993" y="577795"/>
                  </a:lnTo>
                  <a:lnTo>
                    <a:pt x="269223" y="624227"/>
                  </a:lnTo>
                  <a:lnTo>
                    <a:pt x="261114" y="672240"/>
                  </a:lnTo>
                  <a:lnTo>
                    <a:pt x="256745" y="721888"/>
                  </a:lnTo>
                  <a:lnTo>
                    <a:pt x="256195" y="773221"/>
                  </a:lnTo>
                  <a:lnTo>
                    <a:pt x="254715" y="786923"/>
                  </a:lnTo>
                  <a:lnTo>
                    <a:pt x="234614" y="825743"/>
                  </a:lnTo>
                  <a:lnTo>
                    <a:pt x="199653" y="864321"/>
                  </a:lnTo>
                  <a:lnTo>
                    <a:pt x="164415" y="902652"/>
                  </a:lnTo>
                  <a:lnTo>
                    <a:pt x="22401" y="1055034"/>
                  </a:lnTo>
                  <a:lnTo>
                    <a:pt x="5350" y="1076137"/>
                  </a:lnTo>
                  <a:lnTo>
                    <a:pt x="25259" y="1129241"/>
                  </a:lnTo>
                  <a:lnTo>
                    <a:pt x="64819" y="1165930"/>
                  </a:lnTo>
                  <a:lnTo>
                    <a:pt x="263168" y="1348805"/>
                  </a:lnTo>
                  <a:lnTo>
                    <a:pt x="304355" y="1373149"/>
                  </a:lnTo>
                  <a:lnTo>
                    <a:pt x="321843" y="1366020"/>
                  </a:lnTo>
                  <a:lnTo>
                    <a:pt x="343250" y="1345873"/>
                  </a:lnTo>
                  <a:lnTo>
                    <a:pt x="490192" y="1187792"/>
                  </a:lnTo>
                  <a:lnTo>
                    <a:pt x="527165" y="1148503"/>
                  </a:lnTo>
                  <a:lnTo>
                    <a:pt x="564374" y="1109441"/>
                  </a:lnTo>
                  <a:lnTo>
                    <a:pt x="598999" y="1088954"/>
                  </a:lnTo>
                  <a:lnTo>
                    <a:pt x="611283" y="1087452"/>
                  </a:lnTo>
                  <a:lnTo>
                    <a:pt x="646856" y="1089816"/>
                  </a:lnTo>
                  <a:lnTo>
                    <a:pt x="682375" y="1093585"/>
                  </a:lnTo>
                  <a:lnTo>
                    <a:pt x="753342" y="1102561"/>
                  </a:lnTo>
                  <a:lnTo>
                    <a:pt x="802162" y="1107132"/>
                  </a:lnTo>
                  <a:lnTo>
                    <a:pt x="850646" y="1109137"/>
                  </a:lnTo>
                  <a:lnTo>
                    <a:pt x="898809" y="1108702"/>
                  </a:lnTo>
                  <a:lnTo>
                    <a:pt x="946664" y="1105957"/>
                  </a:lnTo>
                  <a:lnTo>
                    <a:pt x="994226" y="1101028"/>
                  </a:lnTo>
                  <a:lnTo>
                    <a:pt x="1041507" y="1094045"/>
                  </a:lnTo>
                  <a:lnTo>
                    <a:pt x="1088523" y="1085135"/>
                  </a:lnTo>
                  <a:lnTo>
                    <a:pt x="1135287" y="1074425"/>
                  </a:lnTo>
                  <a:lnTo>
                    <a:pt x="1181812" y="1062045"/>
                  </a:lnTo>
                  <a:lnTo>
                    <a:pt x="1228114" y="1048122"/>
                  </a:lnTo>
                  <a:lnTo>
                    <a:pt x="1274205" y="1032783"/>
                  </a:lnTo>
                  <a:lnTo>
                    <a:pt x="1329115" y="992117"/>
                  </a:lnTo>
                  <a:lnTo>
                    <a:pt x="1338988" y="963719"/>
                  </a:lnTo>
                  <a:lnTo>
                    <a:pt x="1337219" y="931677"/>
                  </a:lnTo>
                  <a:lnTo>
                    <a:pt x="1325365" y="903784"/>
                  </a:lnTo>
                  <a:lnTo>
                    <a:pt x="1304537" y="882963"/>
                  </a:lnTo>
                  <a:lnTo>
                    <a:pt x="1275702" y="870133"/>
                  </a:lnTo>
                  <a:lnTo>
                    <a:pt x="1239830" y="866213"/>
                  </a:lnTo>
                  <a:lnTo>
                    <a:pt x="1205100" y="867325"/>
                  </a:lnTo>
                  <a:lnTo>
                    <a:pt x="1170367" y="868970"/>
                  </a:lnTo>
                  <a:lnTo>
                    <a:pt x="1100818" y="872663"/>
                  </a:lnTo>
                  <a:lnTo>
                    <a:pt x="1066544" y="861990"/>
                  </a:lnTo>
                  <a:lnTo>
                    <a:pt x="1048704" y="833350"/>
                  </a:lnTo>
                  <a:lnTo>
                    <a:pt x="1053843" y="791807"/>
                  </a:lnTo>
                  <a:lnTo>
                    <a:pt x="1088504" y="742426"/>
                  </a:lnTo>
                  <a:lnTo>
                    <a:pt x="1113947" y="716488"/>
                  </a:lnTo>
                  <a:lnTo>
                    <a:pt x="1143801" y="685245"/>
                  </a:lnTo>
                  <a:lnTo>
                    <a:pt x="1177175" y="649748"/>
                  </a:lnTo>
                  <a:lnTo>
                    <a:pt x="1250906" y="570195"/>
                  </a:lnTo>
                  <a:lnTo>
                    <a:pt x="1401280" y="406279"/>
                  </a:lnTo>
                  <a:lnTo>
                    <a:pt x="1421269" y="364982"/>
                  </a:lnTo>
                  <a:lnTo>
                    <a:pt x="1420263" y="342247"/>
                  </a:lnTo>
                  <a:lnTo>
                    <a:pt x="1411824" y="318753"/>
                  </a:lnTo>
                  <a:lnTo>
                    <a:pt x="1383236" y="284343"/>
                  </a:lnTo>
                  <a:lnTo>
                    <a:pt x="1345957" y="268864"/>
                  </a:lnTo>
                  <a:lnTo>
                    <a:pt x="1305624" y="273380"/>
                  </a:lnTo>
                  <a:lnTo>
                    <a:pt x="1267871" y="298952"/>
                  </a:lnTo>
                  <a:lnTo>
                    <a:pt x="1196383" y="374939"/>
                  </a:lnTo>
                  <a:lnTo>
                    <a:pt x="1018580" y="565772"/>
                  </a:lnTo>
                  <a:lnTo>
                    <a:pt x="1011613" y="572149"/>
                  </a:lnTo>
                  <a:lnTo>
                    <a:pt x="1003898" y="577825"/>
                  </a:lnTo>
                  <a:lnTo>
                    <a:pt x="987952" y="588692"/>
                  </a:lnTo>
                  <a:lnTo>
                    <a:pt x="978508" y="578347"/>
                  </a:lnTo>
                  <a:lnTo>
                    <a:pt x="990544" y="561273"/>
                  </a:lnTo>
                  <a:lnTo>
                    <a:pt x="996737" y="552895"/>
                  </a:lnTo>
                  <a:lnTo>
                    <a:pt x="1003428" y="544976"/>
                  </a:lnTo>
                  <a:lnTo>
                    <a:pt x="1331125" y="191720"/>
                  </a:lnTo>
                  <a:lnTo>
                    <a:pt x="1351935" y="163725"/>
                  </a:lnTo>
                  <a:lnTo>
                    <a:pt x="1361823" y="136473"/>
                  </a:lnTo>
                  <a:lnTo>
                    <a:pt x="1360996" y="109665"/>
                  </a:lnTo>
                  <a:lnTo>
                    <a:pt x="1349659" y="83001"/>
                  </a:lnTo>
                  <a:lnTo>
                    <a:pt x="1319804" y="52056"/>
                  </a:lnTo>
                  <a:lnTo>
                    <a:pt x="1282950" y="39767"/>
                  </a:lnTo>
                  <a:lnTo>
                    <a:pt x="1243710" y="46654"/>
                  </a:lnTo>
                  <a:lnTo>
                    <a:pt x="1206700" y="73242"/>
                  </a:lnTo>
                  <a:lnTo>
                    <a:pt x="872815" y="431022"/>
                  </a:lnTo>
                  <a:lnTo>
                    <a:pt x="865590" y="437362"/>
                  </a:lnTo>
                  <a:lnTo>
                    <a:pt x="857379" y="442777"/>
                  </a:lnTo>
                  <a:lnTo>
                    <a:pt x="840271" y="452969"/>
                  </a:lnTo>
                  <a:lnTo>
                    <a:pt x="831664" y="440927"/>
                  </a:lnTo>
                  <a:lnTo>
                    <a:pt x="852398" y="415885"/>
                  </a:lnTo>
                  <a:lnTo>
                    <a:pt x="859600" y="407808"/>
                  </a:lnTo>
                  <a:lnTo>
                    <a:pt x="1098148" y="151564"/>
                  </a:lnTo>
                  <a:lnTo>
                    <a:pt x="1115589" y="129418"/>
                  </a:lnTo>
                  <a:lnTo>
                    <a:pt x="1126467" y="105797"/>
                  </a:lnTo>
                  <a:lnTo>
                    <a:pt x="1128973" y="80310"/>
                  </a:lnTo>
                  <a:lnTo>
                    <a:pt x="1121299" y="52562"/>
                  </a:lnTo>
                  <a:lnTo>
                    <a:pt x="1092917" y="16008"/>
                  </a:lnTo>
                  <a:lnTo>
                    <a:pt x="1054691" y="0"/>
                  </a:lnTo>
                  <a:close/>
                </a:path>
              </a:pathLst>
            </a:custGeom>
            <a:solidFill>
              <a:srgbClr val="FFFFFF"/>
            </a:solidFill>
          </p:spPr>
          <p:txBody>
            <a:bodyPr wrap="square" lIns="0" tIns="0" rIns="0" bIns="0" rtlCol="0"/>
            <a:lstStyle/>
            <a:p>
              <a:endParaRPr/>
            </a:p>
          </p:txBody>
        </p:sp>
      </p:grpSp>
      <p:sp>
        <p:nvSpPr>
          <p:cNvPr id="17" name="object 17"/>
          <p:cNvSpPr txBox="1"/>
          <p:nvPr/>
        </p:nvSpPr>
        <p:spPr>
          <a:xfrm>
            <a:off x="3191390" y="3834257"/>
            <a:ext cx="16392646" cy="10400091"/>
          </a:xfrm>
          <a:prstGeom prst="rect">
            <a:avLst/>
          </a:prstGeom>
        </p:spPr>
        <p:txBody>
          <a:bodyPr vert="horz" wrap="square" lIns="0" tIns="12065" rIns="0" bIns="0" rtlCol="0">
            <a:spAutoFit/>
          </a:bodyPr>
          <a:lstStyle/>
          <a:p>
            <a:pPr marL="12700" marR="5080">
              <a:lnSpc>
                <a:spcPct val="111400"/>
              </a:lnSpc>
              <a:spcBef>
                <a:spcPts val="95"/>
              </a:spcBef>
            </a:pPr>
            <a:r>
              <a:rPr sz="3700" b="1" spc="-35" dirty="0">
                <a:solidFill>
                  <a:srgbClr val="333333"/>
                </a:solidFill>
                <a:latin typeface="Arial"/>
                <a:cs typeface="Arial"/>
              </a:rPr>
              <a:t>Identify</a:t>
            </a:r>
            <a:r>
              <a:rPr sz="3700" b="1" spc="-75" dirty="0">
                <a:solidFill>
                  <a:srgbClr val="333333"/>
                </a:solidFill>
                <a:latin typeface="Arial"/>
                <a:cs typeface="Arial"/>
              </a:rPr>
              <a:t> links </a:t>
            </a:r>
            <a:r>
              <a:rPr sz="3700" b="1" spc="-45" dirty="0">
                <a:solidFill>
                  <a:srgbClr val="333333"/>
                </a:solidFill>
                <a:latin typeface="Arial"/>
                <a:cs typeface="Arial"/>
              </a:rPr>
              <a:t>between</a:t>
            </a:r>
            <a:r>
              <a:rPr sz="3700" b="1" spc="-70" dirty="0">
                <a:solidFill>
                  <a:srgbClr val="333333"/>
                </a:solidFill>
                <a:latin typeface="Arial"/>
                <a:cs typeface="Arial"/>
              </a:rPr>
              <a:t> </a:t>
            </a:r>
            <a:r>
              <a:rPr sz="3700" b="1" spc="-50" dirty="0">
                <a:solidFill>
                  <a:srgbClr val="333333"/>
                </a:solidFill>
                <a:latin typeface="Arial"/>
                <a:cs typeface="Arial"/>
              </a:rPr>
              <a:t>health</a:t>
            </a:r>
            <a:r>
              <a:rPr sz="3700" b="1" spc="-70" dirty="0">
                <a:solidFill>
                  <a:srgbClr val="333333"/>
                </a:solidFill>
                <a:latin typeface="Arial"/>
                <a:cs typeface="Arial"/>
              </a:rPr>
              <a:t> </a:t>
            </a:r>
            <a:r>
              <a:rPr sz="3700" b="1" spc="-55" dirty="0">
                <a:solidFill>
                  <a:srgbClr val="333333"/>
                </a:solidFill>
                <a:latin typeface="Arial"/>
                <a:cs typeface="Arial"/>
              </a:rPr>
              <a:t>outcomes</a:t>
            </a:r>
            <a:r>
              <a:rPr sz="3700" b="1" spc="-75" dirty="0">
                <a:solidFill>
                  <a:srgbClr val="333333"/>
                </a:solidFill>
                <a:latin typeface="Arial"/>
                <a:cs typeface="Arial"/>
              </a:rPr>
              <a:t> </a:t>
            </a:r>
            <a:r>
              <a:rPr sz="3700" b="1" spc="-50" dirty="0">
                <a:solidFill>
                  <a:srgbClr val="333333"/>
                </a:solidFill>
                <a:latin typeface="Arial"/>
                <a:cs typeface="Arial"/>
              </a:rPr>
              <a:t>and</a:t>
            </a:r>
            <a:r>
              <a:rPr sz="3700" b="1" spc="-70" dirty="0">
                <a:solidFill>
                  <a:srgbClr val="333333"/>
                </a:solidFill>
                <a:latin typeface="Arial"/>
                <a:cs typeface="Arial"/>
              </a:rPr>
              <a:t> sources</a:t>
            </a:r>
            <a:r>
              <a:rPr sz="3700" b="1" spc="-75" dirty="0">
                <a:solidFill>
                  <a:srgbClr val="333333"/>
                </a:solidFill>
                <a:latin typeface="Arial"/>
                <a:cs typeface="Arial"/>
              </a:rPr>
              <a:t> </a:t>
            </a:r>
            <a:r>
              <a:rPr sz="3700" b="1" spc="-45" dirty="0">
                <a:solidFill>
                  <a:srgbClr val="333333"/>
                </a:solidFill>
                <a:latin typeface="Arial"/>
                <a:cs typeface="Arial"/>
              </a:rPr>
              <a:t>of </a:t>
            </a:r>
            <a:r>
              <a:rPr sz="3700" b="1" spc="-1010" dirty="0">
                <a:solidFill>
                  <a:srgbClr val="333333"/>
                </a:solidFill>
                <a:latin typeface="Arial"/>
                <a:cs typeface="Arial"/>
              </a:rPr>
              <a:t> </a:t>
            </a:r>
            <a:r>
              <a:rPr sz="3700" b="1" spc="-75" dirty="0">
                <a:solidFill>
                  <a:srgbClr val="333333"/>
                </a:solidFill>
                <a:latin typeface="Arial"/>
                <a:cs typeface="Arial"/>
              </a:rPr>
              <a:t>environmental </a:t>
            </a:r>
            <a:r>
              <a:rPr sz="3700" b="1" spc="-50" dirty="0">
                <a:solidFill>
                  <a:srgbClr val="333333"/>
                </a:solidFill>
                <a:latin typeface="Arial"/>
                <a:cs typeface="Arial"/>
              </a:rPr>
              <a:t>and</a:t>
            </a:r>
            <a:r>
              <a:rPr sz="3700" b="1" spc="-70" dirty="0">
                <a:solidFill>
                  <a:srgbClr val="333333"/>
                </a:solidFill>
                <a:latin typeface="Arial"/>
                <a:cs typeface="Arial"/>
              </a:rPr>
              <a:t> </a:t>
            </a:r>
            <a:r>
              <a:rPr sz="3700" b="1" spc="-65" dirty="0">
                <a:solidFill>
                  <a:srgbClr val="333333"/>
                </a:solidFill>
                <a:latin typeface="Arial"/>
                <a:cs typeface="Arial"/>
              </a:rPr>
              <a:t>occupational</a:t>
            </a:r>
            <a:r>
              <a:rPr sz="3700" b="1" spc="-70" dirty="0">
                <a:solidFill>
                  <a:srgbClr val="333333"/>
                </a:solidFill>
                <a:latin typeface="Arial"/>
                <a:cs typeface="Arial"/>
              </a:rPr>
              <a:t> </a:t>
            </a:r>
            <a:r>
              <a:rPr sz="3700" b="1" spc="-75" dirty="0">
                <a:solidFill>
                  <a:srgbClr val="333333"/>
                </a:solidFill>
                <a:latin typeface="Arial"/>
                <a:cs typeface="Arial"/>
              </a:rPr>
              <a:t>exposure</a:t>
            </a:r>
            <a:r>
              <a:rPr sz="3700" b="1" spc="-70" dirty="0">
                <a:solidFill>
                  <a:srgbClr val="333333"/>
                </a:solidFill>
                <a:latin typeface="Arial"/>
                <a:cs typeface="Arial"/>
              </a:rPr>
              <a:t> </a:t>
            </a:r>
            <a:r>
              <a:rPr sz="3700" b="1" spc="-45" dirty="0">
                <a:solidFill>
                  <a:srgbClr val="333333"/>
                </a:solidFill>
                <a:latin typeface="Arial"/>
                <a:cs typeface="Arial"/>
              </a:rPr>
              <a:t>in</a:t>
            </a:r>
            <a:r>
              <a:rPr sz="3700" b="1" spc="-70" dirty="0">
                <a:solidFill>
                  <a:srgbClr val="333333"/>
                </a:solidFill>
                <a:latin typeface="Arial"/>
                <a:cs typeface="Arial"/>
              </a:rPr>
              <a:t> children</a:t>
            </a:r>
            <a:endParaRPr sz="3700" dirty="0">
              <a:latin typeface="Arial"/>
              <a:cs typeface="Arial"/>
            </a:endParaRPr>
          </a:p>
          <a:p>
            <a:pPr>
              <a:lnSpc>
                <a:spcPct val="100000"/>
              </a:lnSpc>
            </a:pPr>
            <a:endParaRPr sz="4100" dirty="0">
              <a:latin typeface="Arial"/>
              <a:cs typeface="Arial"/>
            </a:endParaRPr>
          </a:p>
          <a:p>
            <a:pPr marL="12700" marR="872490">
              <a:lnSpc>
                <a:spcPct val="111400"/>
              </a:lnSpc>
              <a:spcBef>
                <a:spcPts val="2500"/>
              </a:spcBef>
            </a:pPr>
            <a:r>
              <a:rPr sz="3700" b="1" spc="-65" dirty="0">
                <a:solidFill>
                  <a:srgbClr val="333333"/>
                </a:solidFill>
                <a:latin typeface="Arial"/>
                <a:cs typeface="Arial"/>
              </a:rPr>
              <a:t>Disseminate knowledge </a:t>
            </a:r>
            <a:r>
              <a:rPr sz="3700" b="1" spc="-50" dirty="0">
                <a:solidFill>
                  <a:srgbClr val="333333"/>
                </a:solidFill>
                <a:latin typeface="Arial"/>
                <a:cs typeface="Arial"/>
              </a:rPr>
              <a:t>about </a:t>
            </a:r>
            <a:r>
              <a:rPr sz="3700" b="1" spc="-35" dirty="0">
                <a:solidFill>
                  <a:srgbClr val="333333"/>
                </a:solidFill>
                <a:latin typeface="Arial"/>
                <a:cs typeface="Arial"/>
              </a:rPr>
              <a:t>the </a:t>
            </a:r>
            <a:r>
              <a:rPr sz="3700" b="1" spc="-60" dirty="0">
                <a:solidFill>
                  <a:srgbClr val="333333"/>
                </a:solidFill>
                <a:latin typeface="Arial"/>
                <a:cs typeface="Arial"/>
              </a:rPr>
              <a:t>most </a:t>
            </a:r>
            <a:r>
              <a:rPr sz="3700" b="1" spc="-55" dirty="0">
                <a:solidFill>
                  <a:srgbClr val="333333"/>
                </a:solidFill>
                <a:latin typeface="Arial"/>
                <a:cs typeface="Arial"/>
              </a:rPr>
              <a:t>common </a:t>
            </a:r>
            <a:r>
              <a:rPr sz="3700" b="1" spc="-50" dirty="0">
                <a:solidFill>
                  <a:srgbClr val="333333"/>
                </a:solidFill>
                <a:latin typeface="Arial"/>
                <a:cs typeface="Arial"/>
              </a:rPr>
              <a:t> </a:t>
            </a:r>
            <a:r>
              <a:rPr sz="3700" b="1" spc="-75" dirty="0">
                <a:solidFill>
                  <a:srgbClr val="333333"/>
                </a:solidFill>
                <a:latin typeface="Arial"/>
                <a:cs typeface="Arial"/>
              </a:rPr>
              <a:t>environmental </a:t>
            </a:r>
            <a:r>
              <a:rPr sz="3700" b="1" spc="-65" dirty="0">
                <a:solidFill>
                  <a:srgbClr val="333333"/>
                </a:solidFill>
                <a:latin typeface="Arial"/>
                <a:cs typeface="Arial"/>
              </a:rPr>
              <a:t>risks</a:t>
            </a:r>
            <a:r>
              <a:rPr sz="3700" b="1" spc="-70" dirty="0">
                <a:solidFill>
                  <a:srgbClr val="333333"/>
                </a:solidFill>
                <a:latin typeface="Arial"/>
                <a:cs typeface="Arial"/>
              </a:rPr>
              <a:t> </a:t>
            </a:r>
            <a:r>
              <a:rPr sz="3700" b="1" spc="-50" dirty="0">
                <a:solidFill>
                  <a:srgbClr val="333333"/>
                </a:solidFill>
                <a:latin typeface="Arial"/>
                <a:cs typeface="Arial"/>
              </a:rPr>
              <a:t>and</a:t>
            </a:r>
            <a:r>
              <a:rPr sz="3700" b="1" spc="-70" dirty="0">
                <a:solidFill>
                  <a:srgbClr val="333333"/>
                </a:solidFill>
                <a:latin typeface="Arial"/>
                <a:cs typeface="Arial"/>
              </a:rPr>
              <a:t> </a:t>
            </a:r>
            <a:r>
              <a:rPr sz="3700" b="1" spc="-65" dirty="0">
                <a:solidFill>
                  <a:srgbClr val="333333"/>
                </a:solidFill>
                <a:latin typeface="Arial"/>
                <a:cs typeface="Arial"/>
              </a:rPr>
              <a:t>measures</a:t>
            </a:r>
            <a:r>
              <a:rPr sz="3700" b="1" spc="-70" dirty="0">
                <a:solidFill>
                  <a:srgbClr val="333333"/>
                </a:solidFill>
                <a:latin typeface="Arial"/>
                <a:cs typeface="Arial"/>
              </a:rPr>
              <a:t> </a:t>
            </a:r>
            <a:r>
              <a:rPr sz="3700" b="1" spc="-40" dirty="0">
                <a:solidFill>
                  <a:srgbClr val="333333"/>
                </a:solidFill>
                <a:latin typeface="Arial"/>
                <a:cs typeface="Arial"/>
              </a:rPr>
              <a:t>to</a:t>
            </a:r>
            <a:r>
              <a:rPr sz="3700" b="1" spc="-70" dirty="0">
                <a:solidFill>
                  <a:srgbClr val="333333"/>
                </a:solidFill>
                <a:latin typeface="Arial"/>
                <a:cs typeface="Arial"/>
              </a:rPr>
              <a:t> </a:t>
            </a:r>
            <a:r>
              <a:rPr sz="3700" b="1" spc="-85" dirty="0">
                <a:solidFill>
                  <a:srgbClr val="333333"/>
                </a:solidFill>
                <a:latin typeface="Arial"/>
                <a:cs typeface="Arial"/>
              </a:rPr>
              <a:t>prevent</a:t>
            </a:r>
            <a:r>
              <a:rPr sz="3700" b="1" spc="-75" dirty="0">
                <a:solidFill>
                  <a:srgbClr val="333333"/>
                </a:solidFill>
                <a:latin typeface="Arial"/>
                <a:cs typeface="Arial"/>
              </a:rPr>
              <a:t> </a:t>
            </a:r>
            <a:r>
              <a:rPr sz="3700" b="1" spc="-40" dirty="0">
                <a:solidFill>
                  <a:srgbClr val="333333"/>
                </a:solidFill>
                <a:latin typeface="Arial"/>
                <a:cs typeface="Arial"/>
              </a:rPr>
              <a:t>them</a:t>
            </a:r>
            <a:endParaRPr sz="3700" dirty="0">
              <a:latin typeface="Arial"/>
              <a:cs typeface="Arial"/>
            </a:endParaRPr>
          </a:p>
          <a:p>
            <a:pPr>
              <a:lnSpc>
                <a:spcPct val="100000"/>
              </a:lnSpc>
            </a:pPr>
            <a:endParaRPr sz="4100" dirty="0">
              <a:latin typeface="Arial"/>
              <a:cs typeface="Arial"/>
            </a:endParaRPr>
          </a:p>
          <a:p>
            <a:pPr marL="12700" marR="3957954">
              <a:lnSpc>
                <a:spcPct val="111400"/>
              </a:lnSpc>
              <a:spcBef>
                <a:spcPts val="2505"/>
              </a:spcBef>
            </a:pPr>
            <a:r>
              <a:rPr sz="3700" b="1" spc="-35" dirty="0">
                <a:solidFill>
                  <a:srgbClr val="333333"/>
                </a:solidFill>
                <a:latin typeface="Arial"/>
                <a:cs typeface="Arial"/>
              </a:rPr>
              <a:t>Identify</a:t>
            </a:r>
            <a:r>
              <a:rPr sz="3700" b="1" spc="-85" dirty="0">
                <a:solidFill>
                  <a:srgbClr val="333333"/>
                </a:solidFill>
                <a:latin typeface="Arial"/>
                <a:cs typeface="Arial"/>
              </a:rPr>
              <a:t> </a:t>
            </a:r>
            <a:r>
              <a:rPr sz="3700" b="1" spc="-50" dirty="0">
                <a:solidFill>
                  <a:srgbClr val="333333"/>
                </a:solidFill>
                <a:latin typeface="Arial"/>
                <a:cs typeface="Arial"/>
              </a:rPr>
              <a:t>and</a:t>
            </a:r>
            <a:r>
              <a:rPr sz="3700" b="1" spc="-80" dirty="0">
                <a:solidFill>
                  <a:srgbClr val="333333"/>
                </a:solidFill>
                <a:latin typeface="Arial"/>
                <a:cs typeface="Arial"/>
              </a:rPr>
              <a:t> </a:t>
            </a:r>
            <a:r>
              <a:rPr sz="3700" b="1" spc="-35" dirty="0">
                <a:solidFill>
                  <a:srgbClr val="333333"/>
                </a:solidFill>
                <a:latin typeface="Arial"/>
                <a:cs typeface="Arial"/>
              </a:rPr>
              <a:t>report</a:t>
            </a:r>
            <a:r>
              <a:rPr lang="en-US" altLang="ja-JP" sz="3700" b="1" spc="-35" dirty="0">
                <a:solidFill>
                  <a:srgbClr val="333333"/>
                </a:solidFill>
                <a:latin typeface="Arial"/>
                <a:cs typeface="Arial"/>
              </a:rPr>
              <a:t> to the local authorities the</a:t>
            </a:r>
            <a:r>
              <a:rPr sz="3700" b="1" spc="-80" dirty="0">
                <a:solidFill>
                  <a:srgbClr val="333333"/>
                </a:solidFill>
                <a:latin typeface="Arial"/>
                <a:cs typeface="Arial"/>
              </a:rPr>
              <a:t> </a:t>
            </a:r>
            <a:r>
              <a:rPr sz="3700" b="1" spc="-60" dirty="0">
                <a:solidFill>
                  <a:srgbClr val="333333"/>
                </a:solidFill>
                <a:latin typeface="Arial"/>
                <a:cs typeface="Arial"/>
              </a:rPr>
              <a:t>potential</a:t>
            </a:r>
            <a:r>
              <a:rPr sz="3700" b="1" spc="-80" dirty="0">
                <a:solidFill>
                  <a:srgbClr val="333333"/>
                </a:solidFill>
                <a:latin typeface="Arial"/>
                <a:cs typeface="Arial"/>
              </a:rPr>
              <a:t> </a:t>
            </a:r>
            <a:r>
              <a:rPr sz="3700" b="1" spc="-70" dirty="0">
                <a:solidFill>
                  <a:srgbClr val="333333"/>
                </a:solidFill>
                <a:latin typeface="Arial"/>
                <a:cs typeface="Arial"/>
              </a:rPr>
              <a:t>sources </a:t>
            </a:r>
            <a:r>
              <a:rPr sz="3700" b="1" spc="-1015" dirty="0">
                <a:solidFill>
                  <a:srgbClr val="333333"/>
                </a:solidFill>
                <a:latin typeface="Arial"/>
                <a:cs typeface="Arial"/>
              </a:rPr>
              <a:t> </a:t>
            </a:r>
            <a:r>
              <a:rPr sz="3700" b="1" spc="-45" dirty="0">
                <a:solidFill>
                  <a:srgbClr val="333333"/>
                </a:solidFill>
                <a:latin typeface="Arial"/>
                <a:cs typeface="Arial"/>
              </a:rPr>
              <a:t>of</a:t>
            </a:r>
            <a:r>
              <a:rPr sz="3700" b="1" spc="-80" dirty="0">
                <a:solidFill>
                  <a:srgbClr val="333333"/>
                </a:solidFill>
                <a:latin typeface="Arial"/>
                <a:cs typeface="Arial"/>
              </a:rPr>
              <a:t> </a:t>
            </a:r>
            <a:r>
              <a:rPr sz="3700" b="1" spc="-75" dirty="0">
                <a:solidFill>
                  <a:srgbClr val="333333"/>
                </a:solidFill>
                <a:latin typeface="Arial"/>
                <a:cs typeface="Arial"/>
              </a:rPr>
              <a:t>environmental exposure</a:t>
            </a:r>
            <a:endParaRPr sz="3700" dirty="0">
              <a:latin typeface="Arial"/>
              <a:cs typeface="Arial"/>
            </a:endParaRPr>
          </a:p>
          <a:p>
            <a:pPr>
              <a:lnSpc>
                <a:spcPct val="100000"/>
              </a:lnSpc>
            </a:pPr>
            <a:endParaRPr sz="4100" dirty="0">
              <a:latin typeface="Arial"/>
              <a:cs typeface="Arial"/>
            </a:endParaRPr>
          </a:p>
          <a:p>
            <a:pPr marL="12700" marR="4204335">
              <a:lnSpc>
                <a:spcPct val="111400"/>
              </a:lnSpc>
              <a:spcBef>
                <a:spcPts val="2500"/>
              </a:spcBef>
            </a:pPr>
            <a:r>
              <a:rPr sz="3700" b="1" spc="-30" dirty="0">
                <a:solidFill>
                  <a:srgbClr val="333333"/>
                </a:solidFill>
                <a:latin typeface="Arial"/>
                <a:cs typeface="Arial"/>
              </a:rPr>
              <a:t>Be</a:t>
            </a:r>
            <a:r>
              <a:rPr sz="3700" b="1" spc="-80" dirty="0">
                <a:solidFill>
                  <a:srgbClr val="333333"/>
                </a:solidFill>
                <a:latin typeface="Arial"/>
                <a:cs typeface="Arial"/>
              </a:rPr>
              <a:t> </a:t>
            </a:r>
            <a:r>
              <a:rPr sz="3700" b="1" spc="-35" dirty="0">
                <a:solidFill>
                  <a:srgbClr val="333333"/>
                </a:solidFill>
                <a:latin typeface="Arial"/>
                <a:cs typeface="Arial"/>
              </a:rPr>
              <a:t>on</a:t>
            </a:r>
            <a:r>
              <a:rPr sz="3700" b="1" spc="-75" dirty="0">
                <a:solidFill>
                  <a:srgbClr val="333333"/>
                </a:solidFill>
                <a:latin typeface="Arial"/>
                <a:cs typeface="Arial"/>
              </a:rPr>
              <a:t> </a:t>
            </a:r>
            <a:r>
              <a:rPr sz="3700" b="1" spc="-35" dirty="0">
                <a:solidFill>
                  <a:srgbClr val="333333"/>
                </a:solidFill>
                <a:latin typeface="Arial"/>
                <a:cs typeface="Arial"/>
              </a:rPr>
              <a:t>the</a:t>
            </a:r>
            <a:r>
              <a:rPr sz="3700" b="1" spc="-80" dirty="0">
                <a:solidFill>
                  <a:srgbClr val="333333"/>
                </a:solidFill>
                <a:latin typeface="Arial"/>
                <a:cs typeface="Arial"/>
              </a:rPr>
              <a:t> </a:t>
            </a:r>
            <a:r>
              <a:rPr sz="3700" b="1" spc="-30" dirty="0">
                <a:solidFill>
                  <a:srgbClr val="333333"/>
                </a:solidFill>
                <a:latin typeface="Arial"/>
                <a:cs typeface="Arial"/>
              </a:rPr>
              <a:t>alert</a:t>
            </a:r>
            <a:r>
              <a:rPr sz="3700" b="1" spc="-80" dirty="0">
                <a:solidFill>
                  <a:srgbClr val="333333"/>
                </a:solidFill>
                <a:latin typeface="Arial"/>
                <a:cs typeface="Arial"/>
              </a:rPr>
              <a:t> </a:t>
            </a:r>
            <a:r>
              <a:rPr sz="3700" b="1" spc="-50" dirty="0">
                <a:solidFill>
                  <a:srgbClr val="333333"/>
                </a:solidFill>
                <a:latin typeface="Arial"/>
                <a:cs typeface="Arial"/>
              </a:rPr>
              <a:t>for</a:t>
            </a:r>
            <a:r>
              <a:rPr sz="3700" b="1" spc="-80" dirty="0">
                <a:solidFill>
                  <a:srgbClr val="333333"/>
                </a:solidFill>
                <a:latin typeface="Arial"/>
                <a:cs typeface="Arial"/>
              </a:rPr>
              <a:t> </a:t>
            </a:r>
            <a:r>
              <a:rPr sz="3700" b="1" spc="-50" dirty="0">
                <a:solidFill>
                  <a:srgbClr val="333333"/>
                </a:solidFill>
                <a:latin typeface="Arial"/>
                <a:cs typeface="Arial"/>
              </a:rPr>
              <a:t>cases</a:t>
            </a:r>
            <a:r>
              <a:rPr sz="3700" b="1" spc="-75" dirty="0">
                <a:solidFill>
                  <a:srgbClr val="333333"/>
                </a:solidFill>
                <a:latin typeface="Arial"/>
                <a:cs typeface="Arial"/>
              </a:rPr>
              <a:t> </a:t>
            </a:r>
            <a:r>
              <a:rPr sz="3700" b="1" spc="-45" dirty="0">
                <a:solidFill>
                  <a:srgbClr val="333333"/>
                </a:solidFill>
                <a:latin typeface="Arial"/>
                <a:cs typeface="Arial"/>
              </a:rPr>
              <a:t>of</a:t>
            </a:r>
            <a:r>
              <a:rPr sz="3700" b="1" spc="-80" dirty="0">
                <a:solidFill>
                  <a:srgbClr val="333333"/>
                </a:solidFill>
                <a:latin typeface="Arial"/>
                <a:cs typeface="Arial"/>
              </a:rPr>
              <a:t> </a:t>
            </a:r>
            <a:r>
              <a:rPr sz="3700" b="1" spc="-65" dirty="0">
                <a:solidFill>
                  <a:srgbClr val="333333"/>
                </a:solidFill>
                <a:latin typeface="Arial"/>
                <a:cs typeface="Arial"/>
              </a:rPr>
              <a:t>disease </a:t>
            </a:r>
            <a:r>
              <a:rPr sz="3700" b="1" spc="-1015" dirty="0">
                <a:solidFill>
                  <a:srgbClr val="333333"/>
                </a:solidFill>
                <a:latin typeface="Arial"/>
                <a:cs typeface="Arial"/>
              </a:rPr>
              <a:t> </a:t>
            </a:r>
            <a:r>
              <a:rPr sz="3700" b="1" spc="-75" dirty="0">
                <a:solidFill>
                  <a:srgbClr val="333333"/>
                </a:solidFill>
                <a:latin typeface="Arial"/>
                <a:cs typeface="Arial"/>
              </a:rPr>
              <a:t>linked</a:t>
            </a:r>
            <a:r>
              <a:rPr sz="3700" b="1" spc="-85" dirty="0">
                <a:solidFill>
                  <a:srgbClr val="333333"/>
                </a:solidFill>
                <a:latin typeface="Arial"/>
                <a:cs typeface="Arial"/>
              </a:rPr>
              <a:t> </a:t>
            </a:r>
            <a:r>
              <a:rPr sz="3700" b="1" spc="-40" dirty="0">
                <a:solidFill>
                  <a:srgbClr val="333333"/>
                </a:solidFill>
                <a:latin typeface="Arial"/>
                <a:cs typeface="Arial"/>
              </a:rPr>
              <a:t>to</a:t>
            </a:r>
            <a:r>
              <a:rPr lang="en-US" altLang="ja-JP" sz="3700" b="1" spc="-40" dirty="0">
                <a:solidFill>
                  <a:srgbClr val="333333"/>
                </a:solidFill>
                <a:latin typeface="Arial"/>
                <a:cs typeface="Arial"/>
              </a:rPr>
              <a:t> </a:t>
            </a:r>
            <a:r>
              <a:rPr sz="3700" b="1" spc="-75" dirty="0">
                <a:solidFill>
                  <a:srgbClr val="333333"/>
                </a:solidFill>
                <a:latin typeface="Arial"/>
                <a:cs typeface="Arial"/>
              </a:rPr>
              <a:t>environmental</a:t>
            </a:r>
            <a:r>
              <a:rPr sz="3700" b="1" spc="-85" dirty="0">
                <a:solidFill>
                  <a:srgbClr val="333333"/>
                </a:solidFill>
                <a:latin typeface="Arial"/>
                <a:cs typeface="Arial"/>
              </a:rPr>
              <a:t> </a:t>
            </a:r>
            <a:r>
              <a:rPr sz="3700" b="1" spc="-75" dirty="0">
                <a:solidFill>
                  <a:srgbClr val="333333"/>
                </a:solidFill>
                <a:latin typeface="Arial"/>
                <a:cs typeface="Arial"/>
              </a:rPr>
              <a:t>exposure</a:t>
            </a:r>
            <a:endParaRPr sz="3700" dirty="0">
              <a:latin typeface="Arial"/>
              <a:cs typeface="Arial"/>
            </a:endParaRPr>
          </a:p>
          <a:p>
            <a:pPr>
              <a:lnSpc>
                <a:spcPct val="100000"/>
              </a:lnSpc>
              <a:spcBef>
                <a:spcPts val="25"/>
              </a:spcBef>
            </a:pPr>
            <a:endParaRPr sz="4100" dirty="0">
              <a:latin typeface="Arial"/>
              <a:cs typeface="Arial"/>
            </a:endParaRPr>
          </a:p>
          <a:p>
            <a:pPr marL="12700" marR="21590">
              <a:lnSpc>
                <a:spcPct val="111400"/>
              </a:lnSpc>
            </a:pPr>
            <a:r>
              <a:rPr sz="3700" b="1" spc="-75" dirty="0">
                <a:solidFill>
                  <a:srgbClr val="333333"/>
                </a:solidFill>
                <a:latin typeface="Arial"/>
                <a:cs typeface="Arial"/>
              </a:rPr>
              <a:t>Advocate, </a:t>
            </a:r>
            <a:r>
              <a:rPr sz="3700" b="1" spc="-60" dirty="0">
                <a:solidFill>
                  <a:srgbClr val="333333"/>
                </a:solidFill>
                <a:latin typeface="Arial"/>
                <a:cs typeface="Arial"/>
              </a:rPr>
              <a:t>raise </a:t>
            </a:r>
            <a:r>
              <a:rPr sz="3700" b="1" spc="-50" dirty="0">
                <a:solidFill>
                  <a:srgbClr val="333333"/>
                </a:solidFill>
                <a:latin typeface="Arial"/>
                <a:cs typeface="Arial"/>
              </a:rPr>
              <a:t>health </a:t>
            </a:r>
            <a:r>
              <a:rPr sz="3700" b="1" spc="-60" dirty="0">
                <a:solidFill>
                  <a:srgbClr val="333333"/>
                </a:solidFill>
                <a:latin typeface="Arial"/>
                <a:cs typeface="Arial"/>
              </a:rPr>
              <a:t>concerns, influence decision- </a:t>
            </a:r>
            <a:r>
              <a:rPr sz="3700" b="1" spc="-55" dirty="0">
                <a:solidFill>
                  <a:srgbClr val="333333"/>
                </a:solidFill>
                <a:latin typeface="Arial"/>
                <a:cs typeface="Arial"/>
              </a:rPr>
              <a:t> </a:t>
            </a:r>
            <a:r>
              <a:rPr sz="3700" b="1" spc="-65" dirty="0">
                <a:solidFill>
                  <a:srgbClr val="333333"/>
                </a:solidFill>
                <a:latin typeface="Arial"/>
                <a:cs typeface="Arial"/>
              </a:rPr>
              <a:t>makers </a:t>
            </a:r>
            <a:r>
              <a:rPr sz="3700" b="1" spc="-45" dirty="0">
                <a:solidFill>
                  <a:srgbClr val="333333"/>
                </a:solidFill>
                <a:latin typeface="Arial"/>
                <a:cs typeface="Arial"/>
              </a:rPr>
              <a:t>in </a:t>
            </a:r>
            <a:r>
              <a:rPr sz="3700" b="1" spc="-65" dirty="0">
                <a:solidFill>
                  <a:srgbClr val="333333"/>
                </a:solidFill>
                <a:latin typeface="Arial"/>
                <a:cs typeface="Arial"/>
              </a:rPr>
              <a:t>implementing </a:t>
            </a:r>
            <a:r>
              <a:rPr sz="3700" b="1" spc="-50" dirty="0">
                <a:solidFill>
                  <a:srgbClr val="333333"/>
                </a:solidFill>
                <a:latin typeface="Arial"/>
                <a:cs typeface="Arial"/>
              </a:rPr>
              <a:t>action </a:t>
            </a:r>
            <a:r>
              <a:rPr sz="3700" b="1" spc="-40" dirty="0">
                <a:solidFill>
                  <a:srgbClr val="333333"/>
                </a:solidFill>
                <a:latin typeface="Arial"/>
                <a:cs typeface="Arial"/>
              </a:rPr>
              <a:t>to </a:t>
            </a:r>
            <a:r>
              <a:rPr sz="3700" b="1" spc="-55" dirty="0">
                <a:solidFill>
                  <a:srgbClr val="333333"/>
                </a:solidFill>
                <a:latin typeface="Arial"/>
                <a:cs typeface="Arial"/>
              </a:rPr>
              <a:t>protect </a:t>
            </a:r>
            <a:r>
              <a:rPr sz="3700" b="1" spc="-60" dirty="0">
                <a:solidFill>
                  <a:srgbClr val="333333"/>
                </a:solidFill>
                <a:latin typeface="Arial"/>
                <a:cs typeface="Arial"/>
              </a:rPr>
              <a:t>communities </a:t>
            </a:r>
            <a:r>
              <a:rPr sz="3700" b="1" spc="-1015" dirty="0">
                <a:solidFill>
                  <a:srgbClr val="333333"/>
                </a:solidFill>
                <a:latin typeface="Arial"/>
                <a:cs typeface="Arial"/>
              </a:rPr>
              <a:t> </a:t>
            </a:r>
            <a:r>
              <a:rPr sz="3700" b="1" spc="-55" dirty="0">
                <a:solidFill>
                  <a:srgbClr val="333333"/>
                </a:solidFill>
                <a:latin typeface="Arial"/>
                <a:cs typeface="Arial"/>
              </a:rPr>
              <a:t>from</a:t>
            </a:r>
            <a:r>
              <a:rPr sz="3700" b="1" spc="-80" dirty="0">
                <a:solidFill>
                  <a:srgbClr val="333333"/>
                </a:solidFill>
                <a:latin typeface="Arial"/>
                <a:cs typeface="Arial"/>
              </a:rPr>
              <a:t> </a:t>
            </a:r>
            <a:r>
              <a:rPr sz="3700" b="1" spc="-75" dirty="0">
                <a:solidFill>
                  <a:srgbClr val="333333"/>
                </a:solidFill>
                <a:latin typeface="Arial"/>
                <a:cs typeface="Arial"/>
              </a:rPr>
              <a:t>exposure </a:t>
            </a:r>
            <a:r>
              <a:rPr sz="3700" b="1" spc="-40" dirty="0">
                <a:solidFill>
                  <a:srgbClr val="333333"/>
                </a:solidFill>
                <a:latin typeface="Arial"/>
                <a:cs typeface="Arial"/>
              </a:rPr>
              <a:t>to</a:t>
            </a:r>
            <a:r>
              <a:rPr sz="3700" b="1" spc="-75" dirty="0">
                <a:solidFill>
                  <a:srgbClr val="333333"/>
                </a:solidFill>
                <a:latin typeface="Arial"/>
                <a:cs typeface="Arial"/>
              </a:rPr>
              <a:t> environmental </a:t>
            </a:r>
            <a:r>
              <a:rPr sz="3700" b="1" spc="-70" dirty="0">
                <a:solidFill>
                  <a:srgbClr val="333333"/>
                </a:solidFill>
                <a:latin typeface="Arial"/>
                <a:cs typeface="Arial"/>
              </a:rPr>
              <a:t>pollution</a:t>
            </a:r>
            <a:endParaRPr sz="3700" dirty="0">
              <a:latin typeface="Arial"/>
              <a:cs typeface="Arial"/>
            </a:endParaRPr>
          </a:p>
        </p:txBody>
      </p:sp>
      <p:grpSp>
        <p:nvGrpSpPr>
          <p:cNvPr id="18" name="object 18"/>
          <p:cNvGrpSpPr/>
          <p:nvPr/>
        </p:nvGrpSpPr>
        <p:grpSpPr>
          <a:xfrm>
            <a:off x="942379" y="3581042"/>
            <a:ext cx="1885314" cy="1885314"/>
            <a:chOff x="942379" y="3581042"/>
            <a:chExt cx="1885314" cy="1885314"/>
          </a:xfrm>
        </p:grpSpPr>
        <p:sp>
          <p:nvSpPr>
            <p:cNvPr id="19" name="object 19"/>
            <p:cNvSpPr/>
            <p:nvPr/>
          </p:nvSpPr>
          <p:spPr>
            <a:xfrm>
              <a:off x="942379" y="3581042"/>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20" name="object 20"/>
            <p:cNvSpPr/>
            <p:nvPr/>
          </p:nvSpPr>
          <p:spPr>
            <a:xfrm>
              <a:off x="1486886" y="4125548"/>
              <a:ext cx="796290" cy="796290"/>
            </a:xfrm>
            <a:custGeom>
              <a:avLst/>
              <a:gdLst/>
              <a:ahLst/>
              <a:cxnLst/>
              <a:rect l="l" t="t" r="r" b="b"/>
              <a:pathLst>
                <a:path w="796289" h="796289">
                  <a:moveTo>
                    <a:pt x="341074" y="454673"/>
                  </a:moveTo>
                  <a:lnTo>
                    <a:pt x="311832" y="416378"/>
                  </a:lnTo>
                  <a:lnTo>
                    <a:pt x="294262" y="373261"/>
                  </a:lnTo>
                  <a:lnTo>
                    <a:pt x="288368" y="327741"/>
                  </a:lnTo>
                  <a:lnTo>
                    <a:pt x="294151" y="282235"/>
                  </a:lnTo>
                  <a:lnTo>
                    <a:pt x="311614" y="239163"/>
                  </a:lnTo>
                  <a:lnTo>
                    <a:pt x="340760" y="200942"/>
                  </a:lnTo>
                  <a:lnTo>
                    <a:pt x="489311" y="52392"/>
                  </a:lnTo>
                  <a:lnTo>
                    <a:pt x="527531" y="23246"/>
                  </a:lnTo>
                  <a:lnTo>
                    <a:pt x="570603" y="5782"/>
                  </a:lnTo>
                  <a:lnTo>
                    <a:pt x="616109" y="0"/>
                  </a:lnTo>
                  <a:lnTo>
                    <a:pt x="661629" y="5894"/>
                  </a:lnTo>
                  <a:lnTo>
                    <a:pt x="704746" y="23464"/>
                  </a:lnTo>
                  <a:lnTo>
                    <a:pt x="743041" y="52706"/>
                  </a:lnTo>
                  <a:lnTo>
                    <a:pt x="772283" y="91001"/>
                  </a:lnTo>
                  <a:lnTo>
                    <a:pt x="789853" y="134118"/>
                  </a:lnTo>
                  <a:lnTo>
                    <a:pt x="795748" y="179638"/>
                  </a:lnTo>
                  <a:lnTo>
                    <a:pt x="789965" y="225144"/>
                  </a:lnTo>
                  <a:lnTo>
                    <a:pt x="772501" y="268216"/>
                  </a:lnTo>
                  <a:lnTo>
                    <a:pt x="743355" y="306437"/>
                  </a:lnTo>
                  <a:lnTo>
                    <a:pt x="633945" y="415847"/>
                  </a:lnTo>
                </a:path>
                <a:path w="796289" h="796289">
                  <a:moveTo>
                    <a:pt x="454673" y="341074"/>
                  </a:moveTo>
                  <a:lnTo>
                    <a:pt x="483915" y="379369"/>
                  </a:lnTo>
                  <a:lnTo>
                    <a:pt x="501485" y="422486"/>
                  </a:lnTo>
                  <a:lnTo>
                    <a:pt x="507379" y="468006"/>
                  </a:lnTo>
                  <a:lnTo>
                    <a:pt x="501596" y="513512"/>
                  </a:lnTo>
                  <a:lnTo>
                    <a:pt x="484133" y="556584"/>
                  </a:lnTo>
                  <a:lnTo>
                    <a:pt x="454987" y="594805"/>
                  </a:lnTo>
                  <a:lnTo>
                    <a:pt x="306437" y="743355"/>
                  </a:lnTo>
                  <a:lnTo>
                    <a:pt x="268216" y="772501"/>
                  </a:lnTo>
                  <a:lnTo>
                    <a:pt x="225144" y="789965"/>
                  </a:lnTo>
                  <a:lnTo>
                    <a:pt x="179638" y="795748"/>
                  </a:lnTo>
                  <a:lnTo>
                    <a:pt x="134118" y="789853"/>
                  </a:lnTo>
                  <a:lnTo>
                    <a:pt x="91001" y="772283"/>
                  </a:lnTo>
                  <a:lnTo>
                    <a:pt x="52706" y="743041"/>
                  </a:lnTo>
                  <a:lnTo>
                    <a:pt x="23464" y="704746"/>
                  </a:lnTo>
                  <a:lnTo>
                    <a:pt x="5894" y="661629"/>
                  </a:lnTo>
                  <a:lnTo>
                    <a:pt x="0" y="616109"/>
                  </a:lnTo>
                  <a:lnTo>
                    <a:pt x="5782" y="570603"/>
                  </a:lnTo>
                  <a:lnTo>
                    <a:pt x="23246" y="527531"/>
                  </a:lnTo>
                  <a:lnTo>
                    <a:pt x="52392" y="489311"/>
                  </a:lnTo>
                  <a:lnTo>
                    <a:pt x="169634" y="372068"/>
                  </a:lnTo>
                </a:path>
              </a:pathLst>
            </a:custGeom>
            <a:ln w="94237">
              <a:solidFill>
                <a:srgbClr val="FFFFFF"/>
              </a:solidFill>
            </a:ln>
          </p:spPr>
          <p:txBody>
            <a:bodyPr wrap="square" lIns="0" tIns="0" rIns="0" bIns="0" rtlCol="0"/>
            <a:lstStyle/>
            <a:p>
              <a:endParaRPr/>
            </a:p>
          </p:txBody>
        </p:sp>
      </p:grpSp>
      <p:grpSp>
        <p:nvGrpSpPr>
          <p:cNvPr id="21" name="object 21"/>
          <p:cNvGrpSpPr/>
          <p:nvPr/>
        </p:nvGrpSpPr>
        <p:grpSpPr>
          <a:xfrm>
            <a:off x="942379" y="5753751"/>
            <a:ext cx="1885314" cy="1885314"/>
            <a:chOff x="942379" y="5753751"/>
            <a:chExt cx="1885314" cy="1885314"/>
          </a:xfrm>
        </p:grpSpPr>
        <p:sp>
          <p:nvSpPr>
            <p:cNvPr id="22" name="object 22"/>
            <p:cNvSpPr/>
            <p:nvPr/>
          </p:nvSpPr>
          <p:spPr>
            <a:xfrm>
              <a:off x="942379" y="5753751"/>
              <a:ext cx="1885314" cy="1885314"/>
            </a:xfrm>
            <a:custGeom>
              <a:avLst/>
              <a:gdLst/>
              <a:ahLst/>
              <a:cxnLst/>
              <a:rect l="l" t="t" r="r" b="b"/>
              <a:pathLst>
                <a:path w="1885314" h="1885315">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E9C4E"/>
            </a:solidFill>
          </p:spPr>
          <p:txBody>
            <a:bodyPr wrap="square" lIns="0" tIns="0" rIns="0" bIns="0" rtlCol="0"/>
            <a:lstStyle/>
            <a:p>
              <a:endParaRPr/>
            </a:p>
          </p:txBody>
        </p:sp>
        <p:sp>
          <p:nvSpPr>
            <p:cNvPr id="23" name="object 23"/>
            <p:cNvSpPr/>
            <p:nvPr/>
          </p:nvSpPr>
          <p:spPr>
            <a:xfrm>
              <a:off x="1613017" y="5914940"/>
              <a:ext cx="570230" cy="378460"/>
            </a:xfrm>
            <a:custGeom>
              <a:avLst/>
              <a:gdLst/>
              <a:ahLst/>
              <a:cxnLst/>
              <a:rect l="l" t="t" r="r" b="b"/>
              <a:pathLst>
                <a:path w="570230" h="378460">
                  <a:moveTo>
                    <a:pt x="485890" y="0"/>
                  </a:moveTo>
                  <a:lnTo>
                    <a:pt x="83767" y="0"/>
                  </a:lnTo>
                  <a:lnTo>
                    <a:pt x="51162" y="6583"/>
                  </a:lnTo>
                  <a:lnTo>
                    <a:pt x="24535" y="24535"/>
                  </a:lnTo>
                  <a:lnTo>
                    <a:pt x="6583" y="51162"/>
                  </a:lnTo>
                  <a:lnTo>
                    <a:pt x="0" y="83767"/>
                  </a:lnTo>
                  <a:lnTo>
                    <a:pt x="0" y="294294"/>
                  </a:lnTo>
                  <a:lnTo>
                    <a:pt x="6583" y="326899"/>
                  </a:lnTo>
                  <a:lnTo>
                    <a:pt x="24535" y="353525"/>
                  </a:lnTo>
                  <a:lnTo>
                    <a:pt x="51162" y="371478"/>
                  </a:lnTo>
                  <a:lnTo>
                    <a:pt x="83767" y="378061"/>
                  </a:lnTo>
                  <a:lnTo>
                    <a:pt x="485890" y="378061"/>
                  </a:lnTo>
                  <a:lnTo>
                    <a:pt x="518500" y="371478"/>
                  </a:lnTo>
                  <a:lnTo>
                    <a:pt x="545126" y="353525"/>
                  </a:lnTo>
                  <a:lnTo>
                    <a:pt x="563076" y="326899"/>
                  </a:lnTo>
                  <a:lnTo>
                    <a:pt x="569658" y="294294"/>
                  </a:lnTo>
                  <a:lnTo>
                    <a:pt x="569658" y="83767"/>
                  </a:lnTo>
                  <a:lnTo>
                    <a:pt x="563076" y="51162"/>
                  </a:lnTo>
                  <a:lnTo>
                    <a:pt x="545126" y="24535"/>
                  </a:lnTo>
                  <a:lnTo>
                    <a:pt x="518500" y="6583"/>
                  </a:lnTo>
                  <a:lnTo>
                    <a:pt x="485890" y="0"/>
                  </a:lnTo>
                  <a:close/>
                </a:path>
              </a:pathLst>
            </a:custGeom>
            <a:solidFill>
              <a:srgbClr val="FFFFFF"/>
            </a:solidFill>
          </p:spPr>
          <p:txBody>
            <a:bodyPr wrap="square" lIns="0" tIns="0" rIns="0" bIns="0" rtlCol="0"/>
            <a:lstStyle/>
            <a:p>
              <a:endParaRPr/>
            </a:p>
          </p:txBody>
        </p:sp>
        <p:sp>
          <p:nvSpPr>
            <p:cNvPr id="24" name="object 24"/>
            <p:cNvSpPr/>
            <p:nvPr/>
          </p:nvSpPr>
          <p:spPr>
            <a:xfrm>
              <a:off x="1606473" y="6219710"/>
              <a:ext cx="589915" cy="1204595"/>
            </a:xfrm>
            <a:custGeom>
              <a:avLst/>
              <a:gdLst/>
              <a:ahLst/>
              <a:cxnLst/>
              <a:rect l="l" t="t" r="r" b="b"/>
              <a:pathLst>
                <a:path w="589914" h="1204595">
                  <a:moveTo>
                    <a:pt x="460540" y="343382"/>
                  </a:moveTo>
                  <a:lnTo>
                    <a:pt x="455307" y="300837"/>
                  </a:lnTo>
                  <a:lnTo>
                    <a:pt x="438505" y="259880"/>
                  </a:lnTo>
                  <a:lnTo>
                    <a:pt x="411416" y="224866"/>
                  </a:lnTo>
                  <a:lnTo>
                    <a:pt x="377113" y="198983"/>
                  </a:lnTo>
                  <a:lnTo>
                    <a:pt x="337820" y="182803"/>
                  </a:lnTo>
                  <a:lnTo>
                    <a:pt x="295719" y="176936"/>
                  </a:lnTo>
                  <a:lnTo>
                    <a:pt x="253047" y="181978"/>
                  </a:lnTo>
                  <a:lnTo>
                    <a:pt x="212013" y="198539"/>
                  </a:lnTo>
                  <a:lnTo>
                    <a:pt x="176745" y="225602"/>
                  </a:lnTo>
                  <a:lnTo>
                    <a:pt x="150710" y="260032"/>
                  </a:lnTo>
                  <a:lnTo>
                    <a:pt x="134505" y="299554"/>
                  </a:lnTo>
                  <a:lnTo>
                    <a:pt x="128752" y="341922"/>
                  </a:lnTo>
                  <a:lnTo>
                    <a:pt x="134048" y="384860"/>
                  </a:lnTo>
                  <a:lnTo>
                    <a:pt x="151015" y="426097"/>
                  </a:lnTo>
                  <a:lnTo>
                    <a:pt x="178155" y="461060"/>
                  </a:lnTo>
                  <a:lnTo>
                    <a:pt x="212445" y="486803"/>
                  </a:lnTo>
                  <a:lnTo>
                    <a:pt x="251714" y="502754"/>
                  </a:lnTo>
                  <a:lnTo>
                    <a:pt x="293751" y="508317"/>
                  </a:lnTo>
                  <a:lnTo>
                    <a:pt x="336397" y="502920"/>
                  </a:lnTo>
                  <a:lnTo>
                    <a:pt x="377469" y="486003"/>
                  </a:lnTo>
                  <a:lnTo>
                    <a:pt x="412661" y="458812"/>
                  </a:lnTo>
                  <a:lnTo>
                    <a:pt x="438632" y="424535"/>
                  </a:lnTo>
                  <a:lnTo>
                    <a:pt x="454787" y="385330"/>
                  </a:lnTo>
                  <a:lnTo>
                    <a:pt x="460540" y="343382"/>
                  </a:lnTo>
                  <a:close/>
                </a:path>
                <a:path w="589914" h="1204595">
                  <a:moveTo>
                    <a:pt x="576199" y="0"/>
                  </a:moveTo>
                  <a:lnTo>
                    <a:pt x="387223" y="0"/>
                  </a:lnTo>
                  <a:lnTo>
                    <a:pt x="576199" y="188480"/>
                  </a:lnTo>
                  <a:lnTo>
                    <a:pt x="576199" y="0"/>
                  </a:lnTo>
                  <a:close/>
                </a:path>
                <a:path w="589914" h="1204595">
                  <a:moveTo>
                    <a:pt x="589305" y="738873"/>
                  </a:moveTo>
                  <a:lnTo>
                    <a:pt x="584822" y="694359"/>
                  </a:lnTo>
                  <a:lnTo>
                    <a:pt x="571957" y="652907"/>
                  </a:lnTo>
                  <a:lnTo>
                    <a:pt x="551586" y="615378"/>
                  </a:lnTo>
                  <a:lnTo>
                    <a:pt x="524624" y="582701"/>
                  </a:lnTo>
                  <a:lnTo>
                    <a:pt x="491934" y="555726"/>
                  </a:lnTo>
                  <a:lnTo>
                    <a:pt x="454418" y="535368"/>
                  </a:lnTo>
                  <a:lnTo>
                    <a:pt x="412953" y="522490"/>
                  </a:lnTo>
                  <a:lnTo>
                    <a:pt x="368452" y="518007"/>
                  </a:lnTo>
                  <a:lnTo>
                    <a:pt x="220853" y="518007"/>
                  </a:lnTo>
                  <a:lnTo>
                    <a:pt x="176339" y="522490"/>
                  </a:lnTo>
                  <a:lnTo>
                    <a:pt x="134886" y="535368"/>
                  </a:lnTo>
                  <a:lnTo>
                    <a:pt x="97370" y="555726"/>
                  </a:lnTo>
                  <a:lnTo>
                    <a:pt x="64681" y="582701"/>
                  </a:lnTo>
                  <a:lnTo>
                    <a:pt x="37719" y="615378"/>
                  </a:lnTo>
                  <a:lnTo>
                    <a:pt x="17348" y="652907"/>
                  </a:lnTo>
                  <a:lnTo>
                    <a:pt x="4483" y="694359"/>
                  </a:lnTo>
                  <a:lnTo>
                    <a:pt x="0" y="738873"/>
                  </a:lnTo>
                  <a:lnTo>
                    <a:pt x="0" y="1204150"/>
                  </a:lnTo>
                  <a:lnTo>
                    <a:pt x="589305" y="1204150"/>
                  </a:lnTo>
                  <a:lnTo>
                    <a:pt x="589305" y="738873"/>
                  </a:lnTo>
                  <a:close/>
                </a:path>
              </a:pathLst>
            </a:custGeom>
            <a:solidFill>
              <a:srgbClr val="FFFFFF"/>
            </a:solidFill>
          </p:spPr>
          <p:txBody>
            <a:bodyPr wrap="square" lIns="0" tIns="0" rIns="0" bIns="0" rtlCol="0"/>
            <a:lstStyle/>
            <a:p>
              <a:endParaRPr/>
            </a:p>
          </p:txBody>
        </p:sp>
        <p:pic>
          <p:nvPicPr>
            <p:cNvPr id="25" name="object 25"/>
            <p:cNvPicPr/>
            <p:nvPr/>
          </p:nvPicPr>
          <p:blipFill>
            <a:blip r:embed="rId6" cstate="print"/>
            <a:stretch>
              <a:fillRect/>
            </a:stretch>
          </p:blipFill>
          <p:spPr>
            <a:xfrm>
              <a:off x="1373424" y="6541441"/>
              <a:ext cx="195384" cy="195158"/>
            </a:xfrm>
            <a:prstGeom prst="rect">
              <a:avLst/>
            </a:prstGeom>
          </p:spPr>
        </p:pic>
        <p:sp>
          <p:nvSpPr>
            <p:cNvPr id="26" name="object 26"/>
            <p:cNvSpPr/>
            <p:nvPr/>
          </p:nvSpPr>
          <p:spPr>
            <a:xfrm>
              <a:off x="1297609" y="6740861"/>
              <a:ext cx="347345" cy="461645"/>
            </a:xfrm>
            <a:custGeom>
              <a:avLst/>
              <a:gdLst/>
              <a:ahLst/>
              <a:cxnLst/>
              <a:rect l="l" t="t" r="r" b="b"/>
              <a:pathLst>
                <a:path w="347344" h="461645">
                  <a:moveTo>
                    <a:pt x="216956" y="0"/>
                  </a:moveTo>
                  <a:lnTo>
                    <a:pt x="130048" y="0"/>
                  </a:lnTo>
                  <a:lnTo>
                    <a:pt x="79429" y="10218"/>
                  </a:lnTo>
                  <a:lnTo>
                    <a:pt x="38091" y="38086"/>
                  </a:lnTo>
                  <a:lnTo>
                    <a:pt x="10220" y="79420"/>
                  </a:lnTo>
                  <a:lnTo>
                    <a:pt x="0" y="130037"/>
                  </a:lnTo>
                  <a:lnTo>
                    <a:pt x="0" y="461263"/>
                  </a:lnTo>
                  <a:lnTo>
                    <a:pt x="347005" y="461263"/>
                  </a:lnTo>
                  <a:lnTo>
                    <a:pt x="347005" y="130037"/>
                  </a:lnTo>
                  <a:lnTo>
                    <a:pt x="336784" y="79420"/>
                  </a:lnTo>
                  <a:lnTo>
                    <a:pt x="308913" y="38086"/>
                  </a:lnTo>
                  <a:lnTo>
                    <a:pt x="267575" y="10218"/>
                  </a:lnTo>
                  <a:lnTo>
                    <a:pt x="216956" y="0"/>
                  </a:lnTo>
                  <a:close/>
                </a:path>
              </a:pathLst>
            </a:custGeom>
            <a:solidFill>
              <a:srgbClr val="FFFFFF"/>
            </a:solidFill>
          </p:spPr>
          <p:txBody>
            <a:bodyPr wrap="square" lIns="0" tIns="0" rIns="0" bIns="0" rtlCol="0"/>
            <a:lstStyle/>
            <a:p>
              <a:endParaRPr/>
            </a:p>
          </p:txBody>
        </p:sp>
        <p:pic>
          <p:nvPicPr>
            <p:cNvPr id="27" name="object 27"/>
            <p:cNvPicPr/>
            <p:nvPr/>
          </p:nvPicPr>
          <p:blipFill>
            <a:blip r:embed="rId7" cstate="print"/>
            <a:stretch>
              <a:fillRect/>
            </a:stretch>
          </p:blipFill>
          <p:spPr>
            <a:xfrm>
              <a:off x="2233452" y="6541441"/>
              <a:ext cx="195384" cy="195158"/>
            </a:xfrm>
            <a:prstGeom prst="rect">
              <a:avLst/>
            </a:prstGeom>
          </p:spPr>
        </p:pic>
        <p:sp>
          <p:nvSpPr>
            <p:cNvPr id="28" name="object 28"/>
            <p:cNvSpPr/>
            <p:nvPr/>
          </p:nvSpPr>
          <p:spPr>
            <a:xfrm>
              <a:off x="2157647" y="6740861"/>
              <a:ext cx="347345" cy="461645"/>
            </a:xfrm>
            <a:custGeom>
              <a:avLst/>
              <a:gdLst/>
              <a:ahLst/>
              <a:cxnLst/>
              <a:rect l="l" t="t" r="r" b="b"/>
              <a:pathLst>
                <a:path w="347344" h="461645">
                  <a:moveTo>
                    <a:pt x="216956" y="0"/>
                  </a:moveTo>
                  <a:lnTo>
                    <a:pt x="130048" y="0"/>
                  </a:lnTo>
                  <a:lnTo>
                    <a:pt x="79429" y="10218"/>
                  </a:lnTo>
                  <a:lnTo>
                    <a:pt x="38091" y="38086"/>
                  </a:lnTo>
                  <a:lnTo>
                    <a:pt x="10220" y="79420"/>
                  </a:lnTo>
                  <a:lnTo>
                    <a:pt x="0" y="130037"/>
                  </a:lnTo>
                  <a:lnTo>
                    <a:pt x="0" y="461263"/>
                  </a:lnTo>
                  <a:lnTo>
                    <a:pt x="347005" y="461263"/>
                  </a:lnTo>
                  <a:lnTo>
                    <a:pt x="347005" y="130037"/>
                  </a:lnTo>
                  <a:lnTo>
                    <a:pt x="336784" y="79420"/>
                  </a:lnTo>
                  <a:lnTo>
                    <a:pt x="308913" y="38086"/>
                  </a:lnTo>
                  <a:lnTo>
                    <a:pt x="267575" y="10218"/>
                  </a:lnTo>
                  <a:lnTo>
                    <a:pt x="216956" y="0"/>
                  </a:lnTo>
                  <a:close/>
                </a:path>
              </a:pathLst>
            </a:custGeom>
            <a:solidFill>
              <a:srgbClr val="FFFFFF"/>
            </a:solidFill>
          </p:spPr>
          <p:txBody>
            <a:bodyPr wrap="square" lIns="0" tIns="0" rIns="0" bIns="0" rtlCol="0"/>
            <a:lstStyle/>
            <a:p>
              <a:endParaRPr/>
            </a:p>
          </p:txBody>
        </p:sp>
      </p:grpSp>
      <p:grpSp>
        <p:nvGrpSpPr>
          <p:cNvPr id="29" name="object 29"/>
          <p:cNvGrpSpPr/>
          <p:nvPr/>
        </p:nvGrpSpPr>
        <p:grpSpPr>
          <a:xfrm>
            <a:off x="942379" y="10099168"/>
            <a:ext cx="1885314" cy="1885314"/>
            <a:chOff x="942379" y="10099168"/>
            <a:chExt cx="1885314" cy="1885314"/>
          </a:xfrm>
        </p:grpSpPr>
        <p:sp>
          <p:nvSpPr>
            <p:cNvPr id="30" name="object 30"/>
            <p:cNvSpPr/>
            <p:nvPr/>
          </p:nvSpPr>
          <p:spPr>
            <a:xfrm>
              <a:off x="942379" y="10099168"/>
              <a:ext cx="1885314" cy="1885314"/>
            </a:xfrm>
            <a:custGeom>
              <a:avLst/>
              <a:gdLst/>
              <a:ahLst/>
              <a:cxnLst/>
              <a:rect l="l" t="t" r="r" b="b"/>
              <a:pathLst>
                <a:path w="1885314" h="1885315">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FFD13B"/>
            </a:solidFill>
          </p:spPr>
          <p:txBody>
            <a:bodyPr wrap="square" lIns="0" tIns="0" rIns="0" bIns="0" rtlCol="0"/>
            <a:lstStyle/>
            <a:p>
              <a:endParaRPr/>
            </a:p>
          </p:txBody>
        </p:sp>
        <p:sp>
          <p:nvSpPr>
            <p:cNvPr id="31" name="object 31"/>
            <p:cNvSpPr/>
            <p:nvPr/>
          </p:nvSpPr>
          <p:spPr>
            <a:xfrm>
              <a:off x="1996046" y="10749889"/>
              <a:ext cx="631190" cy="509270"/>
            </a:xfrm>
            <a:custGeom>
              <a:avLst/>
              <a:gdLst/>
              <a:ahLst/>
              <a:cxnLst/>
              <a:rect l="l" t="t" r="r" b="b"/>
              <a:pathLst>
                <a:path w="631189" h="509270">
                  <a:moveTo>
                    <a:pt x="631088" y="228854"/>
                  </a:moveTo>
                  <a:lnTo>
                    <a:pt x="626440" y="182727"/>
                  </a:lnTo>
                  <a:lnTo>
                    <a:pt x="613105" y="139763"/>
                  </a:lnTo>
                  <a:lnTo>
                    <a:pt x="592010" y="100901"/>
                  </a:lnTo>
                  <a:lnTo>
                    <a:pt x="564070" y="67030"/>
                  </a:lnTo>
                  <a:lnTo>
                    <a:pt x="530199" y="39077"/>
                  </a:lnTo>
                  <a:lnTo>
                    <a:pt x="491324" y="17983"/>
                  </a:lnTo>
                  <a:lnTo>
                    <a:pt x="448360" y="4648"/>
                  </a:lnTo>
                  <a:lnTo>
                    <a:pt x="402247" y="0"/>
                  </a:lnTo>
                  <a:lnTo>
                    <a:pt x="356120" y="4648"/>
                  </a:lnTo>
                  <a:lnTo>
                    <a:pt x="313156" y="17983"/>
                  </a:lnTo>
                  <a:lnTo>
                    <a:pt x="274281" y="39077"/>
                  </a:lnTo>
                  <a:lnTo>
                    <a:pt x="240411" y="67030"/>
                  </a:lnTo>
                  <a:lnTo>
                    <a:pt x="228790" y="81114"/>
                  </a:lnTo>
                  <a:lnTo>
                    <a:pt x="217817" y="76466"/>
                  </a:lnTo>
                  <a:lnTo>
                    <a:pt x="172072" y="70319"/>
                  </a:lnTo>
                  <a:lnTo>
                    <a:pt x="126326" y="76466"/>
                  </a:lnTo>
                  <a:lnTo>
                    <a:pt x="85217" y="93814"/>
                  </a:lnTo>
                  <a:lnTo>
                    <a:pt x="50393" y="120726"/>
                  </a:lnTo>
                  <a:lnTo>
                    <a:pt x="23495" y="155549"/>
                  </a:lnTo>
                  <a:lnTo>
                    <a:pt x="6146" y="196659"/>
                  </a:lnTo>
                  <a:lnTo>
                    <a:pt x="0" y="242404"/>
                  </a:lnTo>
                  <a:lnTo>
                    <a:pt x="6146" y="288137"/>
                  </a:lnTo>
                  <a:lnTo>
                    <a:pt x="23495" y="329247"/>
                  </a:lnTo>
                  <a:lnTo>
                    <a:pt x="43573" y="355244"/>
                  </a:lnTo>
                  <a:lnTo>
                    <a:pt x="36614" y="355244"/>
                  </a:lnTo>
                  <a:lnTo>
                    <a:pt x="36614" y="508939"/>
                  </a:lnTo>
                  <a:lnTo>
                    <a:pt x="592531" y="508939"/>
                  </a:lnTo>
                  <a:lnTo>
                    <a:pt x="592531" y="355854"/>
                  </a:lnTo>
                  <a:lnTo>
                    <a:pt x="613105" y="317931"/>
                  </a:lnTo>
                  <a:lnTo>
                    <a:pt x="626440" y="274967"/>
                  </a:lnTo>
                  <a:lnTo>
                    <a:pt x="631088" y="228854"/>
                  </a:lnTo>
                  <a:close/>
                </a:path>
              </a:pathLst>
            </a:custGeom>
            <a:solidFill>
              <a:srgbClr val="FFFFFF"/>
            </a:solidFill>
          </p:spPr>
          <p:txBody>
            <a:bodyPr wrap="square" lIns="0" tIns="0" rIns="0" bIns="0" rtlCol="0"/>
            <a:lstStyle/>
            <a:p>
              <a:endParaRPr/>
            </a:p>
          </p:txBody>
        </p:sp>
        <p:pic>
          <p:nvPicPr>
            <p:cNvPr id="32" name="object 32"/>
            <p:cNvPicPr/>
            <p:nvPr/>
          </p:nvPicPr>
          <p:blipFill>
            <a:blip r:embed="rId8" cstate="print"/>
            <a:stretch>
              <a:fillRect/>
            </a:stretch>
          </p:blipFill>
          <p:spPr>
            <a:xfrm>
              <a:off x="1919663" y="11029299"/>
              <a:ext cx="229521" cy="229521"/>
            </a:xfrm>
            <a:prstGeom prst="rect">
              <a:avLst/>
            </a:prstGeom>
          </p:spPr>
        </p:pic>
        <p:sp>
          <p:nvSpPr>
            <p:cNvPr id="33" name="object 33"/>
            <p:cNvSpPr/>
            <p:nvPr/>
          </p:nvSpPr>
          <p:spPr>
            <a:xfrm>
              <a:off x="2453405" y="10991535"/>
              <a:ext cx="267335" cy="267335"/>
            </a:xfrm>
            <a:custGeom>
              <a:avLst/>
              <a:gdLst/>
              <a:ahLst/>
              <a:cxnLst/>
              <a:rect l="l" t="t" r="r" b="b"/>
              <a:pathLst>
                <a:path w="267335" h="267334">
                  <a:moveTo>
                    <a:pt x="133650" y="0"/>
                  </a:moveTo>
                  <a:lnTo>
                    <a:pt x="91407" y="6812"/>
                  </a:lnTo>
                  <a:lnTo>
                    <a:pt x="54719" y="25784"/>
                  </a:lnTo>
                  <a:lnTo>
                    <a:pt x="25787" y="54713"/>
                  </a:lnTo>
                  <a:lnTo>
                    <a:pt x="6813" y="91398"/>
                  </a:lnTo>
                  <a:lnTo>
                    <a:pt x="0" y="133639"/>
                  </a:lnTo>
                  <a:lnTo>
                    <a:pt x="6813" y="175881"/>
                  </a:lnTo>
                  <a:lnTo>
                    <a:pt x="25787" y="212566"/>
                  </a:lnTo>
                  <a:lnTo>
                    <a:pt x="54719" y="241495"/>
                  </a:lnTo>
                  <a:lnTo>
                    <a:pt x="91407" y="260466"/>
                  </a:lnTo>
                  <a:lnTo>
                    <a:pt x="133650" y="267279"/>
                  </a:lnTo>
                  <a:lnTo>
                    <a:pt x="175891" y="260466"/>
                  </a:lnTo>
                  <a:lnTo>
                    <a:pt x="212577" y="241495"/>
                  </a:lnTo>
                  <a:lnTo>
                    <a:pt x="241506" y="212566"/>
                  </a:lnTo>
                  <a:lnTo>
                    <a:pt x="260477" y="175881"/>
                  </a:lnTo>
                  <a:lnTo>
                    <a:pt x="267290" y="133639"/>
                  </a:lnTo>
                  <a:lnTo>
                    <a:pt x="260477" y="91398"/>
                  </a:lnTo>
                  <a:lnTo>
                    <a:pt x="241506" y="54713"/>
                  </a:lnTo>
                  <a:lnTo>
                    <a:pt x="212577" y="25784"/>
                  </a:lnTo>
                  <a:lnTo>
                    <a:pt x="175891" y="6812"/>
                  </a:lnTo>
                  <a:lnTo>
                    <a:pt x="133650" y="0"/>
                  </a:lnTo>
                  <a:close/>
                </a:path>
              </a:pathLst>
            </a:custGeom>
            <a:solidFill>
              <a:srgbClr val="FFFFFF"/>
            </a:solidFill>
          </p:spPr>
          <p:txBody>
            <a:bodyPr wrap="square" lIns="0" tIns="0" rIns="0" bIns="0" rtlCol="0"/>
            <a:lstStyle/>
            <a:p>
              <a:endParaRPr/>
            </a:p>
          </p:txBody>
        </p:sp>
        <p:sp>
          <p:nvSpPr>
            <p:cNvPr id="34" name="object 34"/>
            <p:cNvSpPr/>
            <p:nvPr/>
          </p:nvSpPr>
          <p:spPr>
            <a:xfrm>
              <a:off x="1730960" y="11122902"/>
              <a:ext cx="64135" cy="99060"/>
            </a:xfrm>
            <a:custGeom>
              <a:avLst/>
              <a:gdLst/>
              <a:ahLst/>
              <a:cxnLst/>
              <a:rect l="l" t="t" r="r" b="b"/>
              <a:pathLst>
                <a:path w="64135" h="99059">
                  <a:moveTo>
                    <a:pt x="63935" y="0"/>
                  </a:moveTo>
                  <a:lnTo>
                    <a:pt x="0" y="98457"/>
                  </a:lnTo>
                </a:path>
              </a:pathLst>
            </a:custGeom>
            <a:ln w="73296">
              <a:solidFill>
                <a:srgbClr val="FFFFFF"/>
              </a:solidFill>
            </a:ln>
          </p:spPr>
          <p:txBody>
            <a:bodyPr wrap="square" lIns="0" tIns="0" rIns="0" bIns="0" rtlCol="0"/>
            <a:lstStyle/>
            <a:p>
              <a:endParaRPr/>
            </a:p>
          </p:txBody>
        </p:sp>
        <p:sp>
          <p:nvSpPr>
            <p:cNvPr id="35" name="object 35"/>
            <p:cNvSpPr/>
            <p:nvPr/>
          </p:nvSpPr>
          <p:spPr>
            <a:xfrm>
              <a:off x="1473656" y="11184826"/>
              <a:ext cx="316865" cy="393700"/>
            </a:xfrm>
            <a:custGeom>
              <a:avLst/>
              <a:gdLst/>
              <a:ahLst/>
              <a:cxnLst/>
              <a:rect l="l" t="t" r="r" b="b"/>
              <a:pathLst>
                <a:path w="316864" h="393700">
                  <a:moveTo>
                    <a:pt x="193326" y="0"/>
                  </a:moveTo>
                  <a:lnTo>
                    <a:pt x="10588" y="281394"/>
                  </a:lnTo>
                  <a:lnTo>
                    <a:pt x="0" y="308311"/>
                  </a:lnTo>
                  <a:lnTo>
                    <a:pt x="616" y="336303"/>
                  </a:lnTo>
                  <a:lnTo>
                    <a:pt x="11727" y="362121"/>
                  </a:lnTo>
                  <a:lnTo>
                    <a:pt x="32619" y="382511"/>
                  </a:lnTo>
                  <a:lnTo>
                    <a:pt x="59748" y="393306"/>
                  </a:lnTo>
                  <a:lnTo>
                    <a:pt x="87854" y="392955"/>
                  </a:lnTo>
                  <a:lnTo>
                    <a:pt x="113677" y="382133"/>
                  </a:lnTo>
                  <a:lnTo>
                    <a:pt x="133956" y="361517"/>
                  </a:lnTo>
                  <a:lnTo>
                    <a:pt x="316694" y="80112"/>
                  </a:lnTo>
                  <a:lnTo>
                    <a:pt x="193326" y="0"/>
                  </a:lnTo>
                  <a:close/>
                </a:path>
              </a:pathLst>
            </a:custGeom>
            <a:solidFill>
              <a:srgbClr val="FFFFFF"/>
            </a:solidFill>
          </p:spPr>
          <p:txBody>
            <a:bodyPr wrap="square" lIns="0" tIns="0" rIns="0" bIns="0" rtlCol="0"/>
            <a:lstStyle/>
            <a:p>
              <a:endParaRPr/>
            </a:p>
          </p:txBody>
        </p:sp>
        <p:sp>
          <p:nvSpPr>
            <p:cNvPr id="36" name="object 36"/>
            <p:cNvSpPr/>
            <p:nvPr/>
          </p:nvSpPr>
          <p:spPr>
            <a:xfrm>
              <a:off x="1473656" y="11184826"/>
              <a:ext cx="316865" cy="393700"/>
            </a:xfrm>
            <a:custGeom>
              <a:avLst/>
              <a:gdLst/>
              <a:ahLst/>
              <a:cxnLst/>
              <a:rect l="l" t="t" r="r" b="b"/>
              <a:pathLst>
                <a:path w="316864" h="393700">
                  <a:moveTo>
                    <a:pt x="32619" y="382511"/>
                  </a:moveTo>
                  <a:lnTo>
                    <a:pt x="11727" y="362121"/>
                  </a:lnTo>
                  <a:lnTo>
                    <a:pt x="616" y="336303"/>
                  </a:lnTo>
                  <a:lnTo>
                    <a:pt x="0" y="308311"/>
                  </a:lnTo>
                  <a:lnTo>
                    <a:pt x="10588" y="281394"/>
                  </a:lnTo>
                  <a:lnTo>
                    <a:pt x="193326" y="0"/>
                  </a:lnTo>
                  <a:lnTo>
                    <a:pt x="316694" y="80112"/>
                  </a:lnTo>
                  <a:lnTo>
                    <a:pt x="133956" y="361517"/>
                  </a:lnTo>
                  <a:lnTo>
                    <a:pt x="113677" y="382133"/>
                  </a:lnTo>
                  <a:lnTo>
                    <a:pt x="87854" y="392955"/>
                  </a:lnTo>
                  <a:lnTo>
                    <a:pt x="59748" y="393306"/>
                  </a:lnTo>
                  <a:lnTo>
                    <a:pt x="32619" y="382511"/>
                  </a:lnTo>
                </a:path>
              </a:pathLst>
            </a:custGeom>
            <a:ln w="31412">
              <a:solidFill>
                <a:srgbClr val="FFFFFF"/>
              </a:solidFill>
            </a:ln>
          </p:spPr>
          <p:txBody>
            <a:bodyPr wrap="square" lIns="0" tIns="0" rIns="0" bIns="0" rtlCol="0"/>
            <a:lstStyle/>
            <a:p>
              <a:endParaRPr/>
            </a:p>
          </p:txBody>
        </p:sp>
        <p:sp>
          <p:nvSpPr>
            <p:cNvPr id="37" name="object 37"/>
            <p:cNvSpPr/>
            <p:nvPr/>
          </p:nvSpPr>
          <p:spPr>
            <a:xfrm>
              <a:off x="1651754" y="10444632"/>
              <a:ext cx="688975" cy="681990"/>
            </a:xfrm>
            <a:custGeom>
              <a:avLst/>
              <a:gdLst/>
              <a:ahLst/>
              <a:cxnLst/>
              <a:rect l="l" t="t" r="r" b="b"/>
              <a:pathLst>
                <a:path w="688975" h="681990">
                  <a:moveTo>
                    <a:pt x="344240" y="681445"/>
                  </a:moveTo>
                  <a:lnTo>
                    <a:pt x="297529" y="678334"/>
                  </a:lnTo>
                  <a:lnTo>
                    <a:pt x="252727" y="669274"/>
                  </a:lnTo>
                  <a:lnTo>
                    <a:pt x="210246" y="654669"/>
                  </a:lnTo>
                  <a:lnTo>
                    <a:pt x="170495" y="634925"/>
                  </a:lnTo>
                  <a:lnTo>
                    <a:pt x="133885" y="610450"/>
                  </a:lnTo>
                  <a:lnTo>
                    <a:pt x="100825" y="581648"/>
                  </a:lnTo>
                  <a:lnTo>
                    <a:pt x="71726" y="548926"/>
                  </a:lnTo>
                  <a:lnTo>
                    <a:pt x="46998" y="512690"/>
                  </a:lnTo>
                  <a:lnTo>
                    <a:pt x="27052" y="473345"/>
                  </a:lnTo>
                  <a:lnTo>
                    <a:pt x="12296" y="431298"/>
                  </a:lnTo>
                  <a:lnTo>
                    <a:pt x="3142" y="386955"/>
                  </a:lnTo>
                  <a:lnTo>
                    <a:pt x="0" y="340722"/>
                  </a:lnTo>
                  <a:lnTo>
                    <a:pt x="3142" y="294489"/>
                  </a:lnTo>
                  <a:lnTo>
                    <a:pt x="12296" y="250146"/>
                  </a:lnTo>
                  <a:lnTo>
                    <a:pt x="27052" y="208099"/>
                  </a:lnTo>
                  <a:lnTo>
                    <a:pt x="46998" y="168754"/>
                  </a:lnTo>
                  <a:lnTo>
                    <a:pt x="71726" y="132518"/>
                  </a:lnTo>
                  <a:lnTo>
                    <a:pt x="100825" y="99796"/>
                  </a:lnTo>
                  <a:lnTo>
                    <a:pt x="133885" y="70994"/>
                  </a:lnTo>
                  <a:lnTo>
                    <a:pt x="170495" y="46519"/>
                  </a:lnTo>
                  <a:lnTo>
                    <a:pt x="210246" y="26776"/>
                  </a:lnTo>
                  <a:lnTo>
                    <a:pt x="252727" y="12171"/>
                  </a:lnTo>
                  <a:lnTo>
                    <a:pt x="297529" y="3110"/>
                  </a:lnTo>
                  <a:lnTo>
                    <a:pt x="344240" y="0"/>
                  </a:lnTo>
                  <a:lnTo>
                    <a:pt x="390952" y="3110"/>
                  </a:lnTo>
                  <a:lnTo>
                    <a:pt x="435754" y="12171"/>
                  </a:lnTo>
                  <a:lnTo>
                    <a:pt x="478236" y="26776"/>
                  </a:lnTo>
                  <a:lnTo>
                    <a:pt x="517988" y="46519"/>
                  </a:lnTo>
                  <a:lnTo>
                    <a:pt x="554600" y="70994"/>
                  </a:lnTo>
                  <a:lnTo>
                    <a:pt x="587661" y="99796"/>
                  </a:lnTo>
                  <a:lnTo>
                    <a:pt x="616761" y="132518"/>
                  </a:lnTo>
                  <a:lnTo>
                    <a:pt x="641490" y="168754"/>
                  </a:lnTo>
                  <a:lnTo>
                    <a:pt x="661438" y="208099"/>
                  </a:lnTo>
                  <a:lnTo>
                    <a:pt x="676194" y="250146"/>
                  </a:lnTo>
                  <a:lnTo>
                    <a:pt x="685349" y="294489"/>
                  </a:lnTo>
                  <a:lnTo>
                    <a:pt x="688492" y="340722"/>
                  </a:lnTo>
                </a:path>
              </a:pathLst>
            </a:custGeom>
            <a:ln w="73296">
              <a:solidFill>
                <a:srgbClr val="FFFFFF"/>
              </a:solidFill>
            </a:ln>
          </p:spPr>
          <p:txBody>
            <a:bodyPr wrap="square" lIns="0" tIns="0" rIns="0" bIns="0" rtlCol="0"/>
            <a:lstStyle/>
            <a:p>
              <a:endParaRPr/>
            </a:p>
          </p:txBody>
        </p:sp>
        <p:sp>
          <p:nvSpPr>
            <p:cNvPr id="38" name="object 38"/>
            <p:cNvSpPr/>
            <p:nvPr/>
          </p:nvSpPr>
          <p:spPr>
            <a:xfrm>
              <a:off x="1997164" y="10786519"/>
              <a:ext cx="343535" cy="339725"/>
            </a:xfrm>
            <a:custGeom>
              <a:avLst/>
              <a:gdLst/>
              <a:ahLst/>
              <a:cxnLst/>
              <a:rect l="l" t="t" r="r" b="b"/>
              <a:pathLst>
                <a:path w="343535" h="339725">
                  <a:moveTo>
                    <a:pt x="343078" y="0"/>
                  </a:moveTo>
                  <a:lnTo>
                    <a:pt x="339946" y="46076"/>
                  </a:lnTo>
                  <a:lnTo>
                    <a:pt x="330823" y="90268"/>
                  </a:lnTo>
                  <a:lnTo>
                    <a:pt x="316116" y="132172"/>
                  </a:lnTo>
                  <a:lnTo>
                    <a:pt x="296236" y="171382"/>
                  </a:lnTo>
                  <a:lnTo>
                    <a:pt x="271591" y="207495"/>
                  </a:lnTo>
                  <a:lnTo>
                    <a:pt x="242590" y="240105"/>
                  </a:lnTo>
                  <a:lnTo>
                    <a:pt x="209642" y="268808"/>
                  </a:lnTo>
                  <a:lnTo>
                    <a:pt x="173155" y="293200"/>
                  </a:lnTo>
                  <a:lnTo>
                    <a:pt x="133538" y="312875"/>
                  </a:lnTo>
                  <a:lnTo>
                    <a:pt x="91201" y="327430"/>
                  </a:lnTo>
                  <a:lnTo>
                    <a:pt x="46552" y="336460"/>
                  </a:lnTo>
                  <a:lnTo>
                    <a:pt x="0" y="339560"/>
                  </a:lnTo>
                </a:path>
              </a:pathLst>
            </a:custGeom>
            <a:ln w="73296">
              <a:solidFill>
                <a:srgbClr val="FFD13B"/>
              </a:solidFill>
            </a:ln>
          </p:spPr>
          <p:txBody>
            <a:bodyPr wrap="square" lIns="0" tIns="0" rIns="0" bIns="0" rtlCol="0"/>
            <a:lstStyle/>
            <a:p>
              <a:endParaRPr/>
            </a:p>
          </p:txBody>
        </p:sp>
        <p:sp>
          <p:nvSpPr>
            <p:cNvPr id="39" name="object 39"/>
            <p:cNvSpPr/>
            <p:nvPr/>
          </p:nvSpPr>
          <p:spPr>
            <a:xfrm>
              <a:off x="1104292" y="10578213"/>
              <a:ext cx="454025" cy="672465"/>
            </a:xfrm>
            <a:custGeom>
              <a:avLst/>
              <a:gdLst/>
              <a:ahLst/>
              <a:cxnLst/>
              <a:rect l="l" t="t" r="r" b="b"/>
              <a:pathLst>
                <a:path w="454025" h="672465">
                  <a:moveTo>
                    <a:pt x="228422" y="0"/>
                  </a:moveTo>
                  <a:lnTo>
                    <a:pt x="200481" y="63024"/>
                  </a:lnTo>
                  <a:lnTo>
                    <a:pt x="180279" y="106848"/>
                  </a:lnTo>
                  <a:lnTo>
                    <a:pt x="151273" y="151976"/>
                  </a:lnTo>
                  <a:lnTo>
                    <a:pt x="117482" y="198266"/>
                  </a:lnTo>
                  <a:lnTo>
                    <a:pt x="89649" y="236125"/>
                  </a:lnTo>
                  <a:lnTo>
                    <a:pt x="62535" y="275730"/>
                  </a:lnTo>
                  <a:lnTo>
                    <a:pt x="38078" y="317181"/>
                  </a:lnTo>
                  <a:lnTo>
                    <a:pt x="18215" y="360578"/>
                  </a:lnTo>
                  <a:lnTo>
                    <a:pt x="4877" y="406020"/>
                  </a:lnTo>
                  <a:lnTo>
                    <a:pt x="0" y="453609"/>
                  </a:lnTo>
                  <a:lnTo>
                    <a:pt x="5442" y="509206"/>
                  </a:lnTo>
                  <a:lnTo>
                    <a:pt x="20683" y="555629"/>
                  </a:lnTo>
                  <a:lnTo>
                    <a:pt x="44090" y="593422"/>
                  </a:lnTo>
                  <a:lnTo>
                    <a:pt x="74031" y="623132"/>
                  </a:lnTo>
                  <a:lnTo>
                    <a:pt x="108876" y="645305"/>
                  </a:lnTo>
                  <a:lnTo>
                    <a:pt x="146993" y="660488"/>
                  </a:lnTo>
                  <a:lnTo>
                    <a:pt x="186750" y="669225"/>
                  </a:lnTo>
                  <a:lnTo>
                    <a:pt x="226516" y="672063"/>
                  </a:lnTo>
                  <a:lnTo>
                    <a:pt x="227134" y="672063"/>
                  </a:lnTo>
                  <a:lnTo>
                    <a:pt x="266899" y="669225"/>
                  </a:lnTo>
                  <a:lnTo>
                    <a:pt x="306655" y="660488"/>
                  </a:lnTo>
                  <a:lnTo>
                    <a:pt x="344771" y="645305"/>
                  </a:lnTo>
                  <a:lnTo>
                    <a:pt x="379614" y="623132"/>
                  </a:lnTo>
                  <a:lnTo>
                    <a:pt x="397900" y="604986"/>
                  </a:lnTo>
                  <a:lnTo>
                    <a:pt x="237060" y="604986"/>
                  </a:lnTo>
                  <a:lnTo>
                    <a:pt x="196650" y="601194"/>
                  </a:lnTo>
                  <a:lnTo>
                    <a:pt x="156965" y="589157"/>
                  </a:lnTo>
                  <a:lnTo>
                    <a:pt x="120959" y="567887"/>
                  </a:lnTo>
                  <a:lnTo>
                    <a:pt x="91585" y="536392"/>
                  </a:lnTo>
                  <a:lnTo>
                    <a:pt x="71795" y="493683"/>
                  </a:lnTo>
                  <a:lnTo>
                    <a:pt x="64542" y="438771"/>
                  </a:lnTo>
                  <a:lnTo>
                    <a:pt x="66141" y="430848"/>
                  </a:lnTo>
                  <a:lnTo>
                    <a:pt x="70501" y="424382"/>
                  </a:lnTo>
                  <a:lnTo>
                    <a:pt x="76968" y="420024"/>
                  </a:lnTo>
                  <a:lnTo>
                    <a:pt x="84887" y="418427"/>
                  </a:lnTo>
                  <a:lnTo>
                    <a:pt x="450087" y="418427"/>
                  </a:lnTo>
                  <a:lnTo>
                    <a:pt x="448824" y="405983"/>
                  </a:lnTo>
                  <a:lnTo>
                    <a:pt x="435662" y="360513"/>
                  </a:lnTo>
                  <a:lnTo>
                    <a:pt x="416068" y="317096"/>
                  </a:lnTo>
                  <a:lnTo>
                    <a:pt x="391958" y="275631"/>
                  </a:lnTo>
                  <a:lnTo>
                    <a:pt x="365242" y="236016"/>
                  </a:lnTo>
                  <a:lnTo>
                    <a:pt x="337833" y="198151"/>
                  </a:lnTo>
                  <a:lnTo>
                    <a:pt x="304582" y="151873"/>
                  </a:lnTo>
                  <a:lnTo>
                    <a:pt x="276114" y="106848"/>
                  </a:lnTo>
                  <a:lnTo>
                    <a:pt x="256242" y="63024"/>
                  </a:lnTo>
                  <a:lnTo>
                    <a:pt x="248767" y="20344"/>
                  </a:lnTo>
                  <a:lnTo>
                    <a:pt x="247168" y="12426"/>
                  </a:lnTo>
                  <a:lnTo>
                    <a:pt x="242808" y="5959"/>
                  </a:lnTo>
                  <a:lnTo>
                    <a:pt x="236341" y="1598"/>
                  </a:lnTo>
                  <a:lnTo>
                    <a:pt x="228422" y="0"/>
                  </a:lnTo>
                  <a:close/>
                </a:path>
                <a:path w="454025" h="672465">
                  <a:moveTo>
                    <a:pt x="450087" y="418427"/>
                  </a:moveTo>
                  <a:lnTo>
                    <a:pt x="84887" y="418427"/>
                  </a:lnTo>
                  <a:lnTo>
                    <a:pt x="92806" y="420024"/>
                  </a:lnTo>
                  <a:lnTo>
                    <a:pt x="99273" y="424382"/>
                  </a:lnTo>
                  <a:lnTo>
                    <a:pt x="103633" y="430848"/>
                  </a:lnTo>
                  <a:lnTo>
                    <a:pt x="105232" y="438771"/>
                  </a:lnTo>
                  <a:lnTo>
                    <a:pt x="115974" y="496554"/>
                  </a:lnTo>
                  <a:lnTo>
                    <a:pt x="142730" y="533275"/>
                  </a:lnTo>
                  <a:lnTo>
                    <a:pt x="177299" y="553657"/>
                  </a:lnTo>
                  <a:lnTo>
                    <a:pt x="211477" y="562424"/>
                  </a:lnTo>
                  <a:lnTo>
                    <a:pt x="237060" y="564296"/>
                  </a:lnTo>
                  <a:lnTo>
                    <a:pt x="244984" y="565895"/>
                  </a:lnTo>
                  <a:lnTo>
                    <a:pt x="251450" y="570256"/>
                  </a:lnTo>
                  <a:lnTo>
                    <a:pt x="255808" y="576723"/>
                  </a:lnTo>
                  <a:lnTo>
                    <a:pt x="257405" y="584641"/>
                  </a:lnTo>
                  <a:lnTo>
                    <a:pt x="255808" y="592560"/>
                  </a:lnTo>
                  <a:lnTo>
                    <a:pt x="251450" y="599027"/>
                  </a:lnTo>
                  <a:lnTo>
                    <a:pt x="244984" y="603387"/>
                  </a:lnTo>
                  <a:lnTo>
                    <a:pt x="237060" y="604986"/>
                  </a:lnTo>
                  <a:lnTo>
                    <a:pt x="397900" y="604986"/>
                  </a:lnTo>
                  <a:lnTo>
                    <a:pt x="409553" y="593422"/>
                  </a:lnTo>
                  <a:lnTo>
                    <a:pt x="432959" y="555629"/>
                  </a:lnTo>
                  <a:lnTo>
                    <a:pt x="448198" y="509206"/>
                  </a:lnTo>
                  <a:lnTo>
                    <a:pt x="453640" y="453609"/>
                  </a:lnTo>
                  <a:lnTo>
                    <a:pt x="450087" y="418427"/>
                  </a:lnTo>
                  <a:close/>
                </a:path>
              </a:pathLst>
            </a:custGeom>
            <a:solidFill>
              <a:srgbClr val="FFFFFF"/>
            </a:solidFill>
          </p:spPr>
          <p:txBody>
            <a:bodyPr wrap="square" lIns="0" tIns="0" rIns="0" bIns="0" rtlCol="0"/>
            <a:lstStyle/>
            <a:p>
              <a:endParaRPr/>
            </a:p>
          </p:txBody>
        </p:sp>
        <p:pic>
          <p:nvPicPr>
            <p:cNvPr id="40" name="object 40"/>
            <p:cNvPicPr/>
            <p:nvPr/>
          </p:nvPicPr>
          <p:blipFill>
            <a:blip r:embed="rId9" cstate="print"/>
            <a:stretch>
              <a:fillRect/>
            </a:stretch>
          </p:blipFill>
          <p:spPr>
            <a:xfrm>
              <a:off x="2186429" y="11363526"/>
              <a:ext cx="80714" cy="81815"/>
            </a:xfrm>
            <a:prstGeom prst="rect">
              <a:avLst/>
            </a:prstGeom>
          </p:spPr>
        </p:pic>
        <p:pic>
          <p:nvPicPr>
            <p:cNvPr id="41" name="object 41"/>
            <p:cNvPicPr/>
            <p:nvPr/>
          </p:nvPicPr>
          <p:blipFill>
            <a:blip r:embed="rId9" cstate="print"/>
            <a:stretch>
              <a:fillRect/>
            </a:stretch>
          </p:blipFill>
          <p:spPr>
            <a:xfrm>
              <a:off x="2018560" y="11523778"/>
              <a:ext cx="80714" cy="81815"/>
            </a:xfrm>
            <a:prstGeom prst="rect">
              <a:avLst/>
            </a:prstGeom>
          </p:spPr>
        </p:pic>
        <p:pic>
          <p:nvPicPr>
            <p:cNvPr id="42" name="object 42"/>
            <p:cNvPicPr/>
            <p:nvPr/>
          </p:nvPicPr>
          <p:blipFill>
            <a:blip r:embed="rId9" cstate="print"/>
            <a:stretch>
              <a:fillRect/>
            </a:stretch>
          </p:blipFill>
          <p:spPr>
            <a:xfrm>
              <a:off x="1871631" y="11363526"/>
              <a:ext cx="80714" cy="81815"/>
            </a:xfrm>
            <a:prstGeom prst="rect">
              <a:avLst/>
            </a:prstGeom>
          </p:spPr>
        </p:pic>
      </p:grpSp>
      <p:grpSp>
        <p:nvGrpSpPr>
          <p:cNvPr id="43" name="object 43"/>
          <p:cNvGrpSpPr/>
          <p:nvPr/>
        </p:nvGrpSpPr>
        <p:grpSpPr>
          <a:xfrm>
            <a:off x="942379" y="7926460"/>
            <a:ext cx="1885314" cy="1885314"/>
            <a:chOff x="942379" y="7926460"/>
            <a:chExt cx="1885314" cy="1885314"/>
          </a:xfrm>
        </p:grpSpPr>
        <p:sp>
          <p:nvSpPr>
            <p:cNvPr id="44" name="object 44"/>
            <p:cNvSpPr/>
            <p:nvPr/>
          </p:nvSpPr>
          <p:spPr>
            <a:xfrm>
              <a:off x="942379" y="7926460"/>
              <a:ext cx="1885314" cy="1885314"/>
            </a:xfrm>
            <a:custGeom>
              <a:avLst/>
              <a:gdLst/>
              <a:ahLst/>
              <a:cxnLst/>
              <a:rect l="l" t="t" r="r" b="b"/>
              <a:pathLst>
                <a:path w="1885314" h="1885315">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79C44F"/>
            </a:solidFill>
          </p:spPr>
          <p:txBody>
            <a:bodyPr wrap="square" lIns="0" tIns="0" rIns="0" bIns="0" rtlCol="0"/>
            <a:lstStyle/>
            <a:p>
              <a:endParaRPr/>
            </a:p>
          </p:txBody>
        </p:sp>
        <p:sp>
          <p:nvSpPr>
            <p:cNvPr id="45" name="object 45"/>
            <p:cNvSpPr/>
            <p:nvPr/>
          </p:nvSpPr>
          <p:spPr>
            <a:xfrm>
              <a:off x="1439746" y="8296218"/>
              <a:ext cx="890269" cy="1145540"/>
            </a:xfrm>
            <a:custGeom>
              <a:avLst/>
              <a:gdLst/>
              <a:ahLst/>
              <a:cxnLst/>
              <a:rect l="l" t="t" r="r" b="b"/>
              <a:pathLst>
                <a:path w="890269" h="1145540">
                  <a:moveTo>
                    <a:pt x="878632" y="0"/>
                  </a:moveTo>
                  <a:lnTo>
                    <a:pt x="0" y="0"/>
                  </a:lnTo>
                  <a:lnTo>
                    <a:pt x="0" y="1145242"/>
                  </a:lnTo>
                  <a:lnTo>
                    <a:pt x="889868" y="1145242"/>
                  </a:lnTo>
                  <a:lnTo>
                    <a:pt x="878632" y="0"/>
                  </a:lnTo>
                  <a:close/>
                </a:path>
              </a:pathLst>
            </a:custGeom>
            <a:solidFill>
              <a:srgbClr val="FFFFFF"/>
            </a:solidFill>
          </p:spPr>
          <p:txBody>
            <a:bodyPr wrap="square" lIns="0" tIns="0" rIns="0" bIns="0" rtlCol="0"/>
            <a:lstStyle/>
            <a:p>
              <a:endParaRPr/>
            </a:p>
          </p:txBody>
        </p:sp>
        <p:sp>
          <p:nvSpPr>
            <p:cNvPr id="46" name="object 46"/>
            <p:cNvSpPr/>
            <p:nvPr/>
          </p:nvSpPr>
          <p:spPr>
            <a:xfrm>
              <a:off x="1439746" y="8296218"/>
              <a:ext cx="890269" cy="1145540"/>
            </a:xfrm>
            <a:custGeom>
              <a:avLst/>
              <a:gdLst/>
              <a:ahLst/>
              <a:cxnLst/>
              <a:rect l="l" t="t" r="r" b="b"/>
              <a:pathLst>
                <a:path w="890269" h="1145540">
                  <a:moveTo>
                    <a:pt x="0" y="0"/>
                  </a:moveTo>
                  <a:lnTo>
                    <a:pt x="0" y="1145242"/>
                  </a:lnTo>
                  <a:lnTo>
                    <a:pt x="889868" y="1145242"/>
                  </a:lnTo>
                  <a:lnTo>
                    <a:pt x="878632" y="0"/>
                  </a:lnTo>
                  <a:lnTo>
                    <a:pt x="0" y="0"/>
                  </a:lnTo>
                  <a:close/>
                </a:path>
              </a:pathLst>
            </a:custGeom>
            <a:ln w="31412">
              <a:solidFill>
                <a:srgbClr val="FFFFFF"/>
              </a:solidFill>
            </a:ln>
          </p:spPr>
          <p:txBody>
            <a:bodyPr wrap="square" lIns="0" tIns="0" rIns="0" bIns="0" rtlCol="0"/>
            <a:lstStyle/>
            <a:p>
              <a:endParaRPr/>
            </a:p>
          </p:txBody>
        </p:sp>
        <p:sp>
          <p:nvSpPr>
            <p:cNvPr id="47" name="object 47"/>
            <p:cNvSpPr/>
            <p:nvPr/>
          </p:nvSpPr>
          <p:spPr>
            <a:xfrm>
              <a:off x="1549323" y="8728760"/>
              <a:ext cx="695325" cy="628015"/>
            </a:xfrm>
            <a:custGeom>
              <a:avLst/>
              <a:gdLst/>
              <a:ahLst/>
              <a:cxnLst/>
              <a:rect l="l" t="t" r="r" b="b"/>
              <a:pathLst>
                <a:path w="695325" h="628015">
                  <a:moveTo>
                    <a:pt x="179311" y="313791"/>
                  </a:moveTo>
                  <a:lnTo>
                    <a:pt x="0" y="313791"/>
                  </a:lnTo>
                  <a:lnTo>
                    <a:pt x="0" y="627557"/>
                  </a:lnTo>
                  <a:lnTo>
                    <a:pt x="179311" y="627557"/>
                  </a:lnTo>
                  <a:lnTo>
                    <a:pt x="179311" y="313791"/>
                  </a:lnTo>
                  <a:close/>
                </a:path>
                <a:path w="695325" h="628015">
                  <a:moveTo>
                    <a:pt x="437045" y="156895"/>
                  </a:moveTo>
                  <a:lnTo>
                    <a:pt x="257746" y="156895"/>
                  </a:lnTo>
                  <a:lnTo>
                    <a:pt x="257746" y="627557"/>
                  </a:lnTo>
                  <a:lnTo>
                    <a:pt x="437045" y="627557"/>
                  </a:lnTo>
                  <a:lnTo>
                    <a:pt x="437045" y="156895"/>
                  </a:lnTo>
                  <a:close/>
                </a:path>
                <a:path w="695325" h="628015">
                  <a:moveTo>
                    <a:pt x="694791" y="0"/>
                  </a:moveTo>
                  <a:lnTo>
                    <a:pt x="515480" y="0"/>
                  </a:lnTo>
                  <a:lnTo>
                    <a:pt x="515480" y="627557"/>
                  </a:lnTo>
                  <a:lnTo>
                    <a:pt x="694791" y="627557"/>
                  </a:lnTo>
                  <a:lnTo>
                    <a:pt x="694791" y="0"/>
                  </a:lnTo>
                  <a:close/>
                </a:path>
              </a:pathLst>
            </a:custGeom>
            <a:solidFill>
              <a:srgbClr val="79C44F"/>
            </a:solidFill>
          </p:spPr>
          <p:txBody>
            <a:bodyPr wrap="square" lIns="0" tIns="0" rIns="0" bIns="0" rtlCol="0"/>
            <a:lstStyle/>
            <a:p>
              <a:endParaRPr/>
            </a:p>
          </p:txBody>
        </p:sp>
        <p:sp>
          <p:nvSpPr>
            <p:cNvPr id="48" name="object 48"/>
            <p:cNvSpPr/>
            <p:nvPr/>
          </p:nvSpPr>
          <p:spPr>
            <a:xfrm>
              <a:off x="1559653" y="8548990"/>
              <a:ext cx="370205" cy="0"/>
            </a:xfrm>
            <a:custGeom>
              <a:avLst/>
              <a:gdLst/>
              <a:ahLst/>
              <a:cxnLst/>
              <a:rect l="l" t="t" r="r" b="b"/>
              <a:pathLst>
                <a:path w="370205">
                  <a:moveTo>
                    <a:pt x="369674" y="0"/>
                  </a:moveTo>
                  <a:lnTo>
                    <a:pt x="0" y="0"/>
                  </a:lnTo>
                </a:path>
              </a:pathLst>
            </a:custGeom>
            <a:ln w="73296">
              <a:solidFill>
                <a:srgbClr val="79C44F"/>
              </a:solidFill>
            </a:ln>
          </p:spPr>
          <p:txBody>
            <a:bodyPr wrap="square" lIns="0" tIns="0" rIns="0" bIns="0" rtlCol="0"/>
            <a:lstStyle/>
            <a:p>
              <a:endParaRPr/>
            </a:p>
          </p:txBody>
        </p:sp>
        <p:sp>
          <p:nvSpPr>
            <p:cNvPr id="49" name="object 49"/>
            <p:cNvSpPr/>
            <p:nvPr/>
          </p:nvSpPr>
          <p:spPr>
            <a:xfrm>
              <a:off x="1559650" y="8699817"/>
              <a:ext cx="222250" cy="0"/>
            </a:xfrm>
            <a:custGeom>
              <a:avLst/>
              <a:gdLst/>
              <a:ahLst/>
              <a:cxnLst/>
              <a:rect l="l" t="t" r="r" b="b"/>
              <a:pathLst>
                <a:path w="222250">
                  <a:moveTo>
                    <a:pt x="221982" y="0"/>
                  </a:moveTo>
                  <a:lnTo>
                    <a:pt x="0" y="0"/>
                  </a:lnTo>
                </a:path>
              </a:pathLst>
            </a:custGeom>
            <a:ln w="73296">
              <a:solidFill>
                <a:srgbClr val="79C44F"/>
              </a:solidFill>
            </a:ln>
          </p:spPr>
          <p:txBody>
            <a:bodyPr wrap="square" lIns="0" tIns="0" rIns="0" bIns="0" rtlCol="0"/>
            <a:lstStyle/>
            <a:p>
              <a:endParaRPr/>
            </a:p>
          </p:txBody>
        </p:sp>
      </p:grpSp>
      <p:sp>
        <p:nvSpPr>
          <p:cNvPr id="50" name="テキスト ボックス 49">
            <a:extLst>
              <a:ext uri="{FF2B5EF4-FFF2-40B4-BE49-F238E27FC236}">
                <a16:creationId xmlns:a16="http://schemas.microsoft.com/office/drawing/2014/main" id="{2895C432-9E25-4196-9193-35E229BFEEA1}"/>
              </a:ext>
            </a:extLst>
          </p:cNvPr>
          <p:cNvSpPr txBox="1"/>
          <p:nvPr/>
        </p:nvSpPr>
        <p:spPr>
          <a:xfrm>
            <a:off x="679450" y="138754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3</a:t>
            </a:r>
            <a:endParaRPr kumimoji="1" lang="ja-JP" altLang="en-US" sz="2800" dirty="0">
              <a:latin typeface="Arial Black" panose="020B0A040201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512792" y="0"/>
            <a:ext cx="15078075" cy="2513330"/>
          </a:xfrm>
          <a:custGeom>
            <a:avLst/>
            <a:gdLst/>
            <a:ahLst/>
            <a:cxnLst/>
            <a:rect l="l" t="t" r="r" b="b"/>
            <a:pathLst>
              <a:path w="15078075" h="2513330">
                <a:moveTo>
                  <a:pt x="0" y="2512792"/>
                </a:moveTo>
                <a:lnTo>
                  <a:pt x="15078074" y="2512792"/>
                </a:lnTo>
                <a:lnTo>
                  <a:pt x="15078074" y="0"/>
                </a:lnTo>
                <a:lnTo>
                  <a:pt x="0" y="0"/>
                </a:lnTo>
                <a:lnTo>
                  <a:pt x="0" y="2512792"/>
                </a:lnTo>
                <a:close/>
              </a:path>
            </a:pathLst>
          </a:custGeom>
          <a:solidFill>
            <a:srgbClr val="FFF5D4"/>
          </a:solidFill>
        </p:spPr>
        <p:txBody>
          <a:bodyPr wrap="square" lIns="0" tIns="0" rIns="0" bIns="0" rtlCol="0"/>
          <a:lstStyle/>
          <a:p>
            <a:endParaRPr/>
          </a:p>
        </p:txBody>
      </p:sp>
      <p:grpSp>
        <p:nvGrpSpPr>
          <p:cNvPr id="3" name="object 3"/>
          <p:cNvGrpSpPr/>
          <p:nvPr/>
        </p:nvGrpSpPr>
        <p:grpSpPr>
          <a:xfrm>
            <a:off x="816729" y="2984202"/>
            <a:ext cx="1885314" cy="1885314"/>
            <a:chOff x="816729" y="2984202"/>
            <a:chExt cx="1885314" cy="1885314"/>
          </a:xfrm>
        </p:grpSpPr>
        <p:sp>
          <p:nvSpPr>
            <p:cNvPr id="4" name="object 4"/>
            <p:cNvSpPr/>
            <p:nvPr/>
          </p:nvSpPr>
          <p:spPr>
            <a:xfrm>
              <a:off x="816729" y="2984202"/>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5" name="object 5"/>
            <p:cNvSpPr/>
            <p:nvPr/>
          </p:nvSpPr>
          <p:spPr>
            <a:xfrm>
              <a:off x="1090307" y="3340950"/>
              <a:ext cx="1318260" cy="742950"/>
            </a:xfrm>
            <a:custGeom>
              <a:avLst/>
              <a:gdLst/>
              <a:ahLst/>
              <a:cxnLst/>
              <a:rect l="l" t="t" r="r" b="b"/>
              <a:pathLst>
                <a:path w="1318260" h="742950">
                  <a:moveTo>
                    <a:pt x="1317866" y="547484"/>
                  </a:moveTo>
                  <a:lnTo>
                    <a:pt x="1312710" y="502793"/>
                  </a:lnTo>
                  <a:lnTo>
                    <a:pt x="1298041" y="461746"/>
                  </a:lnTo>
                  <a:lnTo>
                    <a:pt x="1275029" y="425551"/>
                  </a:lnTo>
                  <a:lnTo>
                    <a:pt x="1244841" y="395363"/>
                  </a:lnTo>
                  <a:lnTo>
                    <a:pt x="1208646" y="372351"/>
                  </a:lnTo>
                  <a:lnTo>
                    <a:pt x="1167599" y="357682"/>
                  </a:lnTo>
                  <a:lnTo>
                    <a:pt x="1122908" y="352526"/>
                  </a:lnTo>
                  <a:lnTo>
                    <a:pt x="1105204" y="354571"/>
                  </a:lnTo>
                  <a:lnTo>
                    <a:pt x="1106728" y="333857"/>
                  </a:lnTo>
                  <a:lnTo>
                    <a:pt x="1103109" y="284518"/>
                  </a:lnTo>
                  <a:lnTo>
                    <a:pt x="1092593" y="237439"/>
                  </a:lnTo>
                  <a:lnTo>
                    <a:pt x="1075702" y="193116"/>
                  </a:lnTo>
                  <a:lnTo>
                    <a:pt x="1052944" y="152069"/>
                  </a:lnTo>
                  <a:lnTo>
                    <a:pt x="1024839" y="114820"/>
                  </a:lnTo>
                  <a:lnTo>
                    <a:pt x="991908" y="81889"/>
                  </a:lnTo>
                  <a:lnTo>
                    <a:pt x="954659" y="53784"/>
                  </a:lnTo>
                  <a:lnTo>
                    <a:pt x="913612" y="31026"/>
                  </a:lnTo>
                  <a:lnTo>
                    <a:pt x="869289" y="14135"/>
                  </a:lnTo>
                  <a:lnTo>
                    <a:pt x="822210" y="3619"/>
                  </a:lnTo>
                  <a:lnTo>
                    <a:pt x="772871" y="0"/>
                  </a:lnTo>
                  <a:lnTo>
                    <a:pt x="723531" y="3619"/>
                  </a:lnTo>
                  <a:lnTo>
                    <a:pt x="676452" y="14135"/>
                  </a:lnTo>
                  <a:lnTo>
                    <a:pt x="632117" y="31026"/>
                  </a:lnTo>
                  <a:lnTo>
                    <a:pt x="591083" y="53784"/>
                  </a:lnTo>
                  <a:lnTo>
                    <a:pt x="553834" y="81889"/>
                  </a:lnTo>
                  <a:lnTo>
                    <a:pt x="520903" y="114820"/>
                  </a:lnTo>
                  <a:lnTo>
                    <a:pt x="519366" y="116852"/>
                  </a:lnTo>
                  <a:lnTo>
                    <a:pt x="482219" y="106641"/>
                  </a:lnTo>
                  <a:lnTo>
                    <a:pt x="437095" y="102603"/>
                  </a:lnTo>
                  <a:lnTo>
                    <a:pt x="391972" y="106641"/>
                  </a:lnTo>
                  <a:lnTo>
                    <a:pt x="349504" y="118313"/>
                  </a:lnTo>
                  <a:lnTo>
                    <a:pt x="310400" y="136867"/>
                  </a:lnTo>
                  <a:lnTo>
                    <a:pt x="275374" y="161632"/>
                  </a:lnTo>
                  <a:lnTo>
                    <a:pt x="245122" y="191897"/>
                  </a:lnTo>
                  <a:lnTo>
                    <a:pt x="220357" y="226923"/>
                  </a:lnTo>
                  <a:lnTo>
                    <a:pt x="201790" y="266026"/>
                  </a:lnTo>
                  <a:lnTo>
                    <a:pt x="190119" y="308495"/>
                  </a:lnTo>
                  <a:lnTo>
                    <a:pt x="186080" y="353618"/>
                  </a:lnTo>
                  <a:lnTo>
                    <a:pt x="190119" y="398741"/>
                  </a:lnTo>
                  <a:lnTo>
                    <a:pt x="193522" y="411149"/>
                  </a:lnTo>
                  <a:lnTo>
                    <a:pt x="167398" y="407631"/>
                  </a:lnTo>
                  <a:lnTo>
                    <a:pt x="122897" y="413613"/>
                  </a:lnTo>
                  <a:lnTo>
                    <a:pt x="82905" y="430479"/>
                  </a:lnTo>
                  <a:lnTo>
                    <a:pt x="49022" y="456666"/>
                  </a:lnTo>
                  <a:lnTo>
                    <a:pt x="22847" y="490537"/>
                  </a:lnTo>
                  <a:lnTo>
                    <a:pt x="5969" y="530529"/>
                  </a:lnTo>
                  <a:lnTo>
                    <a:pt x="0" y="575043"/>
                  </a:lnTo>
                  <a:lnTo>
                    <a:pt x="5969" y="619544"/>
                  </a:lnTo>
                  <a:lnTo>
                    <a:pt x="22847" y="659536"/>
                  </a:lnTo>
                  <a:lnTo>
                    <a:pt x="49022" y="693420"/>
                  </a:lnTo>
                  <a:lnTo>
                    <a:pt x="82905" y="719594"/>
                  </a:lnTo>
                  <a:lnTo>
                    <a:pt x="122897" y="736460"/>
                  </a:lnTo>
                  <a:lnTo>
                    <a:pt x="164934" y="742111"/>
                  </a:lnTo>
                  <a:lnTo>
                    <a:pt x="164820" y="742454"/>
                  </a:lnTo>
                  <a:lnTo>
                    <a:pt x="1102741" y="742454"/>
                  </a:lnTo>
                  <a:lnTo>
                    <a:pt x="1102182" y="740067"/>
                  </a:lnTo>
                  <a:lnTo>
                    <a:pt x="1122908" y="742442"/>
                  </a:lnTo>
                  <a:lnTo>
                    <a:pt x="1167599" y="737298"/>
                  </a:lnTo>
                  <a:lnTo>
                    <a:pt x="1208646" y="722630"/>
                  </a:lnTo>
                  <a:lnTo>
                    <a:pt x="1244841" y="699617"/>
                  </a:lnTo>
                  <a:lnTo>
                    <a:pt x="1275029" y="669429"/>
                  </a:lnTo>
                  <a:lnTo>
                    <a:pt x="1298041" y="633222"/>
                  </a:lnTo>
                  <a:lnTo>
                    <a:pt x="1312710" y="592188"/>
                  </a:lnTo>
                  <a:lnTo>
                    <a:pt x="1317866" y="547484"/>
                  </a:lnTo>
                  <a:close/>
                </a:path>
              </a:pathLst>
            </a:custGeom>
            <a:solidFill>
              <a:srgbClr val="FFF5D4"/>
            </a:solidFill>
          </p:spPr>
          <p:txBody>
            <a:bodyPr wrap="square" lIns="0" tIns="0" rIns="0" bIns="0" rtlCol="0"/>
            <a:lstStyle/>
            <a:p>
              <a:endParaRPr/>
            </a:p>
          </p:txBody>
        </p:sp>
        <p:sp>
          <p:nvSpPr>
            <p:cNvPr id="6" name="object 6"/>
            <p:cNvSpPr/>
            <p:nvPr/>
          </p:nvSpPr>
          <p:spPr>
            <a:xfrm>
              <a:off x="1133386" y="3277399"/>
              <a:ext cx="595630" cy="469900"/>
            </a:xfrm>
            <a:custGeom>
              <a:avLst/>
              <a:gdLst/>
              <a:ahLst/>
              <a:cxnLst/>
              <a:rect l="l" t="t" r="r" b="b"/>
              <a:pathLst>
                <a:path w="595630" h="469900">
                  <a:moveTo>
                    <a:pt x="595490" y="211061"/>
                  </a:moveTo>
                  <a:lnTo>
                    <a:pt x="589915" y="162674"/>
                  </a:lnTo>
                  <a:lnTo>
                    <a:pt x="574040" y="118237"/>
                  </a:lnTo>
                  <a:lnTo>
                    <a:pt x="549122" y="79057"/>
                  </a:lnTo>
                  <a:lnTo>
                    <a:pt x="516432" y="46367"/>
                  </a:lnTo>
                  <a:lnTo>
                    <a:pt x="477240" y="21450"/>
                  </a:lnTo>
                  <a:lnTo>
                    <a:pt x="432816" y="5575"/>
                  </a:lnTo>
                  <a:lnTo>
                    <a:pt x="384416" y="0"/>
                  </a:lnTo>
                  <a:lnTo>
                    <a:pt x="336016" y="5575"/>
                  </a:lnTo>
                  <a:lnTo>
                    <a:pt x="291592" y="21450"/>
                  </a:lnTo>
                  <a:lnTo>
                    <a:pt x="252399" y="46367"/>
                  </a:lnTo>
                  <a:lnTo>
                    <a:pt x="224624" y="74155"/>
                  </a:lnTo>
                  <a:lnTo>
                    <a:pt x="222300" y="72948"/>
                  </a:lnTo>
                  <a:lnTo>
                    <a:pt x="172135" y="64858"/>
                  </a:lnTo>
                  <a:lnTo>
                    <a:pt x="121983" y="72948"/>
                  </a:lnTo>
                  <a:lnTo>
                    <a:pt x="78409" y="95478"/>
                  </a:lnTo>
                  <a:lnTo>
                    <a:pt x="44056" y="129832"/>
                  </a:lnTo>
                  <a:lnTo>
                    <a:pt x="21526" y="173405"/>
                  </a:lnTo>
                  <a:lnTo>
                    <a:pt x="13436" y="223558"/>
                  </a:lnTo>
                  <a:lnTo>
                    <a:pt x="21526" y="273723"/>
                  </a:lnTo>
                  <a:lnTo>
                    <a:pt x="44056" y="317296"/>
                  </a:lnTo>
                  <a:lnTo>
                    <a:pt x="54406" y="327647"/>
                  </a:lnTo>
                  <a:lnTo>
                    <a:pt x="47205" y="327647"/>
                  </a:lnTo>
                  <a:lnTo>
                    <a:pt x="0" y="469392"/>
                  </a:lnTo>
                  <a:lnTo>
                    <a:pt x="592963" y="469392"/>
                  </a:lnTo>
                  <a:lnTo>
                    <a:pt x="559917" y="327647"/>
                  </a:lnTo>
                  <a:lnTo>
                    <a:pt x="558927" y="327647"/>
                  </a:lnTo>
                  <a:lnTo>
                    <a:pt x="574040" y="303885"/>
                  </a:lnTo>
                  <a:lnTo>
                    <a:pt x="589915" y="259461"/>
                  </a:lnTo>
                  <a:lnTo>
                    <a:pt x="595490" y="211061"/>
                  </a:lnTo>
                  <a:close/>
                </a:path>
              </a:pathLst>
            </a:custGeom>
            <a:solidFill>
              <a:srgbClr val="0E9C4E"/>
            </a:solidFill>
          </p:spPr>
          <p:txBody>
            <a:bodyPr wrap="square" lIns="0" tIns="0" rIns="0" bIns="0" rtlCol="0"/>
            <a:lstStyle/>
            <a:p>
              <a:endParaRPr/>
            </a:p>
          </p:txBody>
        </p:sp>
        <p:pic>
          <p:nvPicPr>
            <p:cNvPr id="7" name="object 7"/>
            <p:cNvPicPr/>
            <p:nvPr/>
          </p:nvPicPr>
          <p:blipFill>
            <a:blip r:embed="rId3" cstate="print"/>
            <a:stretch>
              <a:fillRect/>
            </a:stretch>
          </p:blipFill>
          <p:spPr>
            <a:xfrm>
              <a:off x="1029182" y="3535101"/>
              <a:ext cx="211679" cy="211679"/>
            </a:xfrm>
            <a:prstGeom prst="rect">
              <a:avLst/>
            </a:prstGeom>
          </p:spPr>
        </p:pic>
        <p:pic>
          <p:nvPicPr>
            <p:cNvPr id="8" name="object 8"/>
            <p:cNvPicPr/>
            <p:nvPr/>
          </p:nvPicPr>
          <p:blipFill>
            <a:blip r:embed="rId4" cstate="print"/>
            <a:stretch>
              <a:fillRect/>
            </a:stretch>
          </p:blipFill>
          <p:spPr>
            <a:xfrm>
              <a:off x="1615851" y="3500259"/>
              <a:ext cx="246516" cy="246526"/>
            </a:xfrm>
            <a:prstGeom prst="rect">
              <a:avLst/>
            </a:prstGeom>
          </p:spPr>
        </p:pic>
        <p:sp>
          <p:nvSpPr>
            <p:cNvPr id="9" name="object 9"/>
            <p:cNvSpPr/>
            <p:nvPr/>
          </p:nvSpPr>
          <p:spPr>
            <a:xfrm>
              <a:off x="1331264" y="4152950"/>
              <a:ext cx="974725" cy="715010"/>
            </a:xfrm>
            <a:custGeom>
              <a:avLst/>
              <a:gdLst/>
              <a:ahLst/>
              <a:cxnLst/>
              <a:rect l="l" t="t" r="r" b="b"/>
              <a:pathLst>
                <a:path w="974725" h="715010">
                  <a:moveTo>
                    <a:pt x="387362" y="714997"/>
                  </a:moveTo>
                  <a:lnTo>
                    <a:pt x="346532" y="0"/>
                  </a:lnTo>
                  <a:lnTo>
                    <a:pt x="35026" y="0"/>
                  </a:lnTo>
                  <a:lnTo>
                    <a:pt x="0" y="613219"/>
                  </a:lnTo>
                  <a:lnTo>
                    <a:pt x="19278" y="623087"/>
                  </a:lnTo>
                  <a:lnTo>
                    <a:pt x="61023" y="641959"/>
                  </a:lnTo>
                  <a:lnTo>
                    <a:pt x="103809" y="658837"/>
                  </a:lnTo>
                  <a:lnTo>
                    <a:pt x="147599" y="673646"/>
                  </a:lnTo>
                  <a:lnTo>
                    <a:pt x="192316" y="686346"/>
                  </a:lnTo>
                  <a:lnTo>
                    <a:pt x="237909" y="696874"/>
                  </a:lnTo>
                  <a:lnTo>
                    <a:pt x="284327" y="705154"/>
                  </a:lnTo>
                  <a:lnTo>
                    <a:pt x="331482" y="711149"/>
                  </a:lnTo>
                  <a:lnTo>
                    <a:pt x="379336" y="714794"/>
                  </a:lnTo>
                  <a:lnTo>
                    <a:pt x="387362" y="714997"/>
                  </a:lnTo>
                  <a:close/>
                </a:path>
                <a:path w="974725" h="715010">
                  <a:moveTo>
                    <a:pt x="974712" y="540867"/>
                  </a:moveTo>
                  <a:lnTo>
                    <a:pt x="943813" y="0"/>
                  </a:lnTo>
                  <a:lnTo>
                    <a:pt x="632307" y="0"/>
                  </a:lnTo>
                  <a:lnTo>
                    <a:pt x="592239" y="701433"/>
                  </a:lnTo>
                  <a:lnTo>
                    <a:pt x="617753" y="696874"/>
                  </a:lnTo>
                  <a:lnTo>
                    <a:pt x="663346" y="686346"/>
                  </a:lnTo>
                  <a:lnTo>
                    <a:pt x="708075" y="673646"/>
                  </a:lnTo>
                  <a:lnTo>
                    <a:pt x="751852" y="658837"/>
                  </a:lnTo>
                  <a:lnTo>
                    <a:pt x="794651" y="641959"/>
                  </a:lnTo>
                  <a:lnTo>
                    <a:pt x="836396" y="623087"/>
                  </a:lnTo>
                  <a:lnTo>
                    <a:pt x="877023" y="602272"/>
                  </a:lnTo>
                  <a:lnTo>
                    <a:pt x="916495" y="579589"/>
                  </a:lnTo>
                  <a:lnTo>
                    <a:pt x="954722" y="555078"/>
                  </a:lnTo>
                  <a:lnTo>
                    <a:pt x="974712" y="540867"/>
                  </a:lnTo>
                  <a:close/>
                </a:path>
              </a:pathLst>
            </a:custGeom>
            <a:solidFill>
              <a:srgbClr val="FFF5D4"/>
            </a:solidFill>
          </p:spPr>
          <p:txBody>
            <a:bodyPr wrap="square" lIns="0" tIns="0" rIns="0" bIns="0" rtlCol="0"/>
            <a:lstStyle/>
            <a:p>
              <a:endParaRPr/>
            </a:p>
          </p:txBody>
        </p:sp>
        <p:sp>
          <p:nvSpPr>
            <p:cNvPr id="10" name="object 10"/>
            <p:cNvSpPr/>
            <p:nvPr/>
          </p:nvSpPr>
          <p:spPr>
            <a:xfrm>
              <a:off x="1324190" y="4270374"/>
              <a:ext cx="993140" cy="299085"/>
            </a:xfrm>
            <a:custGeom>
              <a:avLst/>
              <a:gdLst/>
              <a:ahLst/>
              <a:cxnLst/>
              <a:rect l="l" t="t" r="r" b="b"/>
              <a:pathLst>
                <a:path w="993139" h="299085">
                  <a:moveTo>
                    <a:pt x="992987" y="178257"/>
                  </a:moveTo>
                  <a:lnTo>
                    <a:pt x="0" y="178257"/>
                  </a:lnTo>
                  <a:lnTo>
                    <a:pt x="0" y="298653"/>
                  </a:lnTo>
                  <a:lnTo>
                    <a:pt x="992987" y="298653"/>
                  </a:lnTo>
                  <a:lnTo>
                    <a:pt x="992987" y="178257"/>
                  </a:lnTo>
                  <a:close/>
                </a:path>
                <a:path w="993139" h="299085">
                  <a:moveTo>
                    <a:pt x="992987" y="0"/>
                  </a:moveTo>
                  <a:lnTo>
                    <a:pt x="0" y="0"/>
                  </a:lnTo>
                  <a:lnTo>
                    <a:pt x="0" y="120396"/>
                  </a:lnTo>
                  <a:lnTo>
                    <a:pt x="992987" y="120396"/>
                  </a:lnTo>
                  <a:lnTo>
                    <a:pt x="992987" y="0"/>
                  </a:lnTo>
                  <a:close/>
                </a:path>
              </a:pathLst>
            </a:custGeom>
            <a:solidFill>
              <a:srgbClr val="00705C"/>
            </a:solidFill>
          </p:spPr>
          <p:txBody>
            <a:bodyPr wrap="square" lIns="0" tIns="0" rIns="0" bIns="0" rtlCol="0"/>
            <a:lstStyle/>
            <a:p>
              <a:endParaRPr/>
            </a:p>
          </p:txBody>
        </p:sp>
      </p:grpSp>
      <p:grpSp>
        <p:nvGrpSpPr>
          <p:cNvPr id="11" name="object 11"/>
          <p:cNvGrpSpPr/>
          <p:nvPr/>
        </p:nvGrpSpPr>
        <p:grpSpPr>
          <a:xfrm>
            <a:off x="15099016" y="0"/>
            <a:ext cx="5005705" cy="2513330"/>
            <a:chOff x="15099016" y="0"/>
            <a:chExt cx="5005705" cy="2513330"/>
          </a:xfrm>
        </p:grpSpPr>
        <p:sp>
          <p:nvSpPr>
            <p:cNvPr id="12" name="object 12"/>
            <p:cNvSpPr/>
            <p:nvPr/>
          </p:nvSpPr>
          <p:spPr>
            <a:xfrm>
              <a:off x="17591306"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FFF5D4"/>
            </a:solidFill>
          </p:spPr>
          <p:txBody>
            <a:bodyPr wrap="square" lIns="0" tIns="0" rIns="0" bIns="0" rtlCol="0"/>
            <a:lstStyle/>
            <a:p>
              <a:endParaRPr/>
            </a:p>
          </p:txBody>
        </p:sp>
        <p:sp>
          <p:nvSpPr>
            <p:cNvPr id="13" name="object 13"/>
            <p:cNvSpPr/>
            <p:nvPr/>
          </p:nvSpPr>
          <p:spPr>
            <a:xfrm>
              <a:off x="17591307" y="0"/>
              <a:ext cx="2513330" cy="2513330"/>
            </a:xfrm>
            <a:custGeom>
              <a:avLst/>
              <a:gdLst/>
              <a:ahLst/>
              <a:cxnLst/>
              <a:rect l="l" t="t" r="r" b="b"/>
              <a:pathLst>
                <a:path w="2513330" h="2513330">
                  <a:moveTo>
                    <a:pt x="2512792" y="0"/>
                  </a:moveTo>
                  <a:lnTo>
                    <a:pt x="0" y="0"/>
                  </a:lnTo>
                  <a:lnTo>
                    <a:pt x="2512792" y="2512792"/>
                  </a:lnTo>
                  <a:lnTo>
                    <a:pt x="2512792" y="0"/>
                  </a:lnTo>
                  <a:close/>
                </a:path>
              </a:pathLst>
            </a:custGeom>
            <a:solidFill>
              <a:srgbClr val="00705C"/>
            </a:solidFill>
          </p:spPr>
          <p:txBody>
            <a:bodyPr wrap="square" lIns="0" tIns="0" rIns="0" bIns="0" rtlCol="0"/>
            <a:lstStyle/>
            <a:p>
              <a:endParaRPr/>
            </a:p>
          </p:txBody>
        </p:sp>
        <p:sp>
          <p:nvSpPr>
            <p:cNvPr id="14" name="object 14"/>
            <p:cNvSpPr/>
            <p:nvPr/>
          </p:nvSpPr>
          <p:spPr>
            <a:xfrm>
              <a:off x="17775858" y="164971"/>
              <a:ext cx="2122805" cy="1995805"/>
            </a:xfrm>
            <a:custGeom>
              <a:avLst/>
              <a:gdLst/>
              <a:ahLst/>
              <a:cxnLst/>
              <a:rect l="l" t="t" r="r" b="b"/>
              <a:pathLst>
                <a:path w="2122805" h="1995805">
                  <a:moveTo>
                    <a:pt x="911009" y="0"/>
                  </a:moveTo>
                  <a:lnTo>
                    <a:pt x="863114" y="3992"/>
                  </a:lnTo>
                  <a:lnTo>
                    <a:pt x="816488" y="12361"/>
                  </a:lnTo>
                  <a:lnTo>
                    <a:pt x="771358" y="24907"/>
                  </a:lnTo>
                  <a:lnTo>
                    <a:pt x="727948" y="41429"/>
                  </a:lnTo>
                  <a:lnTo>
                    <a:pt x="686483" y="61729"/>
                  </a:lnTo>
                  <a:lnTo>
                    <a:pt x="647188" y="85606"/>
                  </a:lnTo>
                  <a:lnTo>
                    <a:pt x="610288" y="112860"/>
                  </a:lnTo>
                  <a:lnTo>
                    <a:pt x="576007" y="143293"/>
                  </a:lnTo>
                  <a:lnTo>
                    <a:pt x="544572" y="176703"/>
                  </a:lnTo>
                  <a:lnTo>
                    <a:pt x="516206" y="212892"/>
                  </a:lnTo>
                  <a:lnTo>
                    <a:pt x="491135" y="251660"/>
                  </a:lnTo>
                  <a:lnTo>
                    <a:pt x="469584" y="292806"/>
                  </a:lnTo>
                  <a:lnTo>
                    <a:pt x="451778" y="336132"/>
                  </a:lnTo>
                  <a:lnTo>
                    <a:pt x="437941" y="381437"/>
                  </a:lnTo>
                  <a:lnTo>
                    <a:pt x="428298" y="428521"/>
                  </a:lnTo>
                  <a:lnTo>
                    <a:pt x="423076" y="477186"/>
                  </a:lnTo>
                  <a:lnTo>
                    <a:pt x="422233" y="515169"/>
                  </a:lnTo>
                  <a:lnTo>
                    <a:pt x="424175" y="552549"/>
                  </a:lnTo>
                  <a:lnTo>
                    <a:pt x="428795" y="589228"/>
                  </a:lnTo>
                  <a:lnTo>
                    <a:pt x="435986" y="625108"/>
                  </a:lnTo>
                  <a:lnTo>
                    <a:pt x="420889" y="621822"/>
                  </a:lnTo>
                  <a:lnTo>
                    <a:pt x="405554" y="619161"/>
                  </a:lnTo>
                  <a:lnTo>
                    <a:pt x="389985" y="617160"/>
                  </a:lnTo>
                  <a:lnTo>
                    <a:pt x="374187" y="615852"/>
                  </a:lnTo>
                  <a:lnTo>
                    <a:pt x="326072" y="616228"/>
                  </a:lnTo>
                  <a:lnTo>
                    <a:pt x="279549" y="622888"/>
                  </a:lnTo>
                  <a:lnTo>
                    <a:pt x="235064" y="635436"/>
                  </a:lnTo>
                  <a:lnTo>
                    <a:pt x="193064" y="653476"/>
                  </a:lnTo>
                  <a:lnTo>
                    <a:pt x="153994" y="676613"/>
                  </a:lnTo>
                  <a:lnTo>
                    <a:pt x="118300" y="704450"/>
                  </a:lnTo>
                  <a:lnTo>
                    <a:pt x="86427" y="736593"/>
                  </a:lnTo>
                  <a:lnTo>
                    <a:pt x="58823" y="772645"/>
                  </a:lnTo>
                  <a:lnTo>
                    <a:pt x="35932" y="812210"/>
                  </a:lnTo>
                  <a:lnTo>
                    <a:pt x="18200" y="854893"/>
                  </a:lnTo>
                  <a:lnTo>
                    <a:pt x="6074" y="900299"/>
                  </a:lnTo>
                  <a:lnTo>
                    <a:pt x="0" y="948030"/>
                  </a:lnTo>
                  <a:lnTo>
                    <a:pt x="788" y="1001122"/>
                  </a:lnTo>
                  <a:lnTo>
                    <a:pt x="9206" y="1052202"/>
                  </a:lnTo>
                  <a:lnTo>
                    <a:pt x="24717" y="1100674"/>
                  </a:lnTo>
                  <a:lnTo>
                    <a:pt x="46786" y="1145935"/>
                  </a:lnTo>
                  <a:lnTo>
                    <a:pt x="74877" y="1187389"/>
                  </a:lnTo>
                  <a:lnTo>
                    <a:pt x="108456" y="1224433"/>
                  </a:lnTo>
                  <a:lnTo>
                    <a:pt x="146985" y="1256470"/>
                  </a:lnTo>
                  <a:lnTo>
                    <a:pt x="189931" y="1282900"/>
                  </a:lnTo>
                  <a:lnTo>
                    <a:pt x="157741" y="1315166"/>
                  </a:lnTo>
                  <a:lnTo>
                    <a:pt x="130870" y="1352210"/>
                  </a:lnTo>
                  <a:lnTo>
                    <a:pt x="110000" y="1393438"/>
                  </a:lnTo>
                  <a:lnTo>
                    <a:pt x="95810" y="1438255"/>
                  </a:lnTo>
                  <a:lnTo>
                    <a:pt x="88981" y="1486066"/>
                  </a:lnTo>
                  <a:lnTo>
                    <a:pt x="89979" y="1533304"/>
                  </a:lnTo>
                  <a:lnTo>
                    <a:pt x="98310" y="1578553"/>
                  </a:lnTo>
                  <a:lnTo>
                    <a:pt x="113412" y="1621182"/>
                  </a:lnTo>
                  <a:lnTo>
                    <a:pt x="134724" y="1660559"/>
                  </a:lnTo>
                  <a:lnTo>
                    <a:pt x="161686" y="1696052"/>
                  </a:lnTo>
                  <a:lnTo>
                    <a:pt x="193735" y="1727028"/>
                  </a:lnTo>
                  <a:lnTo>
                    <a:pt x="230310" y="1752856"/>
                  </a:lnTo>
                  <a:lnTo>
                    <a:pt x="270850" y="1772903"/>
                  </a:lnTo>
                  <a:lnTo>
                    <a:pt x="314794" y="1786536"/>
                  </a:lnTo>
                  <a:lnTo>
                    <a:pt x="361580" y="1793125"/>
                  </a:lnTo>
                  <a:lnTo>
                    <a:pt x="384138" y="1795064"/>
                  </a:lnTo>
                  <a:lnTo>
                    <a:pt x="413041" y="1798509"/>
                  </a:lnTo>
                  <a:lnTo>
                    <a:pt x="487765" y="1809401"/>
                  </a:lnTo>
                  <a:lnTo>
                    <a:pt x="532526" y="1816587"/>
                  </a:lnTo>
                  <a:lnTo>
                    <a:pt x="581512" y="1824762"/>
                  </a:lnTo>
                  <a:lnTo>
                    <a:pt x="690045" y="1843555"/>
                  </a:lnTo>
                  <a:lnTo>
                    <a:pt x="1125135" y="1921380"/>
                  </a:lnTo>
                  <a:lnTo>
                    <a:pt x="1247740" y="1942778"/>
                  </a:lnTo>
                  <a:lnTo>
                    <a:pt x="1306108" y="1952688"/>
                  </a:lnTo>
                  <a:lnTo>
                    <a:pt x="1361814" y="1961901"/>
                  </a:lnTo>
                  <a:lnTo>
                    <a:pt x="1414328" y="1970285"/>
                  </a:lnTo>
                  <a:lnTo>
                    <a:pt x="1463119" y="1977711"/>
                  </a:lnTo>
                  <a:lnTo>
                    <a:pt x="1507658" y="1984050"/>
                  </a:lnTo>
                  <a:lnTo>
                    <a:pt x="1547415" y="1989172"/>
                  </a:lnTo>
                  <a:lnTo>
                    <a:pt x="1610464" y="1995245"/>
                  </a:lnTo>
                  <a:lnTo>
                    <a:pt x="1658915" y="1995117"/>
                  </a:lnTo>
                  <a:lnTo>
                    <a:pt x="1705919" y="1989126"/>
                  </a:lnTo>
                  <a:lnTo>
                    <a:pt x="1751095" y="1977612"/>
                  </a:lnTo>
                  <a:lnTo>
                    <a:pt x="1794059" y="1960914"/>
                  </a:lnTo>
                  <a:lnTo>
                    <a:pt x="1834430" y="1939370"/>
                  </a:lnTo>
                  <a:lnTo>
                    <a:pt x="1871826" y="1913320"/>
                  </a:lnTo>
                  <a:lnTo>
                    <a:pt x="1905864" y="1883103"/>
                  </a:lnTo>
                  <a:lnTo>
                    <a:pt x="1936163" y="1849058"/>
                  </a:lnTo>
                  <a:lnTo>
                    <a:pt x="1962340" y="1811525"/>
                  </a:lnTo>
                  <a:lnTo>
                    <a:pt x="1984014" y="1770842"/>
                  </a:lnTo>
                  <a:lnTo>
                    <a:pt x="2000801" y="1727348"/>
                  </a:lnTo>
                  <a:lnTo>
                    <a:pt x="2012320" y="1681384"/>
                  </a:lnTo>
                  <a:lnTo>
                    <a:pt x="2018189" y="1633287"/>
                  </a:lnTo>
                  <a:lnTo>
                    <a:pt x="2017920" y="1582759"/>
                  </a:lnTo>
                  <a:lnTo>
                    <a:pt x="2011281" y="1533827"/>
                  </a:lnTo>
                  <a:lnTo>
                    <a:pt x="1998659" y="1486925"/>
                  </a:lnTo>
                  <a:lnTo>
                    <a:pt x="1980440" y="1442485"/>
                  </a:lnTo>
                  <a:lnTo>
                    <a:pt x="1957009" y="1400943"/>
                  </a:lnTo>
                  <a:lnTo>
                    <a:pt x="1928752" y="1362730"/>
                  </a:lnTo>
                  <a:lnTo>
                    <a:pt x="1896056" y="1328281"/>
                  </a:lnTo>
                  <a:lnTo>
                    <a:pt x="1859305" y="1298029"/>
                  </a:lnTo>
                  <a:lnTo>
                    <a:pt x="1818887" y="1272408"/>
                  </a:lnTo>
                  <a:lnTo>
                    <a:pt x="1863274" y="1256886"/>
                  </a:lnTo>
                  <a:lnTo>
                    <a:pt x="1905320" y="1236672"/>
                  </a:lnTo>
                  <a:lnTo>
                    <a:pt x="1944686" y="1212064"/>
                  </a:lnTo>
                  <a:lnTo>
                    <a:pt x="1981036" y="1183362"/>
                  </a:lnTo>
                  <a:lnTo>
                    <a:pt x="2014031" y="1150864"/>
                  </a:lnTo>
                  <a:lnTo>
                    <a:pt x="2043332" y="1114870"/>
                  </a:lnTo>
                  <a:lnTo>
                    <a:pt x="2068604" y="1075678"/>
                  </a:lnTo>
                  <a:lnTo>
                    <a:pt x="2089506" y="1033587"/>
                  </a:lnTo>
                  <a:lnTo>
                    <a:pt x="2105703" y="988897"/>
                  </a:lnTo>
                  <a:lnTo>
                    <a:pt x="2116855" y="941905"/>
                  </a:lnTo>
                  <a:lnTo>
                    <a:pt x="2122626" y="892912"/>
                  </a:lnTo>
                  <a:lnTo>
                    <a:pt x="2122714" y="843747"/>
                  </a:lnTo>
                  <a:lnTo>
                    <a:pt x="2117259" y="795919"/>
                  </a:lnTo>
                  <a:lnTo>
                    <a:pt x="2106560" y="749761"/>
                  </a:lnTo>
                  <a:lnTo>
                    <a:pt x="2090912" y="705608"/>
                  </a:lnTo>
                  <a:lnTo>
                    <a:pt x="2070612" y="663794"/>
                  </a:lnTo>
                  <a:lnTo>
                    <a:pt x="2045956" y="624652"/>
                  </a:lnTo>
                  <a:lnTo>
                    <a:pt x="2017240" y="588517"/>
                  </a:lnTo>
                  <a:lnTo>
                    <a:pt x="1984763" y="555722"/>
                  </a:lnTo>
                  <a:lnTo>
                    <a:pt x="1948819" y="526601"/>
                  </a:lnTo>
                  <a:lnTo>
                    <a:pt x="1909705" y="501489"/>
                  </a:lnTo>
                  <a:lnTo>
                    <a:pt x="1867719" y="480720"/>
                  </a:lnTo>
                  <a:lnTo>
                    <a:pt x="1823156" y="464626"/>
                  </a:lnTo>
                  <a:lnTo>
                    <a:pt x="1776313" y="453543"/>
                  </a:lnTo>
                  <a:lnTo>
                    <a:pt x="1727486" y="447805"/>
                  </a:lnTo>
                  <a:lnTo>
                    <a:pt x="1673241" y="448038"/>
                  </a:lnTo>
                  <a:lnTo>
                    <a:pt x="1620674" y="455003"/>
                  </a:lnTo>
                  <a:lnTo>
                    <a:pt x="1570234" y="468298"/>
                  </a:lnTo>
                  <a:lnTo>
                    <a:pt x="1522371" y="487520"/>
                  </a:lnTo>
                  <a:lnTo>
                    <a:pt x="1477532" y="512267"/>
                  </a:lnTo>
                  <a:lnTo>
                    <a:pt x="1436165" y="542137"/>
                  </a:lnTo>
                  <a:lnTo>
                    <a:pt x="1436553" y="537457"/>
                  </a:lnTo>
                  <a:lnTo>
                    <a:pt x="1437136" y="488516"/>
                  </a:lnTo>
                  <a:lnTo>
                    <a:pt x="1433143" y="440620"/>
                  </a:lnTo>
                  <a:lnTo>
                    <a:pt x="1424774" y="393995"/>
                  </a:lnTo>
                  <a:lnTo>
                    <a:pt x="1412229" y="348864"/>
                  </a:lnTo>
                  <a:lnTo>
                    <a:pt x="1395706" y="305453"/>
                  </a:lnTo>
                  <a:lnTo>
                    <a:pt x="1375407" y="263988"/>
                  </a:lnTo>
                  <a:lnTo>
                    <a:pt x="1351530" y="224692"/>
                  </a:lnTo>
                  <a:lnTo>
                    <a:pt x="1324275" y="187791"/>
                  </a:lnTo>
                  <a:lnTo>
                    <a:pt x="1293843" y="153511"/>
                  </a:lnTo>
                  <a:lnTo>
                    <a:pt x="1260432" y="122075"/>
                  </a:lnTo>
                  <a:lnTo>
                    <a:pt x="1224244" y="93709"/>
                  </a:lnTo>
                  <a:lnTo>
                    <a:pt x="1185476" y="68638"/>
                  </a:lnTo>
                  <a:lnTo>
                    <a:pt x="1144329" y="47087"/>
                  </a:lnTo>
                  <a:lnTo>
                    <a:pt x="1101004" y="29281"/>
                  </a:lnTo>
                  <a:lnTo>
                    <a:pt x="1055699" y="15445"/>
                  </a:lnTo>
                  <a:lnTo>
                    <a:pt x="1008614" y="5804"/>
                  </a:lnTo>
                  <a:lnTo>
                    <a:pt x="959949" y="583"/>
                  </a:lnTo>
                  <a:lnTo>
                    <a:pt x="911009" y="0"/>
                  </a:lnTo>
                  <a:close/>
                </a:path>
              </a:pathLst>
            </a:custGeom>
            <a:solidFill>
              <a:srgbClr val="0E9C4E"/>
            </a:solidFill>
          </p:spPr>
          <p:txBody>
            <a:bodyPr wrap="square" lIns="0" tIns="0" rIns="0" bIns="0" rtlCol="0"/>
            <a:lstStyle/>
            <a:p>
              <a:endParaRPr/>
            </a:p>
          </p:txBody>
        </p:sp>
        <p:sp>
          <p:nvSpPr>
            <p:cNvPr id="15" name="object 15"/>
            <p:cNvSpPr/>
            <p:nvPr/>
          </p:nvSpPr>
          <p:spPr>
            <a:xfrm>
              <a:off x="18049382" y="1263228"/>
              <a:ext cx="1622425" cy="1244600"/>
            </a:xfrm>
            <a:custGeom>
              <a:avLst/>
              <a:gdLst/>
              <a:ahLst/>
              <a:cxnLst/>
              <a:rect l="l" t="t" r="r" b="b"/>
              <a:pathLst>
                <a:path w="1622425" h="1244600">
                  <a:moveTo>
                    <a:pt x="712665" y="0"/>
                  </a:moveTo>
                  <a:lnTo>
                    <a:pt x="766180" y="161751"/>
                  </a:lnTo>
                  <a:lnTo>
                    <a:pt x="765170" y="252018"/>
                  </a:lnTo>
                  <a:lnTo>
                    <a:pt x="692670" y="303513"/>
                  </a:lnTo>
                  <a:lnTo>
                    <a:pt x="531718" y="348952"/>
                  </a:lnTo>
                  <a:lnTo>
                    <a:pt x="379304" y="443564"/>
                  </a:lnTo>
                  <a:lnTo>
                    <a:pt x="318067" y="582399"/>
                  </a:lnTo>
                  <a:lnTo>
                    <a:pt x="309537" y="707906"/>
                  </a:lnTo>
                  <a:lnTo>
                    <a:pt x="315243" y="762531"/>
                  </a:lnTo>
                  <a:lnTo>
                    <a:pt x="290858" y="648082"/>
                  </a:lnTo>
                  <a:lnTo>
                    <a:pt x="265563" y="586035"/>
                  </a:lnTo>
                  <a:lnTo>
                    <a:pt x="223911" y="554885"/>
                  </a:lnTo>
                  <a:lnTo>
                    <a:pt x="150452" y="533125"/>
                  </a:lnTo>
                  <a:lnTo>
                    <a:pt x="161811" y="637379"/>
                  </a:lnTo>
                  <a:lnTo>
                    <a:pt x="156509" y="700739"/>
                  </a:lnTo>
                  <a:lnTo>
                    <a:pt x="126368" y="748952"/>
                  </a:lnTo>
                  <a:lnTo>
                    <a:pt x="63208" y="807765"/>
                  </a:lnTo>
                  <a:lnTo>
                    <a:pt x="36898" y="837954"/>
                  </a:lnTo>
                  <a:lnTo>
                    <a:pt x="17738" y="874623"/>
                  </a:lnTo>
                  <a:lnTo>
                    <a:pt x="5512" y="916245"/>
                  </a:lnTo>
                  <a:lnTo>
                    <a:pt x="0" y="961289"/>
                  </a:lnTo>
                  <a:lnTo>
                    <a:pt x="983" y="1008227"/>
                  </a:lnTo>
                  <a:lnTo>
                    <a:pt x="8244" y="1055528"/>
                  </a:lnTo>
                  <a:lnTo>
                    <a:pt x="21563" y="1101665"/>
                  </a:lnTo>
                  <a:lnTo>
                    <a:pt x="40723" y="1145106"/>
                  </a:lnTo>
                  <a:lnTo>
                    <a:pt x="65505" y="1184324"/>
                  </a:lnTo>
                  <a:lnTo>
                    <a:pt x="95690" y="1217789"/>
                  </a:lnTo>
                  <a:lnTo>
                    <a:pt x="131060" y="1243972"/>
                  </a:lnTo>
                  <a:lnTo>
                    <a:pt x="1462276" y="1240737"/>
                  </a:lnTo>
                  <a:lnTo>
                    <a:pt x="1585207" y="1074337"/>
                  </a:lnTo>
                  <a:lnTo>
                    <a:pt x="1621809" y="963673"/>
                  </a:lnTo>
                  <a:lnTo>
                    <a:pt x="1568145" y="859065"/>
                  </a:lnTo>
                  <a:lnTo>
                    <a:pt x="1420277" y="710836"/>
                  </a:lnTo>
                  <a:lnTo>
                    <a:pt x="1433046" y="801359"/>
                  </a:lnTo>
                  <a:lnTo>
                    <a:pt x="1425522" y="853411"/>
                  </a:lnTo>
                  <a:lnTo>
                    <a:pt x="1387101" y="886682"/>
                  </a:lnTo>
                  <a:lnTo>
                    <a:pt x="1307181" y="920862"/>
                  </a:lnTo>
                  <a:lnTo>
                    <a:pt x="1336312" y="737599"/>
                  </a:lnTo>
                  <a:lnTo>
                    <a:pt x="1334243" y="630064"/>
                  </a:lnTo>
                  <a:lnTo>
                    <a:pt x="1290371" y="556455"/>
                  </a:lnTo>
                  <a:lnTo>
                    <a:pt x="1194095" y="474969"/>
                  </a:lnTo>
                  <a:lnTo>
                    <a:pt x="1177029" y="561555"/>
                  </a:lnTo>
                  <a:lnTo>
                    <a:pt x="1154512" y="610274"/>
                  </a:lnTo>
                  <a:lnTo>
                    <a:pt x="1111397" y="638999"/>
                  </a:lnTo>
                  <a:lnTo>
                    <a:pt x="1032540" y="665602"/>
                  </a:lnTo>
                  <a:lnTo>
                    <a:pt x="1100241" y="440740"/>
                  </a:lnTo>
                  <a:lnTo>
                    <a:pt x="1089487" y="296453"/>
                  </a:lnTo>
                  <a:lnTo>
                    <a:pt x="970292" y="170339"/>
                  </a:lnTo>
                  <a:lnTo>
                    <a:pt x="712665" y="0"/>
                  </a:lnTo>
                  <a:close/>
                </a:path>
              </a:pathLst>
            </a:custGeom>
            <a:solidFill>
              <a:srgbClr val="FFD13B"/>
            </a:solidFill>
          </p:spPr>
          <p:txBody>
            <a:bodyPr wrap="square" lIns="0" tIns="0" rIns="0" bIns="0" rtlCol="0"/>
            <a:lstStyle/>
            <a:p>
              <a:endParaRPr/>
            </a:p>
          </p:txBody>
        </p:sp>
        <p:sp>
          <p:nvSpPr>
            <p:cNvPr id="16" name="object 16"/>
            <p:cNvSpPr/>
            <p:nvPr/>
          </p:nvSpPr>
          <p:spPr>
            <a:xfrm>
              <a:off x="18470228" y="1795486"/>
              <a:ext cx="749300" cy="717550"/>
            </a:xfrm>
            <a:custGeom>
              <a:avLst/>
              <a:gdLst/>
              <a:ahLst/>
              <a:cxnLst/>
              <a:rect l="l" t="t" r="r" b="b"/>
              <a:pathLst>
                <a:path w="749300" h="717550">
                  <a:moveTo>
                    <a:pt x="229895" y="0"/>
                  </a:moveTo>
                  <a:lnTo>
                    <a:pt x="226365" y="121569"/>
                  </a:lnTo>
                  <a:lnTo>
                    <a:pt x="213745" y="197096"/>
                  </a:lnTo>
                  <a:lnTo>
                    <a:pt x="181738" y="258082"/>
                  </a:lnTo>
                  <a:lnTo>
                    <a:pt x="120045" y="336031"/>
                  </a:lnTo>
                  <a:lnTo>
                    <a:pt x="89198" y="374538"/>
                  </a:lnTo>
                  <a:lnTo>
                    <a:pt x="61317" y="412599"/>
                  </a:lnTo>
                  <a:lnTo>
                    <a:pt x="37428" y="450349"/>
                  </a:lnTo>
                  <a:lnTo>
                    <a:pt x="18561" y="487924"/>
                  </a:lnTo>
                  <a:lnTo>
                    <a:pt x="5742" y="525460"/>
                  </a:lnTo>
                  <a:lnTo>
                    <a:pt x="0" y="563093"/>
                  </a:lnTo>
                  <a:lnTo>
                    <a:pt x="2360" y="600958"/>
                  </a:lnTo>
                  <a:lnTo>
                    <a:pt x="13852" y="639192"/>
                  </a:lnTo>
                  <a:lnTo>
                    <a:pt x="35503" y="677930"/>
                  </a:lnTo>
                  <a:lnTo>
                    <a:pt x="68340" y="717308"/>
                  </a:lnTo>
                  <a:lnTo>
                    <a:pt x="669327" y="714072"/>
                  </a:lnTo>
                  <a:lnTo>
                    <a:pt x="733798" y="564380"/>
                  </a:lnTo>
                  <a:lnTo>
                    <a:pt x="748894" y="473757"/>
                  </a:lnTo>
                  <a:lnTo>
                    <a:pt x="708858" y="405552"/>
                  </a:lnTo>
                  <a:lnTo>
                    <a:pt x="607936" y="323110"/>
                  </a:lnTo>
                  <a:lnTo>
                    <a:pt x="600008" y="389144"/>
                  </a:lnTo>
                  <a:lnTo>
                    <a:pt x="580874" y="427311"/>
                  </a:lnTo>
                  <a:lnTo>
                    <a:pt x="535691" y="452151"/>
                  </a:lnTo>
                  <a:lnTo>
                    <a:pt x="449616" y="478205"/>
                  </a:lnTo>
                  <a:lnTo>
                    <a:pt x="457085" y="268987"/>
                  </a:lnTo>
                  <a:lnTo>
                    <a:pt x="436687" y="149435"/>
                  </a:lnTo>
                  <a:lnTo>
                    <a:pt x="367824" y="74716"/>
                  </a:lnTo>
                  <a:lnTo>
                    <a:pt x="229895" y="0"/>
                  </a:lnTo>
                  <a:close/>
                </a:path>
              </a:pathLst>
            </a:custGeom>
            <a:solidFill>
              <a:srgbClr val="FFF5D4"/>
            </a:solidFill>
          </p:spPr>
          <p:txBody>
            <a:bodyPr wrap="square" lIns="0" tIns="0" rIns="0" bIns="0" rtlCol="0"/>
            <a:lstStyle/>
            <a:p>
              <a:endParaRPr/>
            </a:p>
          </p:txBody>
        </p:sp>
        <p:pic>
          <p:nvPicPr>
            <p:cNvPr id="17" name="object 17"/>
            <p:cNvPicPr/>
            <p:nvPr/>
          </p:nvPicPr>
          <p:blipFill>
            <a:blip r:embed="rId5" cstate="print"/>
            <a:stretch>
              <a:fillRect/>
            </a:stretch>
          </p:blipFill>
          <p:spPr>
            <a:xfrm>
              <a:off x="18516172" y="1242300"/>
              <a:ext cx="65547" cy="65275"/>
            </a:xfrm>
            <a:prstGeom prst="rect">
              <a:avLst/>
            </a:prstGeom>
          </p:spPr>
        </p:pic>
        <p:pic>
          <p:nvPicPr>
            <p:cNvPr id="18" name="object 18"/>
            <p:cNvPicPr/>
            <p:nvPr/>
          </p:nvPicPr>
          <p:blipFill>
            <a:blip r:embed="rId6" cstate="print"/>
            <a:stretch>
              <a:fillRect/>
            </a:stretch>
          </p:blipFill>
          <p:spPr>
            <a:xfrm>
              <a:off x="18512077" y="769967"/>
              <a:ext cx="65547" cy="65275"/>
            </a:xfrm>
            <a:prstGeom prst="rect">
              <a:avLst/>
            </a:prstGeom>
          </p:spPr>
        </p:pic>
        <p:pic>
          <p:nvPicPr>
            <p:cNvPr id="19" name="object 19"/>
            <p:cNvPicPr/>
            <p:nvPr/>
          </p:nvPicPr>
          <p:blipFill>
            <a:blip r:embed="rId7" cstate="print"/>
            <a:stretch>
              <a:fillRect/>
            </a:stretch>
          </p:blipFill>
          <p:spPr>
            <a:xfrm>
              <a:off x="18804826" y="374409"/>
              <a:ext cx="65547" cy="65275"/>
            </a:xfrm>
            <a:prstGeom prst="rect">
              <a:avLst/>
            </a:prstGeom>
          </p:spPr>
        </p:pic>
        <p:pic>
          <p:nvPicPr>
            <p:cNvPr id="20" name="object 20"/>
            <p:cNvPicPr/>
            <p:nvPr/>
          </p:nvPicPr>
          <p:blipFill>
            <a:blip r:embed="rId5" cstate="print"/>
            <a:stretch>
              <a:fillRect/>
            </a:stretch>
          </p:blipFill>
          <p:spPr>
            <a:xfrm>
              <a:off x="18902839" y="613858"/>
              <a:ext cx="65547" cy="65275"/>
            </a:xfrm>
            <a:prstGeom prst="rect">
              <a:avLst/>
            </a:prstGeom>
          </p:spPr>
        </p:pic>
        <p:pic>
          <p:nvPicPr>
            <p:cNvPr id="21" name="object 21"/>
            <p:cNvPicPr/>
            <p:nvPr/>
          </p:nvPicPr>
          <p:blipFill>
            <a:blip r:embed="rId8" cstate="print"/>
            <a:stretch>
              <a:fillRect/>
            </a:stretch>
          </p:blipFill>
          <p:spPr>
            <a:xfrm>
              <a:off x="18099970" y="1587651"/>
              <a:ext cx="65547" cy="65275"/>
            </a:xfrm>
            <a:prstGeom prst="rect">
              <a:avLst/>
            </a:prstGeom>
          </p:spPr>
        </p:pic>
        <p:pic>
          <p:nvPicPr>
            <p:cNvPr id="22" name="object 22"/>
            <p:cNvPicPr/>
            <p:nvPr/>
          </p:nvPicPr>
          <p:blipFill>
            <a:blip r:embed="rId6" cstate="print"/>
            <a:stretch>
              <a:fillRect/>
            </a:stretch>
          </p:blipFill>
          <p:spPr>
            <a:xfrm>
              <a:off x="18373228" y="1022429"/>
              <a:ext cx="65547" cy="65275"/>
            </a:xfrm>
            <a:prstGeom prst="rect">
              <a:avLst/>
            </a:prstGeom>
          </p:spPr>
        </p:pic>
        <p:pic>
          <p:nvPicPr>
            <p:cNvPr id="23" name="object 23"/>
            <p:cNvPicPr/>
            <p:nvPr/>
          </p:nvPicPr>
          <p:blipFill>
            <a:blip r:embed="rId6" cstate="print"/>
            <a:stretch>
              <a:fillRect/>
            </a:stretch>
          </p:blipFill>
          <p:spPr>
            <a:xfrm>
              <a:off x="19303306" y="1522370"/>
              <a:ext cx="65547" cy="65275"/>
            </a:xfrm>
            <a:prstGeom prst="rect">
              <a:avLst/>
            </a:prstGeom>
          </p:spPr>
        </p:pic>
        <p:pic>
          <p:nvPicPr>
            <p:cNvPr id="24" name="object 24"/>
            <p:cNvPicPr/>
            <p:nvPr/>
          </p:nvPicPr>
          <p:blipFill>
            <a:blip r:embed="rId9" cstate="print"/>
            <a:stretch>
              <a:fillRect/>
            </a:stretch>
          </p:blipFill>
          <p:spPr>
            <a:xfrm>
              <a:off x="19736709" y="978154"/>
              <a:ext cx="65547" cy="65275"/>
            </a:xfrm>
            <a:prstGeom prst="rect">
              <a:avLst/>
            </a:prstGeom>
          </p:spPr>
        </p:pic>
        <p:pic>
          <p:nvPicPr>
            <p:cNvPr id="25" name="object 25"/>
            <p:cNvPicPr/>
            <p:nvPr/>
          </p:nvPicPr>
          <p:blipFill>
            <a:blip r:embed="rId8" cstate="print"/>
            <a:stretch>
              <a:fillRect/>
            </a:stretch>
          </p:blipFill>
          <p:spPr>
            <a:xfrm>
              <a:off x="18047616" y="1061857"/>
              <a:ext cx="65547" cy="65275"/>
            </a:xfrm>
            <a:prstGeom prst="rect">
              <a:avLst/>
            </a:prstGeom>
          </p:spPr>
        </p:pic>
        <p:pic>
          <p:nvPicPr>
            <p:cNvPr id="26" name="object 26"/>
            <p:cNvPicPr/>
            <p:nvPr/>
          </p:nvPicPr>
          <p:blipFill>
            <a:blip r:embed="rId5" cstate="print"/>
            <a:stretch>
              <a:fillRect/>
            </a:stretch>
          </p:blipFill>
          <p:spPr>
            <a:xfrm>
              <a:off x="19560068" y="1711390"/>
              <a:ext cx="65547" cy="65275"/>
            </a:xfrm>
            <a:prstGeom prst="rect">
              <a:avLst/>
            </a:prstGeom>
          </p:spPr>
        </p:pic>
        <p:pic>
          <p:nvPicPr>
            <p:cNvPr id="27" name="object 27"/>
            <p:cNvPicPr/>
            <p:nvPr/>
          </p:nvPicPr>
          <p:blipFill>
            <a:blip r:embed="rId10" cstate="print"/>
            <a:stretch>
              <a:fillRect/>
            </a:stretch>
          </p:blipFill>
          <p:spPr>
            <a:xfrm>
              <a:off x="19527292" y="1127138"/>
              <a:ext cx="65547" cy="65275"/>
            </a:xfrm>
            <a:prstGeom prst="rect">
              <a:avLst/>
            </a:prstGeom>
          </p:spPr>
        </p:pic>
        <p:pic>
          <p:nvPicPr>
            <p:cNvPr id="28" name="object 28"/>
            <p:cNvPicPr/>
            <p:nvPr/>
          </p:nvPicPr>
          <p:blipFill>
            <a:blip r:embed="rId10" cstate="print"/>
            <a:stretch>
              <a:fillRect/>
            </a:stretch>
          </p:blipFill>
          <p:spPr>
            <a:xfrm>
              <a:off x="19213166" y="917720"/>
              <a:ext cx="65547" cy="65275"/>
            </a:xfrm>
            <a:prstGeom prst="rect">
              <a:avLst/>
            </a:prstGeom>
          </p:spPr>
        </p:pic>
        <p:sp>
          <p:nvSpPr>
            <p:cNvPr id="29" name="object 29"/>
            <p:cNvSpPr/>
            <p:nvPr/>
          </p:nvSpPr>
          <p:spPr>
            <a:xfrm>
              <a:off x="19138263" y="1243527"/>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0" name="object 30"/>
            <p:cNvSpPr/>
            <p:nvPr/>
          </p:nvSpPr>
          <p:spPr>
            <a:xfrm>
              <a:off x="19138265" y="1243527"/>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1" name="object 31"/>
            <p:cNvSpPr/>
            <p:nvPr/>
          </p:nvSpPr>
          <p:spPr>
            <a:xfrm>
              <a:off x="18487367" y="424269"/>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2" name="object 32"/>
            <p:cNvSpPr/>
            <p:nvPr/>
          </p:nvSpPr>
          <p:spPr>
            <a:xfrm>
              <a:off x="18487367" y="424272"/>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3" name="object 33"/>
            <p:cNvSpPr/>
            <p:nvPr/>
          </p:nvSpPr>
          <p:spPr>
            <a:xfrm>
              <a:off x="18153689" y="1350910"/>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4" name="object 34"/>
            <p:cNvSpPr/>
            <p:nvPr/>
          </p:nvSpPr>
          <p:spPr>
            <a:xfrm>
              <a:off x="18153689" y="1350910"/>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5" name="object 35"/>
            <p:cNvSpPr/>
            <p:nvPr/>
          </p:nvSpPr>
          <p:spPr>
            <a:xfrm>
              <a:off x="18768162" y="936252"/>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6" name="object 36"/>
            <p:cNvSpPr/>
            <p:nvPr/>
          </p:nvSpPr>
          <p:spPr>
            <a:xfrm>
              <a:off x="18768164" y="936252"/>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7" name="object 37"/>
            <p:cNvSpPr/>
            <p:nvPr/>
          </p:nvSpPr>
          <p:spPr>
            <a:xfrm>
              <a:off x="19481518" y="769945"/>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8" name="object 38"/>
            <p:cNvSpPr/>
            <p:nvPr/>
          </p:nvSpPr>
          <p:spPr>
            <a:xfrm>
              <a:off x="19481518" y="769947"/>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9" name="object 39"/>
            <p:cNvSpPr/>
            <p:nvPr/>
          </p:nvSpPr>
          <p:spPr>
            <a:xfrm>
              <a:off x="15099016"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E9C4E"/>
            </a:solidFill>
          </p:spPr>
          <p:txBody>
            <a:bodyPr wrap="square" lIns="0" tIns="0" rIns="0" bIns="0" rtlCol="0"/>
            <a:lstStyle/>
            <a:p>
              <a:endParaRPr/>
            </a:p>
          </p:txBody>
        </p:sp>
        <p:sp>
          <p:nvSpPr>
            <p:cNvPr id="40" name="object 40"/>
            <p:cNvSpPr/>
            <p:nvPr/>
          </p:nvSpPr>
          <p:spPr>
            <a:xfrm>
              <a:off x="15619178" y="312379"/>
              <a:ext cx="1472565" cy="1901825"/>
            </a:xfrm>
            <a:custGeom>
              <a:avLst/>
              <a:gdLst/>
              <a:ahLst/>
              <a:cxnLst/>
              <a:rect l="l" t="t" r="r" b="b"/>
              <a:pathLst>
                <a:path w="1472565" h="1901825">
                  <a:moveTo>
                    <a:pt x="646472" y="2244"/>
                  </a:moveTo>
                  <a:lnTo>
                    <a:pt x="719526" y="0"/>
                  </a:lnTo>
                  <a:lnTo>
                    <a:pt x="757040" y="15350"/>
                  </a:lnTo>
                  <a:lnTo>
                    <a:pt x="770861" y="62786"/>
                  </a:lnTo>
                  <a:lnTo>
                    <a:pt x="772835" y="156794"/>
                  </a:lnTo>
                  <a:lnTo>
                    <a:pt x="772930" y="210002"/>
                  </a:lnTo>
                  <a:lnTo>
                    <a:pt x="772678" y="242419"/>
                  </a:lnTo>
                  <a:lnTo>
                    <a:pt x="770344" y="316266"/>
                  </a:lnTo>
                  <a:lnTo>
                    <a:pt x="767769" y="356648"/>
                  </a:lnTo>
                  <a:lnTo>
                    <a:pt x="763925" y="398638"/>
                  </a:lnTo>
                  <a:lnTo>
                    <a:pt x="758568" y="441712"/>
                  </a:lnTo>
                  <a:lnTo>
                    <a:pt x="751449" y="485347"/>
                  </a:lnTo>
                  <a:lnTo>
                    <a:pt x="742323" y="529020"/>
                  </a:lnTo>
                  <a:lnTo>
                    <a:pt x="730942" y="572207"/>
                  </a:lnTo>
                  <a:lnTo>
                    <a:pt x="717061" y="614384"/>
                  </a:lnTo>
                  <a:lnTo>
                    <a:pt x="700433" y="655029"/>
                  </a:lnTo>
                  <a:lnTo>
                    <a:pt x="680810" y="693618"/>
                  </a:lnTo>
                  <a:lnTo>
                    <a:pt x="657947" y="729627"/>
                  </a:lnTo>
                  <a:lnTo>
                    <a:pt x="631597" y="762533"/>
                  </a:lnTo>
                  <a:lnTo>
                    <a:pt x="601514" y="791812"/>
                  </a:lnTo>
                  <a:lnTo>
                    <a:pt x="567450" y="816942"/>
                  </a:lnTo>
                  <a:lnTo>
                    <a:pt x="529159" y="837399"/>
                  </a:lnTo>
                  <a:lnTo>
                    <a:pt x="486395" y="852659"/>
                  </a:lnTo>
                  <a:lnTo>
                    <a:pt x="438910" y="862199"/>
                  </a:lnTo>
                  <a:lnTo>
                    <a:pt x="386459" y="865495"/>
                  </a:lnTo>
                  <a:lnTo>
                    <a:pt x="334010" y="862149"/>
                  </a:lnTo>
                  <a:lnTo>
                    <a:pt x="286527" y="852472"/>
                  </a:lnTo>
                  <a:lnTo>
                    <a:pt x="243764" y="837000"/>
                  </a:lnTo>
                  <a:lnTo>
                    <a:pt x="205474" y="816270"/>
                  </a:lnTo>
                  <a:lnTo>
                    <a:pt x="171411" y="790821"/>
                  </a:lnTo>
                  <a:lnTo>
                    <a:pt x="141328" y="761189"/>
                  </a:lnTo>
                  <a:lnTo>
                    <a:pt x="114979" y="727911"/>
                  </a:lnTo>
                  <a:lnTo>
                    <a:pt x="92116" y="691527"/>
                  </a:lnTo>
                  <a:lnTo>
                    <a:pt x="72494" y="652572"/>
                  </a:lnTo>
                  <a:lnTo>
                    <a:pt x="55866" y="611584"/>
                  </a:lnTo>
                  <a:lnTo>
                    <a:pt x="41986" y="569101"/>
                  </a:lnTo>
                  <a:lnTo>
                    <a:pt x="30605" y="525659"/>
                  </a:lnTo>
                  <a:lnTo>
                    <a:pt x="21479" y="481798"/>
                  </a:lnTo>
                  <a:lnTo>
                    <a:pt x="14361" y="438053"/>
                  </a:lnTo>
                  <a:lnTo>
                    <a:pt x="9003" y="394962"/>
                  </a:lnTo>
                  <a:lnTo>
                    <a:pt x="5160" y="353064"/>
                  </a:lnTo>
                  <a:lnTo>
                    <a:pt x="2585" y="312894"/>
                  </a:lnTo>
                  <a:lnTo>
                    <a:pt x="251" y="239892"/>
                  </a:lnTo>
                  <a:lnTo>
                    <a:pt x="0" y="208135"/>
                  </a:lnTo>
                  <a:lnTo>
                    <a:pt x="29" y="180256"/>
                  </a:lnTo>
                  <a:lnTo>
                    <a:pt x="19267" y="67444"/>
                  </a:lnTo>
                  <a:lnTo>
                    <a:pt x="61448" y="21562"/>
                  </a:lnTo>
                  <a:lnTo>
                    <a:pt x="103629" y="4658"/>
                  </a:lnTo>
                  <a:lnTo>
                    <a:pt x="122802" y="2244"/>
                  </a:lnTo>
                </a:path>
                <a:path w="1472565" h="1901825">
                  <a:moveTo>
                    <a:pt x="1348147" y="1636194"/>
                  </a:moveTo>
                  <a:lnTo>
                    <a:pt x="1348147" y="1397458"/>
                  </a:lnTo>
                  <a:lnTo>
                    <a:pt x="1310426" y="1257889"/>
                  </a:lnTo>
                  <a:lnTo>
                    <a:pt x="1227439" y="1186218"/>
                  </a:lnTo>
                  <a:lnTo>
                    <a:pt x="1144452" y="1159813"/>
                  </a:lnTo>
                  <a:lnTo>
                    <a:pt x="1106731" y="1156041"/>
                  </a:lnTo>
                  <a:lnTo>
                    <a:pt x="967162" y="1159813"/>
                  </a:lnTo>
                  <a:lnTo>
                    <a:pt x="895491" y="1186218"/>
                  </a:lnTo>
                  <a:lnTo>
                    <a:pt x="869086" y="1257889"/>
                  </a:lnTo>
                  <a:lnTo>
                    <a:pt x="865314" y="1397458"/>
                  </a:lnTo>
                  <a:lnTo>
                    <a:pt x="865226" y="1449102"/>
                  </a:lnTo>
                  <a:lnTo>
                    <a:pt x="864610" y="1500218"/>
                  </a:lnTo>
                  <a:lnTo>
                    <a:pt x="862938" y="1550279"/>
                  </a:lnTo>
                  <a:lnTo>
                    <a:pt x="859683" y="1598756"/>
                  </a:lnTo>
                  <a:lnTo>
                    <a:pt x="854316" y="1645121"/>
                  </a:lnTo>
                  <a:lnTo>
                    <a:pt x="846310" y="1688847"/>
                  </a:lnTo>
                  <a:lnTo>
                    <a:pt x="835137" y="1729406"/>
                  </a:lnTo>
                  <a:lnTo>
                    <a:pt x="820268" y="1766269"/>
                  </a:lnTo>
                  <a:lnTo>
                    <a:pt x="777334" y="1826799"/>
                  </a:lnTo>
                  <a:lnTo>
                    <a:pt x="713285" y="1866214"/>
                  </a:lnTo>
                  <a:lnTo>
                    <a:pt x="672022" y="1876684"/>
                  </a:lnTo>
                  <a:lnTo>
                    <a:pt x="623897" y="1880291"/>
                  </a:lnTo>
                  <a:lnTo>
                    <a:pt x="575772" y="1876684"/>
                  </a:lnTo>
                  <a:lnTo>
                    <a:pt x="534510" y="1866214"/>
                  </a:lnTo>
                  <a:lnTo>
                    <a:pt x="499582" y="1849410"/>
                  </a:lnTo>
                  <a:lnTo>
                    <a:pt x="446618" y="1798910"/>
                  </a:lnTo>
                  <a:lnTo>
                    <a:pt x="412658" y="1729406"/>
                  </a:lnTo>
                  <a:lnTo>
                    <a:pt x="401484" y="1688847"/>
                  </a:lnTo>
                  <a:lnTo>
                    <a:pt x="393478" y="1645121"/>
                  </a:lnTo>
                  <a:lnTo>
                    <a:pt x="388111" y="1598756"/>
                  </a:lnTo>
                  <a:lnTo>
                    <a:pt x="384856" y="1550279"/>
                  </a:lnTo>
                  <a:lnTo>
                    <a:pt x="383184" y="1500218"/>
                  </a:lnTo>
                  <a:lnTo>
                    <a:pt x="382568" y="1449102"/>
                  </a:lnTo>
                  <a:lnTo>
                    <a:pt x="382480" y="1397458"/>
                  </a:lnTo>
                  <a:lnTo>
                    <a:pt x="382480" y="893190"/>
                  </a:lnTo>
                </a:path>
                <a:path w="1472565" h="1901825">
                  <a:moveTo>
                    <a:pt x="1472468" y="1771132"/>
                  </a:moveTo>
                  <a:lnTo>
                    <a:pt x="1462200" y="1821987"/>
                  </a:lnTo>
                  <a:lnTo>
                    <a:pt x="1434198" y="1863518"/>
                  </a:lnTo>
                  <a:lnTo>
                    <a:pt x="1392668" y="1891520"/>
                  </a:lnTo>
                  <a:lnTo>
                    <a:pt x="1341812" y="1901788"/>
                  </a:lnTo>
                  <a:lnTo>
                    <a:pt x="1290957" y="1891520"/>
                  </a:lnTo>
                  <a:lnTo>
                    <a:pt x="1249427" y="1863518"/>
                  </a:lnTo>
                  <a:lnTo>
                    <a:pt x="1221425" y="1821987"/>
                  </a:lnTo>
                  <a:lnTo>
                    <a:pt x="1211157" y="1771132"/>
                  </a:lnTo>
                  <a:lnTo>
                    <a:pt x="1221425" y="1720277"/>
                  </a:lnTo>
                  <a:lnTo>
                    <a:pt x="1249427" y="1678746"/>
                  </a:lnTo>
                  <a:lnTo>
                    <a:pt x="1290957" y="1650745"/>
                  </a:lnTo>
                  <a:lnTo>
                    <a:pt x="1341812" y="1640476"/>
                  </a:lnTo>
                  <a:lnTo>
                    <a:pt x="1392668" y="1650745"/>
                  </a:lnTo>
                  <a:lnTo>
                    <a:pt x="1434198" y="1678746"/>
                  </a:lnTo>
                  <a:lnTo>
                    <a:pt x="1462200" y="1720277"/>
                  </a:lnTo>
                  <a:lnTo>
                    <a:pt x="1472468" y="1771132"/>
                  </a:lnTo>
                  <a:close/>
                </a:path>
              </a:pathLst>
            </a:custGeom>
            <a:ln w="104708">
              <a:solidFill>
                <a:srgbClr val="FFF5D4"/>
              </a:solidFill>
            </a:ln>
          </p:spPr>
          <p:txBody>
            <a:bodyPr wrap="square" lIns="0" tIns="0" rIns="0" bIns="0" rtlCol="0"/>
            <a:lstStyle/>
            <a:p>
              <a:endParaRPr/>
            </a:p>
          </p:txBody>
        </p:sp>
      </p:grpSp>
      <p:sp>
        <p:nvSpPr>
          <p:cNvPr id="41" name="object 41"/>
          <p:cNvSpPr txBox="1"/>
          <p:nvPr/>
        </p:nvSpPr>
        <p:spPr>
          <a:xfrm>
            <a:off x="3048554" y="945692"/>
            <a:ext cx="11605895" cy="566420"/>
          </a:xfrm>
          <a:prstGeom prst="rect">
            <a:avLst/>
          </a:prstGeom>
        </p:spPr>
        <p:txBody>
          <a:bodyPr vert="horz" wrap="square" lIns="0" tIns="12065" rIns="0" bIns="0" rtlCol="0">
            <a:spAutoFit/>
          </a:bodyPr>
          <a:lstStyle/>
          <a:p>
            <a:pPr marL="12700">
              <a:lnSpc>
                <a:spcPct val="100000"/>
              </a:lnSpc>
              <a:spcBef>
                <a:spcPts val="95"/>
              </a:spcBef>
            </a:pPr>
            <a:r>
              <a:rPr sz="3550" spc="-65" dirty="0">
                <a:solidFill>
                  <a:srgbClr val="338D7D"/>
                </a:solidFill>
                <a:latin typeface="Arial Black"/>
                <a:cs typeface="Arial Black"/>
              </a:rPr>
              <a:t>Environmental</a:t>
            </a:r>
            <a:r>
              <a:rPr sz="3550" spc="-70" dirty="0">
                <a:solidFill>
                  <a:srgbClr val="338D7D"/>
                </a:solidFill>
                <a:latin typeface="Arial Black"/>
                <a:cs typeface="Arial Black"/>
              </a:rPr>
              <a:t> </a:t>
            </a:r>
            <a:r>
              <a:rPr sz="3550" spc="-50" dirty="0">
                <a:solidFill>
                  <a:srgbClr val="338D7D"/>
                </a:solidFill>
                <a:latin typeface="Arial Black"/>
                <a:cs typeface="Arial Black"/>
              </a:rPr>
              <a:t>issues</a:t>
            </a:r>
            <a:r>
              <a:rPr sz="3550" spc="-65" dirty="0">
                <a:solidFill>
                  <a:srgbClr val="338D7D"/>
                </a:solidFill>
                <a:latin typeface="Arial Black"/>
                <a:cs typeface="Arial Black"/>
              </a:rPr>
              <a:t> </a:t>
            </a:r>
            <a:r>
              <a:rPr sz="3550" spc="-40" dirty="0">
                <a:solidFill>
                  <a:srgbClr val="338D7D"/>
                </a:solidFill>
                <a:latin typeface="Arial Black"/>
                <a:cs typeface="Arial Black"/>
              </a:rPr>
              <a:t>affecting</a:t>
            </a:r>
            <a:r>
              <a:rPr sz="3550" spc="-65" dirty="0">
                <a:solidFill>
                  <a:srgbClr val="338D7D"/>
                </a:solidFill>
                <a:latin typeface="Arial Black"/>
                <a:cs typeface="Arial Black"/>
              </a:rPr>
              <a:t> children’s </a:t>
            </a:r>
            <a:r>
              <a:rPr sz="3550" spc="-50" dirty="0">
                <a:solidFill>
                  <a:srgbClr val="338D7D"/>
                </a:solidFill>
                <a:latin typeface="Arial Black"/>
                <a:cs typeface="Arial Black"/>
              </a:rPr>
              <a:t>health</a:t>
            </a:r>
            <a:endParaRPr sz="3550">
              <a:latin typeface="Arial Black"/>
              <a:cs typeface="Arial Black"/>
            </a:endParaRPr>
          </a:p>
        </p:txBody>
      </p:sp>
      <p:grpSp>
        <p:nvGrpSpPr>
          <p:cNvPr id="42" name="object 42"/>
          <p:cNvGrpSpPr/>
          <p:nvPr/>
        </p:nvGrpSpPr>
        <p:grpSpPr>
          <a:xfrm>
            <a:off x="0" y="0"/>
            <a:ext cx="2513330" cy="2513330"/>
            <a:chOff x="0" y="0"/>
            <a:chExt cx="2513330" cy="2513330"/>
          </a:xfrm>
        </p:grpSpPr>
        <p:sp>
          <p:nvSpPr>
            <p:cNvPr id="43" name="object 43"/>
            <p:cNvSpPr/>
            <p:nvPr/>
          </p:nvSpPr>
          <p:spPr>
            <a:xfrm>
              <a:off x="0"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44" name="object 44"/>
            <p:cNvSpPr/>
            <p:nvPr/>
          </p:nvSpPr>
          <p:spPr>
            <a:xfrm>
              <a:off x="0" y="289102"/>
              <a:ext cx="2258695" cy="1956435"/>
            </a:xfrm>
            <a:custGeom>
              <a:avLst/>
              <a:gdLst/>
              <a:ahLst/>
              <a:cxnLst/>
              <a:rect l="l" t="t" r="r" b="b"/>
              <a:pathLst>
                <a:path w="2258695" h="1956435">
                  <a:moveTo>
                    <a:pt x="1351927" y="347700"/>
                  </a:moveTo>
                  <a:lnTo>
                    <a:pt x="1347457" y="297192"/>
                  </a:lnTo>
                  <a:lnTo>
                    <a:pt x="1336103" y="248920"/>
                  </a:lnTo>
                  <a:lnTo>
                    <a:pt x="1318488" y="203657"/>
                  </a:lnTo>
                  <a:lnTo>
                    <a:pt x="1295069" y="161823"/>
                  </a:lnTo>
                  <a:lnTo>
                    <a:pt x="1266329" y="123837"/>
                  </a:lnTo>
                  <a:lnTo>
                    <a:pt x="1232750" y="90106"/>
                  </a:lnTo>
                  <a:lnTo>
                    <a:pt x="1194790" y="61061"/>
                  </a:lnTo>
                  <a:lnTo>
                    <a:pt x="1152944" y="37109"/>
                  </a:lnTo>
                  <a:lnTo>
                    <a:pt x="1107668" y="18669"/>
                  </a:lnTo>
                  <a:lnTo>
                    <a:pt x="1059459" y="6172"/>
                  </a:lnTo>
                  <a:lnTo>
                    <a:pt x="1008761" y="0"/>
                  </a:lnTo>
                  <a:lnTo>
                    <a:pt x="961694" y="876"/>
                  </a:lnTo>
                  <a:lnTo>
                    <a:pt x="915606" y="8483"/>
                  </a:lnTo>
                  <a:lnTo>
                    <a:pt x="871143" y="22390"/>
                  </a:lnTo>
                  <a:lnTo>
                    <a:pt x="828890" y="42125"/>
                  </a:lnTo>
                  <a:lnTo>
                    <a:pt x="789482" y="67259"/>
                  </a:lnTo>
                  <a:lnTo>
                    <a:pt x="753529" y="97320"/>
                  </a:lnTo>
                  <a:lnTo>
                    <a:pt x="721639" y="131864"/>
                  </a:lnTo>
                  <a:lnTo>
                    <a:pt x="694436" y="170459"/>
                  </a:lnTo>
                  <a:lnTo>
                    <a:pt x="672528" y="212623"/>
                  </a:lnTo>
                  <a:lnTo>
                    <a:pt x="656526" y="257937"/>
                  </a:lnTo>
                  <a:lnTo>
                    <a:pt x="647636" y="302183"/>
                  </a:lnTo>
                  <a:lnTo>
                    <a:pt x="643267" y="354266"/>
                  </a:lnTo>
                  <a:lnTo>
                    <a:pt x="645782" y="369354"/>
                  </a:lnTo>
                  <a:lnTo>
                    <a:pt x="653732" y="381914"/>
                  </a:lnTo>
                  <a:lnTo>
                    <a:pt x="665886" y="390664"/>
                  </a:lnTo>
                  <a:lnTo>
                    <a:pt x="681024" y="394296"/>
                  </a:lnTo>
                  <a:lnTo>
                    <a:pt x="697014" y="392264"/>
                  </a:lnTo>
                  <a:lnTo>
                    <a:pt x="723468" y="356057"/>
                  </a:lnTo>
                  <a:lnTo>
                    <a:pt x="725043" y="330860"/>
                  </a:lnTo>
                  <a:lnTo>
                    <a:pt x="734517" y="278269"/>
                  </a:lnTo>
                  <a:lnTo>
                    <a:pt x="754849" y="228485"/>
                  </a:lnTo>
                  <a:lnTo>
                    <a:pt x="785177" y="183172"/>
                  </a:lnTo>
                  <a:lnTo>
                    <a:pt x="824623" y="143941"/>
                  </a:lnTo>
                  <a:lnTo>
                    <a:pt x="870013" y="113792"/>
                  </a:lnTo>
                  <a:lnTo>
                    <a:pt x="919289" y="93586"/>
                  </a:lnTo>
                  <a:lnTo>
                    <a:pt x="970711" y="83845"/>
                  </a:lnTo>
                  <a:lnTo>
                    <a:pt x="1022553" y="85090"/>
                  </a:lnTo>
                  <a:lnTo>
                    <a:pt x="1068476" y="95110"/>
                  </a:lnTo>
                  <a:lnTo>
                    <a:pt x="1111681" y="112229"/>
                  </a:lnTo>
                  <a:lnTo>
                    <a:pt x="1151305" y="135940"/>
                  </a:lnTo>
                  <a:lnTo>
                    <a:pt x="1186484" y="165709"/>
                  </a:lnTo>
                  <a:lnTo>
                    <a:pt x="1216342" y="201041"/>
                  </a:lnTo>
                  <a:lnTo>
                    <a:pt x="1243368" y="248488"/>
                  </a:lnTo>
                  <a:lnTo>
                    <a:pt x="1259852" y="299199"/>
                  </a:lnTo>
                  <a:lnTo>
                    <a:pt x="1265529" y="351942"/>
                  </a:lnTo>
                  <a:lnTo>
                    <a:pt x="1260119" y="405434"/>
                  </a:lnTo>
                  <a:lnTo>
                    <a:pt x="1246238" y="452589"/>
                  </a:lnTo>
                  <a:lnTo>
                    <a:pt x="1225372" y="495173"/>
                  </a:lnTo>
                  <a:lnTo>
                    <a:pt x="1198168" y="532650"/>
                  </a:lnTo>
                  <a:lnTo>
                    <a:pt x="1165288" y="564515"/>
                  </a:lnTo>
                  <a:lnTo>
                    <a:pt x="1127366" y="590232"/>
                  </a:lnTo>
                  <a:lnTo>
                    <a:pt x="1085062" y="609257"/>
                  </a:lnTo>
                  <a:lnTo>
                    <a:pt x="1039025" y="621068"/>
                  </a:lnTo>
                  <a:lnTo>
                    <a:pt x="989914" y="625144"/>
                  </a:lnTo>
                  <a:lnTo>
                    <a:pt x="0" y="625233"/>
                  </a:lnTo>
                  <a:lnTo>
                    <a:pt x="0" y="705662"/>
                  </a:lnTo>
                  <a:lnTo>
                    <a:pt x="185013" y="705612"/>
                  </a:lnTo>
                  <a:lnTo>
                    <a:pt x="464705" y="705497"/>
                  </a:lnTo>
                  <a:lnTo>
                    <a:pt x="758659" y="706081"/>
                  </a:lnTo>
                  <a:lnTo>
                    <a:pt x="907084" y="705700"/>
                  </a:lnTo>
                  <a:lnTo>
                    <a:pt x="1005776" y="704900"/>
                  </a:lnTo>
                  <a:lnTo>
                    <a:pt x="1055865" y="700709"/>
                  </a:lnTo>
                  <a:lnTo>
                    <a:pt x="1104366" y="689444"/>
                  </a:lnTo>
                  <a:lnTo>
                    <a:pt x="1150594" y="671410"/>
                  </a:lnTo>
                  <a:lnTo>
                    <a:pt x="1193863" y="646950"/>
                  </a:lnTo>
                  <a:lnTo>
                    <a:pt x="1233500" y="616381"/>
                  </a:lnTo>
                  <a:lnTo>
                    <a:pt x="1268818" y="580034"/>
                  </a:lnTo>
                  <a:lnTo>
                    <a:pt x="1298816" y="538708"/>
                  </a:lnTo>
                  <a:lnTo>
                    <a:pt x="1322336" y="494080"/>
                  </a:lnTo>
                  <a:lnTo>
                    <a:pt x="1339164" y="446887"/>
                  </a:lnTo>
                  <a:lnTo>
                    <a:pt x="1349095" y="397840"/>
                  </a:lnTo>
                  <a:lnTo>
                    <a:pt x="1351927" y="347700"/>
                  </a:lnTo>
                  <a:close/>
                </a:path>
                <a:path w="2258695" h="1956435">
                  <a:moveTo>
                    <a:pt x="1627339" y="1594408"/>
                  </a:moveTo>
                  <a:lnTo>
                    <a:pt x="1621536" y="1542923"/>
                  </a:lnTo>
                  <a:lnTo>
                    <a:pt x="1609940" y="1496834"/>
                  </a:lnTo>
                  <a:lnTo>
                    <a:pt x="1593253" y="1453845"/>
                  </a:lnTo>
                  <a:lnTo>
                    <a:pt x="1571790" y="1414221"/>
                  </a:lnTo>
                  <a:lnTo>
                    <a:pt x="1545882" y="1378242"/>
                  </a:lnTo>
                  <a:lnTo>
                    <a:pt x="1515872" y="1346161"/>
                  </a:lnTo>
                  <a:lnTo>
                    <a:pt x="1482077" y="1318260"/>
                  </a:lnTo>
                  <a:lnTo>
                    <a:pt x="1444815" y="1294815"/>
                  </a:lnTo>
                  <a:lnTo>
                    <a:pt x="1404429" y="1276083"/>
                  </a:lnTo>
                  <a:lnTo>
                    <a:pt x="1361236" y="1262341"/>
                  </a:lnTo>
                  <a:lnTo>
                    <a:pt x="1315567" y="1253858"/>
                  </a:lnTo>
                  <a:lnTo>
                    <a:pt x="1267764" y="1250911"/>
                  </a:lnTo>
                  <a:lnTo>
                    <a:pt x="896353" y="1250657"/>
                  </a:lnTo>
                  <a:lnTo>
                    <a:pt x="0" y="1250784"/>
                  </a:lnTo>
                  <a:lnTo>
                    <a:pt x="0" y="1331569"/>
                  </a:lnTo>
                  <a:lnTo>
                    <a:pt x="1272082" y="1331722"/>
                  </a:lnTo>
                  <a:lnTo>
                    <a:pt x="1280388" y="1331861"/>
                  </a:lnTo>
                  <a:lnTo>
                    <a:pt x="1339862" y="1339761"/>
                  </a:lnTo>
                  <a:lnTo>
                    <a:pt x="1388846" y="1357947"/>
                  </a:lnTo>
                  <a:lnTo>
                    <a:pt x="1434134" y="1385887"/>
                  </a:lnTo>
                  <a:lnTo>
                    <a:pt x="1474089" y="1422781"/>
                  </a:lnTo>
                  <a:lnTo>
                    <a:pt x="1506296" y="1466646"/>
                  </a:lnTo>
                  <a:lnTo>
                    <a:pt x="1529016" y="1514817"/>
                  </a:lnTo>
                  <a:lnTo>
                    <a:pt x="1541614" y="1565605"/>
                  </a:lnTo>
                  <a:lnTo>
                    <a:pt x="1543481" y="1617281"/>
                  </a:lnTo>
                  <a:lnTo>
                    <a:pt x="1536141" y="1663509"/>
                  </a:lnTo>
                  <a:lnTo>
                    <a:pt x="1521421" y="1706905"/>
                  </a:lnTo>
                  <a:lnTo>
                    <a:pt x="1500047" y="1746770"/>
                  </a:lnTo>
                  <a:lnTo>
                    <a:pt x="1472806" y="1782419"/>
                  </a:lnTo>
                  <a:lnTo>
                    <a:pt x="1440408" y="1813153"/>
                  </a:lnTo>
                  <a:lnTo>
                    <a:pt x="1403629" y="1838274"/>
                  </a:lnTo>
                  <a:lnTo>
                    <a:pt x="1363218" y="1857082"/>
                  </a:lnTo>
                  <a:lnTo>
                    <a:pt x="1319911" y="1868868"/>
                  </a:lnTo>
                  <a:lnTo>
                    <a:pt x="1274470" y="1872957"/>
                  </a:lnTo>
                  <a:lnTo>
                    <a:pt x="1270495" y="1872945"/>
                  </a:lnTo>
                  <a:lnTo>
                    <a:pt x="1220851" y="1867750"/>
                  </a:lnTo>
                  <a:lnTo>
                    <a:pt x="1176248" y="1855025"/>
                  </a:lnTo>
                  <a:lnTo>
                    <a:pt x="1135303" y="1835353"/>
                  </a:lnTo>
                  <a:lnTo>
                    <a:pt x="1098664" y="1809381"/>
                  </a:lnTo>
                  <a:lnTo>
                    <a:pt x="1066952" y="1777733"/>
                  </a:lnTo>
                  <a:lnTo>
                    <a:pt x="1040828" y="1741043"/>
                  </a:lnTo>
                  <a:lnTo>
                    <a:pt x="1020902" y="1699933"/>
                  </a:lnTo>
                  <a:lnTo>
                    <a:pt x="1007821" y="1655064"/>
                  </a:lnTo>
                  <a:lnTo>
                    <a:pt x="1002207" y="1607058"/>
                  </a:lnTo>
                  <a:lnTo>
                    <a:pt x="998804" y="1588503"/>
                  </a:lnTo>
                  <a:lnTo>
                    <a:pt x="990409" y="1574342"/>
                  </a:lnTo>
                  <a:lnTo>
                    <a:pt x="977684" y="1565325"/>
                  </a:lnTo>
                  <a:lnTo>
                    <a:pt x="961339" y="1562150"/>
                  </a:lnTo>
                  <a:lnTo>
                    <a:pt x="960615" y="1562163"/>
                  </a:lnTo>
                  <a:lnTo>
                    <a:pt x="939698" y="1567662"/>
                  </a:lnTo>
                  <a:lnTo>
                    <a:pt x="928001" y="1580286"/>
                  </a:lnTo>
                  <a:lnTo>
                    <a:pt x="922909" y="1595399"/>
                  </a:lnTo>
                  <a:lnTo>
                    <a:pt x="921829" y="1608315"/>
                  </a:lnTo>
                  <a:lnTo>
                    <a:pt x="925258" y="1655064"/>
                  </a:lnTo>
                  <a:lnTo>
                    <a:pt x="934745" y="1699818"/>
                  </a:lnTo>
                  <a:lnTo>
                    <a:pt x="949934" y="1742401"/>
                  </a:lnTo>
                  <a:lnTo>
                    <a:pt x="970381" y="1782343"/>
                  </a:lnTo>
                  <a:lnTo>
                    <a:pt x="995654" y="1819198"/>
                  </a:lnTo>
                  <a:lnTo>
                    <a:pt x="1025347" y="1852561"/>
                  </a:lnTo>
                  <a:lnTo>
                    <a:pt x="1059027" y="1882025"/>
                  </a:lnTo>
                  <a:lnTo>
                    <a:pt x="1096276" y="1907146"/>
                  </a:lnTo>
                  <a:lnTo>
                    <a:pt x="1136688" y="1927529"/>
                  </a:lnTo>
                  <a:lnTo>
                    <a:pt x="1179817" y="1942744"/>
                  </a:lnTo>
                  <a:lnTo>
                    <a:pt x="1225257" y="1952371"/>
                  </a:lnTo>
                  <a:lnTo>
                    <a:pt x="1272578" y="1956003"/>
                  </a:lnTo>
                  <a:lnTo>
                    <a:pt x="1325029" y="1952650"/>
                  </a:lnTo>
                  <a:lnTo>
                    <a:pt x="1375714" y="1941868"/>
                  </a:lnTo>
                  <a:lnTo>
                    <a:pt x="1423949" y="1923961"/>
                  </a:lnTo>
                  <a:lnTo>
                    <a:pt x="1468958" y="1899259"/>
                  </a:lnTo>
                  <a:lnTo>
                    <a:pt x="1503591" y="1872957"/>
                  </a:lnTo>
                  <a:lnTo>
                    <a:pt x="1510055" y="1868055"/>
                  </a:lnTo>
                  <a:lnTo>
                    <a:pt x="1546479" y="1830666"/>
                  </a:lnTo>
                  <a:lnTo>
                    <a:pt x="1576666" y="1788744"/>
                  </a:lnTo>
                  <a:lnTo>
                    <a:pt x="1600034" y="1743405"/>
                  </a:lnTo>
                  <a:lnTo>
                    <a:pt x="1616405" y="1695399"/>
                  </a:lnTo>
                  <a:lnTo>
                    <a:pt x="1625574" y="1645488"/>
                  </a:lnTo>
                  <a:lnTo>
                    <a:pt x="1627339" y="1594408"/>
                  </a:lnTo>
                  <a:close/>
                </a:path>
                <a:path w="2258695" h="1956435">
                  <a:moveTo>
                    <a:pt x="2258110" y="688213"/>
                  </a:moveTo>
                  <a:lnTo>
                    <a:pt x="2257983" y="641261"/>
                  </a:lnTo>
                  <a:lnTo>
                    <a:pt x="2251430" y="593445"/>
                  </a:lnTo>
                  <a:lnTo>
                    <a:pt x="2238629" y="546963"/>
                  </a:lnTo>
                  <a:lnTo>
                    <a:pt x="2220252" y="503758"/>
                  </a:lnTo>
                  <a:lnTo>
                    <a:pt x="2196769" y="464134"/>
                  </a:lnTo>
                  <a:lnTo>
                    <a:pt x="2168639" y="428371"/>
                  </a:lnTo>
                  <a:lnTo>
                    <a:pt x="2136330" y="396811"/>
                  </a:lnTo>
                  <a:lnTo>
                    <a:pt x="2100287" y="369722"/>
                  </a:lnTo>
                  <a:lnTo>
                    <a:pt x="2060994" y="347421"/>
                  </a:lnTo>
                  <a:lnTo>
                    <a:pt x="2018893" y="330225"/>
                  </a:lnTo>
                  <a:lnTo>
                    <a:pt x="1974469" y="318414"/>
                  </a:lnTo>
                  <a:lnTo>
                    <a:pt x="1928177" y="312305"/>
                  </a:lnTo>
                  <a:lnTo>
                    <a:pt x="1880463" y="312204"/>
                  </a:lnTo>
                  <a:lnTo>
                    <a:pt x="1831809" y="318401"/>
                  </a:lnTo>
                  <a:lnTo>
                    <a:pt x="1785226" y="331101"/>
                  </a:lnTo>
                  <a:lnTo>
                    <a:pt x="1741284" y="350329"/>
                  </a:lnTo>
                  <a:lnTo>
                    <a:pt x="1700530" y="375437"/>
                  </a:lnTo>
                  <a:lnTo>
                    <a:pt x="1663509" y="405765"/>
                  </a:lnTo>
                  <a:lnTo>
                    <a:pt x="1630730" y="440664"/>
                  </a:lnTo>
                  <a:lnTo>
                    <a:pt x="1602765" y="479488"/>
                  </a:lnTo>
                  <a:lnTo>
                    <a:pt x="1580134" y="521576"/>
                  </a:lnTo>
                  <a:lnTo>
                    <a:pt x="1563382" y="566267"/>
                  </a:lnTo>
                  <a:lnTo>
                    <a:pt x="1553032" y="612927"/>
                  </a:lnTo>
                  <a:lnTo>
                    <a:pt x="1549641" y="660895"/>
                  </a:lnTo>
                  <a:lnTo>
                    <a:pt x="1550644" y="671271"/>
                  </a:lnTo>
                  <a:lnTo>
                    <a:pt x="1578889" y="703999"/>
                  </a:lnTo>
                  <a:lnTo>
                    <a:pt x="1587373" y="705497"/>
                  </a:lnTo>
                  <a:lnTo>
                    <a:pt x="1596453" y="705269"/>
                  </a:lnTo>
                  <a:lnTo>
                    <a:pt x="1627301" y="677291"/>
                  </a:lnTo>
                  <a:lnTo>
                    <a:pt x="1636623" y="609079"/>
                  </a:lnTo>
                  <a:lnTo>
                    <a:pt x="1651177" y="563219"/>
                  </a:lnTo>
                  <a:lnTo>
                    <a:pt x="1672971" y="521322"/>
                  </a:lnTo>
                  <a:lnTo>
                    <a:pt x="1701203" y="484111"/>
                  </a:lnTo>
                  <a:lnTo>
                    <a:pt x="1735074" y="452348"/>
                  </a:lnTo>
                  <a:lnTo>
                    <a:pt x="1773783" y="426783"/>
                  </a:lnTo>
                  <a:lnTo>
                    <a:pt x="1816506" y="408139"/>
                  </a:lnTo>
                  <a:lnTo>
                    <a:pt x="1862467" y="397192"/>
                  </a:lnTo>
                  <a:lnTo>
                    <a:pt x="1910854" y="394652"/>
                  </a:lnTo>
                  <a:lnTo>
                    <a:pt x="1959394" y="401015"/>
                  </a:lnTo>
                  <a:lnTo>
                    <a:pt x="2004783" y="415556"/>
                  </a:lnTo>
                  <a:lnTo>
                    <a:pt x="2046262" y="437464"/>
                  </a:lnTo>
                  <a:lnTo>
                    <a:pt x="2083104" y="465924"/>
                  </a:lnTo>
                  <a:lnTo>
                    <a:pt x="2114550" y="500138"/>
                  </a:lnTo>
                  <a:lnTo>
                    <a:pt x="2139886" y="539305"/>
                  </a:lnTo>
                  <a:lnTo>
                    <a:pt x="2158339" y="582599"/>
                  </a:lnTo>
                  <a:lnTo>
                    <a:pt x="2169185" y="629221"/>
                  </a:lnTo>
                  <a:lnTo>
                    <a:pt x="2171662" y="678357"/>
                  </a:lnTo>
                  <a:lnTo>
                    <a:pt x="2165629" y="725297"/>
                  </a:lnTo>
                  <a:lnTo>
                    <a:pt x="2151723" y="769239"/>
                  </a:lnTo>
                  <a:lnTo>
                    <a:pt x="2130653" y="809510"/>
                  </a:lnTo>
                  <a:lnTo>
                    <a:pt x="2103158" y="845451"/>
                  </a:lnTo>
                  <a:lnTo>
                    <a:pt x="2069973" y="876363"/>
                  </a:lnTo>
                  <a:lnTo>
                    <a:pt x="2031796" y="901573"/>
                  </a:lnTo>
                  <a:lnTo>
                    <a:pt x="1989366" y="920419"/>
                  </a:lnTo>
                  <a:lnTo>
                    <a:pt x="1943417" y="932230"/>
                  </a:lnTo>
                  <a:lnTo>
                    <a:pt x="1894662" y="936320"/>
                  </a:lnTo>
                  <a:lnTo>
                    <a:pt x="0" y="936358"/>
                  </a:lnTo>
                  <a:lnTo>
                    <a:pt x="0" y="1016723"/>
                  </a:lnTo>
                  <a:lnTo>
                    <a:pt x="1884984" y="1016419"/>
                  </a:lnTo>
                  <a:lnTo>
                    <a:pt x="1928253" y="1015199"/>
                  </a:lnTo>
                  <a:lnTo>
                    <a:pt x="1973186" y="1009408"/>
                  </a:lnTo>
                  <a:lnTo>
                    <a:pt x="2020481" y="996315"/>
                  </a:lnTo>
                  <a:lnTo>
                    <a:pt x="2064435" y="977760"/>
                  </a:lnTo>
                  <a:lnTo>
                    <a:pt x="2104707" y="954227"/>
                  </a:lnTo>
                  <a:lnTo>
                    <a:pt x="2141004" y="926147"/>
                  </a:lnTo>
                  <a:lnTo>
                    <a:pt x="2173020" y="894003"/>
                  </a:lnTo>
                  <a:lnTo>
                    <a:pt x="2200452" y="858240"/>
                  </a:lnTo>
                  <a:lnTo>
                    <a:pt x="2222982" y="819327"/>
                  </a:lnTo>
                  <a:lnTo>
                    <a:pt x="2240305" y="777709"/>
                  </a:lnTo>
                  <a:lnTo>
                    <a:pt x="2252116" y="733856"/>
                  </a:lnTo>
                  <a:lnTo>
                    <a:pt x="2258110" y="688213"/>
                  </a:lnTo>
                  <a:close/>
                </a:path>
              </a:pathLst>
            </a:custGeom>
            <a:solidFill>
              <a:srgbClr val="FFF5D4"/>
            </a:solidFill>
          </p:spPr>
          <p:txBody>
            <a:bodyPr wrap="square" lIns="0" tIns="0" rIns="0" bIns="0" rtlCol="0"/>
            <a:lstStyle/>
            <a:p>
              <a:endParaRPr/>
            </a:p>
          </p:txBody>
        </p:sp>
      </p:grpSp>
      <p:sp>
        <p:nvSpPr>
          <p:cNvPr id="45" name="object 45"/>
          <p:cNvSpPr/>
          <p:nvPr/>
        </p:nvSpPr>
        <p:spPr>
          <a:xfrm>
            <a:off x="539670" y="5542263"/>
            <a:ext cx="19434864" cy="9145190"/>
          </a:xfrm>
          <a:custGeom>
            <a:avLst/>
            <a:gdLst/>
            <a:ahLst/>
            <a:cxnLst/>
            <a:rect l="l" t="t" r="r" b="b"/>
            <a:pathLst>
              <a:path w="13918565" h="8064500">
                <a:moveTo>
                  <a:pt x="13384021" y="0"/>
                </a:moveTo>
                <a:lnTo>
                  <a:pt x="534015" y="0"/>
                </a:lnTo>
                <a:lnTo>
                  <a:pt x="485408" y="2182"/>
                </a:lnTo>
                <a:lnTo>
                  <a:pt x="438023" y="8603"/>
                </a:lnTo>
                <a:lnTo>
                  <a:pt x="392051" y="19075"/>
                </a:lnTo>
                <a:lnTo>
                  <a:pt x="347677" y="33408"/>
                </a:lnTo>
                <a:lnTo>
                  <a:pt x="305093" y="51415"/>
                </a:lnTo>
                <a:lnTo>
                  <a:pt x="264485" y="72907"/>
                </a:lnTo>
                <a:lnTo>
                  <a:pt x="226042" y="97695"/>
                </a:lnTo>
                <a:lnTo>
                  <a:pt x="189953" y="125592"/>
                </a:lnTo>
                <a:lnTo>
                  <a:pt x="156407" y="156407"/>
                </a:lnTo>
                <a:lnTo>
                  <a:pt x="125592" y="189953"/>
                </a:lnTo>
                <a:lnTo>
                  <a:pt x="97695" y="226042"/>
                </a:lnTo>
                <a:lnTo>
                  <a:pt x="72907" y="264485"/>
                </a:lnTo>
                <a:lnTo>
                  <a:pt x="51415" y="305093"/>
                </a:lnTo>
                <a:lnTo>
                  <a:pt x="33408" y="347677"/>
                </a:lnTo>
                <a:lnTo>
                  <a:pt x="19075" y="392051"/>
                </a:lnTo>
                <a:lnTo>
                  <a:pt x="8603" y="438023"/>
                </a:lnTo>
                <a:lnTo>
                  <a:pt x="2182" y="485408"/>
                </a:lnTo>
                <a:lnTo>
                  <a:pt x="0" y="534015"/>
                </a:lnTo>
                <a:lnTo>
                  <a:pt x="0" y="7529875"/>
                </a:lnTo>
                <a:lnTo>
                  <a:pt x="2182" y="7578482"/>
                </a:lnTo>
                <a:lnTo>
                  <a:pt x="8603" y="7625866"/>
                </a:lnTo>
                <a:lnTo>
                  <a:pt x="19075" y="7671839"/>
                </a:lnTo>
                <a:lnTo>
                  <a:pt x="33408" y="7716212"/>
                </a:lnTo>
                <a:lnTo>
                  <a:pt x="51415" y="7758797"/>
                </a:lnTo>
                <a:lnTo>
                  <a:pt x="72907" y="7799405"/>
                </a:lnTo>
                <a:lnTo>
                  <a:pt x="97695" y="7837847"/>
                </a:lnTo>
                <a:lnTo>
                  <a:pt x="125592" y="7873936"/>
                </a:lnTo>
                <a:lnTo>
                  <a:pt x="156407" y="7907483"/>
                </a:lnTo>
                <a:lnTo>
                  <a:pt x="189953" y="7938298"/>
                </a:lnTo>
                <a:lnTo>
                  <a:pt x="226042" y="7966194"/>
                </a:lnTo>
                <a:lnTo>
                  <a:pt x="264485" y="7990982"/>
                </a:lnTo>
                <a:lnTo>
                  <a:pt x="305093" y="8012474"/>
                </a:lnTo>
                <a:lnTo>
                  <a:pt x="347677" y="8030481"/>
                </a:lnTo>
                <a:lnTo>
                  <a:pt x="392051" y="8044815"/>
                </a:lnTo>
                <a:lnTo>
                  <a:pt x="438023" y="8055287"/>
                </a:lnTo>
                <a:lnTo>
                  <a:pt x="485408" y="8061708"/>
                </a:lnTo>
                <a:lnTo>
                  <a:pt x="534015" y="8063890"/>
                </a:lnTo>
                <a:lnTo>
                  <a:pt x="13384021" y="8063890"/>
                </a:lnTo>
                <a:lnTo>
                  <a:pt x="13432627" y="8061708"/>
                </a:lnTo>
                <a:lnTo>
                  <a:pt x="13480010" y="8055287"/>
                </a:lnTo>
                <a:lnTo>
                  <a:pt x="13525982" y="8044815"/>
                </a:lnTo>
                <a:lnTo>
                  <a:pt x="13570354" y="8030481"/>
                </a:lnTo>
                <a:lnTo>
                  <a:pt x="13612939" y="8012474"/>
                </a:lnTo>
                <a:lnTo>
                  <a:pt x="13653547" y="7990982"/>
                </a:lnTo>
                <a:lnTo>
                  <a:pt x="13691989" y="7966194"/>
                </a:lnTo>
                <a:lnTo>
                  <a:pt x="13728078" y="7938298"/>
                </a:lnTo>
                <a:lnTo>
                  <a:pt x="13761625" y="7907483"/>
                </a:lnTo>
                <a:lnTo>
                  <a:pt x="13792441" y="7873936"/>
                </a:lnTo>
                <a:lnTo>
                  <a:pt x="13820338" y="7837847"/>
                </a:lnTo>
                <a:lnTo>
                  <a:pt x="13845127" y="7799405"/>
                </a:lnTo>
                <a:lnTo>
                  <a:pt x="13866619" y="7758797"/>
                </a:lnTo>
                <a:lnTo>
                  <a:pt x="13884626" y="7716212"/>
                </a:lnTo>
                <a:lnTo>
                  <a:pt x="13898961" y="7671839"/>
                </a:lnTo>
                <a:lnTo>
                  <a:pt x="13909433" y="7625866"/>
                </a:lnTo>
                <a:lnTo>
                  <a:pt x="13915854" y="7578482"/>
                </a:lnTo>
                <a:lnTo>
                  <a:pt x="13918036" y="7529875"/>
                </a:lnTo>
                <a:lnTo>
                  <a:pt x="13918036" y="534015"/>
                </a:lnTo>
                <a:lnTo>
                  <a:pt x="13915854" y="485408"/>
                </a:lnTo>
                <a:lnTo>
                  <a:pt x="13909433" y="438023"/>
                </a:lnTo>
                <a:lnTo>
                  <a:pt x="13898961" y="392051"/>
                </a:lnTo>
                <a:lnTo>
                  <a:pt x="13884626" y="347677"/>
                </a:lnTo>
                <a:lnTo>
                  <a:pt x="13866619" y="305093"/>
                </a:lnTo>
                <a:lnTo>
                  <a:pt x="13845127" y="264485"/>
                </a:lnTo>
                <a:lnTo>
                  <a:pt x="13820338" y="226042"/>
                </a:lnTo>
                <a:lnTo>
                  <a:pt x="13792441" y="189953"/>
                </a:lnTo>
                <a:lnTo>
                  <a:pt x="13761625" y="156407"/>
                </a:lnTo>
                <a:lnTo>
                  <a:pt x="13728078" y="125592"/>
                </a:lnTo>
                <a:lnTo>
                  <a:pt x="13691989" y="97695"/>
                </a:lnTo>
                <a:lnTo>
                  <a:pt x="13653547" y="72907"/>
                </a:lnTo>
                <a:lnTo>
                  <a:pt x="13612939" y="51415"/>
                </a:lnTo>
                <a:lnTo>
                  <a:pt x="13570354" y="33408"/>
                </a:lnTo>
                <a:lnTo>
                  <a:pt x="13525982" y="19075"/>
                </a:lnTo>
                <a:lnTo>
                  <a:pt x="13480010" y="8603"/>
                </a:lnTo>
                <a:lnTo>
                  <a:pt x="13432627" y="2182"/>
                </a:lnTo>
                <a:lnTo>
                  <a:pt x="13384021" y="0"/>
                </a:lnTo>
                <a:close/>
              </a:path>
            </a:pathLst>
          </a:custGeom>
          <a:solidFill>
            <a:srgbClr val="FFF5D4"/>
          </a:solidFill>
        </p:spPr>
        <p:txBody>
          <a:bodyPr wrap="square" lIns="0" tIns="0" rIns="0" bIns="0" rtlCol="0"/>
          <a:lstStyle/>
          <a:p>
            <a:endParaRPr dirty="0"/>
          </a:p>
        </p:txBody>
      </p:sp>
      <p:sp>
        <p:nvSpPr>
          <p:cNvPr id="46" name="object 46"/>
          <p:cNvSpPr txBox="1"/>
          <p:nvPr/>
        </p:nvSpPr>
        <p:spPr>
          <a:xfrm>
            <a:off x="2127250" y="5788025"/>
            <a:ext cx="17221785" cy="8693405"/>
          </a:xfrm>
          <a:prstGeom prst="rect">
            <a:avLst/>
          </a:prstGeom>
        </p:spPr>
        <p:txBody>
          <a:bodyPr vert="horz" wrap="square" lIns="0" tIns="13970" rIns="0" bIns="0" rtlCol="0">
            <a:spAutoFit/>
          </a:bodyPr>
          <a:lstStyle/>
          <a:p>
            <a:pPr marL="12700" algn="just">
              <a:lnSpc>
                <a:spcPct val="100000"/>
              </a:lnSpc>
              <a:spcBef>
                <a:spcPts val="110"/>
              </a:spcBef>
            </a:pPr>
            <a:r>
              <a:rPr sz="4400" b="1" spc="-50" dirty="0">
                <a:solidFill>
                  <a:srgbClr val="333333"/>
                </a:solidFill>
                <a:latin typeface="Arial"/>
                <a:cs typeface="Arial"/>
              </a:rPr>
              <a:t>Air</a:t>
            </a:r>
            <a:r>
              <a:rPr sz="4400" b="1" spc="-80" dirty="0">
                <a:solidFill>
                  <a:srgbClr val="333333"/>
                </a:solidFill>
                <a:latin typeface="Arial"/>
                <a:cs typeface="Arial"/>
              </a:rPr>
              <a:t> </a:t>
            </a:r>
            <a:r>
              <a:rPr sz="4400" b="1" spc="-65" dirty="0">
                <a:solidFill>
                  <a:srgbClr val="333333"/>
                </a:solidFill>
                <a:latin typeface="Arial"/>
                <a:cs typeface="Arial"/>
              </a:rPr>
              <a:t>pollution</a:t>
            </a:r>
            <a:r>
              <a:rPr sz="4400" b="1" spc="-80" dirty="0">
                <a:solidFill>
                  <a:srgbClr val="333333"/>
                </a:solidFill>
                <a:latin typeface="Arial"/>
                <a:cs typeface="Arial"/>
              </a:rPr>
              <a:t> </a:t>
            </a:r>
            <a:r>
              <a:rPr sz="4400" b="1" spc="-40" dirty="0">
                <a:solidFill>
                  <a:srgbClr val="333333"/>
                </a:solidFill>
                <a:latin typeface="Arial"/>
                <a:cs typeface="Arial"/>
              </a:rPr>
              <a:t>can</a:t>
            </a:r>
            <a:r>
              <a:rPr sz="4400" b="1" spc="-75" dirty="0">
                <a:solidFill>
                  <a:srgbClr val="333333"/>
                </a:solidFill>
                <a:latin typeface="Arial"/>
                <a:cs typeface="Arial"/>
              </a:rPr>
              <a:t> </a:t>
            </a:r>
            <a:r>
              <a:rPr sz="4400" b="1" spc="-65" dirty="0">
                <a:solidFill>
                  <a:srgbClr val="333333"/>
                </a:solidFill>
                <a:latin typeface="Arial"/>
                <a:cs typeface="Arial"/>
              </a:rPr>
              <a:t>result</a:t>
            </a:r>
            <a:r>
              <a:rPr sz="4400" b="1" spc="-80" dirty="0">
                <a:solidFill>
                  <a:srgbClr val="333333"/>
                </a:solidFill>
                <a:latin typeface="Arial"/>
                <a:cs typeface="Arial"/>
              </a:rPr>
              <a:t> </a:t>
            </a:r>
            <a:r>
              <a:rPr sz="4400" b="1" spc="-85" dirty="0">
                <a:solidFill>
                  <a:srgbClr val="333333"/>
                </a:solidFill>
                <a:latin typeface="Arial"/>
                <a:cs typeface="Arial"/>
              </a:rPr>
              <a:t>in:</a:t>
            </a:r>
            <a:endParaRPr sz="4400" dirty="0">
              <a:latin typeface="Arial"/>
              <a:cs typeface="Arial"/>
            </a:endParaRPr>
          </a:p>
          <a:p>
            <a:pPr>
              <a:lnSpc>
                <a:spcPct val="100000"/>
              </a:lnSpc>
            </a:pPr>
            <a:endParaRPr sz="4300" dirty="0">
              <a:latin typeface="Arial"/>
              <a:cs typeface="Arial"/>
            </a:endParaRPr>
          </a:p>
          <a:p>
            <a:pPr marL="12700" marR="5080" algn="just">
              <a:lnSpc>
                <a:spcPct val="100299"/>
              </a:lnSpc>
            </a:pPr>
            <a:r>
              <a:rPr lang="en-US" sz="4000" b="1" spc="-65" dirty="0">
                <a:solidFill>
                  <a:srgbClr val="333333"/>
                </a:solidFill>
                <a:latin typeface="Arial"/>
                <a:cs typeface="Arial"/>
              </a:rPr>
              <a:t>r</a:t>
            </a:r>
            <a:r>
              <a:rPr sz="4000" b="1" spc="-65" dirty="0">
                <a:solidFill>
                  <a:srgbClr val="333333"/>
                </a:solidFill>
                <a:latin typeface="Arial"/>
                <a:cs typeface="Arial"/>
              </a:rPr>
              <a:t>educed </a:t>
            </a:r>
            <a:r>
              <a:rPr sz="4000" b="1" spc="-60" dirty="0">
                <a:solidFill>
                  <a:srgbClr val="333333"/>
                </a:solidFill>
                <a:latin typeface="Arial"/>
                <a:cs typeface="Arial"/>
              </a:rPr>
              <a:t>lung function </a:t>
            </a:r>
            <a:r>
              <a:rPr sz="4000" b="1" spc="-50" dirty="0">
                <a:solidFill>
                  <a:srgbClr val="333333"/>
                </a:solidFill>
                <a:latin typeface="Arial"/>
                <a:cs typeface="Arial"/>
              </a:rPr>
              <a:t>and rate </a:t>
            </a:r>
            <a:r>
              <a:rPr sz="4000" b="1" spc="-45" dirty="0">
                <a:solidFill>
                  <a:srgbClr val="333333"/>
                </a:solidFill>
                <a:latin typeface="Arial"/>
                <a:cs typeface="Arial"/>
              </a:rPr>
              <a:t>of </a:t>
            </a:r>
            <a:r>
              <a:rPr sz="4000" b="1" spc="-60" dirty="0">
                <a:solidFill>
                  <a:srgbClr val="333333"/>
                </a:solidFill>
                <a:latin typeface="Arial"/>
                <a:cs typeface="Arial"/>
              </a:rPr>
              <a:t>lung </a:t>
            </a:r>
            <a:r>
              <a:rPr sz="4000" b="1" spc="-50" dirty="0">
                <a:solidFill>
                  <a:srgbClr val="333333"/>
                </a:solidFill>
                <a:latin typeface="Arial"/>
                <a:cs typeface="Arial"/>
              </a:rPr>
              <a:t>growth, </a:t>
            </a:r>
            <a:r>
              <a:rPr sz="4000" b="1" spc="-55" dirty="0">
                <a:solidFill>
                  <a:srgbClr val="333333"/>
                </a:solidFill>
                <a:latin typeface="Arial"/>
                <a:cs typeface="Arial"/>
              </a:rPr>
              <a:t>respiratory </a:t>
            </a:r>
            <a:r>
              <a:rPr sz="4000" b="1" spc="-60" dirty="0">
                <a:solidFill>
                  <a:srgbClr val="333333"/>
                </a:solidFill>
                <a:latin typeface="Arial"/>
                <a:cs typeface="Arial"/>
              </a:rPr>
              <a:t>infections </a:t>
            </a:r>
            <a:r>
              <a:rPr sz="4000" b="1" spc="-75" dirty="0">
                <a:solidFill>
                  <a:srgbClr val="333333"/>
                </a:solidFill>
                <a:latin typeface="Arial"/>
                <a:cs typeface="Arial"/>
              </a:rPr>
              <a:t>(for example, </a:t>
            </a:r>
            <a:r>
              <a:rPr sz="4000" b="1" spc="-85" dirty="0">
                <a:solidFill>
                  <a:srgbClr val="333333"/>
                </a:solidFill>
                <a:latin typeface="Arial"/>
                <a:cs typeface="Arial"/>
              </a:rPr>
              <a:t>pneumonia), </a:t>
            </a:r>
            <a:r>
              <a:rPr sz="4000" b="1" spc="-1015" dirty="0">
                <a:solidFill>
                  <a:srgbClr val="333333"/>
                </a:solidFill>
                <a:latin typeface="Arial"/>
                <a:cs typeface="Arial"/>
              </a:rPr>
              <a:t> </a:t>
            </a:r>
            <a:r>
              <a:rPr sz="4000" b="1" spc="-50" dirty="0">
                <a:solidFill>
                  <a:srgbClr val="333333"/>
                </a:solidFill>
                <a:latin typeface="Arial"/>
                <a:cs typeface="Arial"/>
              </a:rPr>
              <a:t>and</a:t>
            </a:r>
            <a:r>
              <a:rPr sz="4000" b="1" spc="-75" dirty="0">
                <a:solidFill>
                  <a:srgbClr val="333333"/>
                </a:solidFill>
                <a:latin typeface="Arial"/>
                <a:cs typeface="Arial"/>
              </a:rPr>
              <a:t> </a:t>
            </a:r>
            <a:r>
              <a:rPr sz="4000" b="1" spc="-70" dirty="0">
                <a:solidFill>
                  <a:srgbClr val="333333"/>
                </a:solidFill>
                <a:latin typeface="Arial"/>
                <a:cs typeface="Arial"/>
              </a:rPr>
              <a:t>exacerbation </a:t>
            </a:r>
            <a:r>
              <a:rPr sz="4000" b="1" spc="-30" dirty="0">
                <a:solidFill>
                  <a:srgbClr val="333333"/>
                </a:solidFill>
                <a:latin typeface="Arial"/>
                <a:cs typeface="Arial"/>
              </a:rPr>
              <a:t>or</a:t>
            </a:r>
            <a:r>
              <a:rPr sz="4000" b="1" spc="-75" dirty="0">
                <a:solidFill>
                  <a:srgbClr val="333333"/>
                </a:solidFill>
                <a:latin typeface="Arial"/>
                <a:cs typeface="Arial"/>
              </a:rPr>
              <a:t> aggravation</a:t>
            </a:r>
            <a:r>
              <a:rPr sz="4000" b="1" spc="-70" dirty="0">
                <a:solidFill>
                  <a:srgbClr val="333333"/>
                </a:solidFill>
                <a:latin typeface="Arial"/>
                <a:cs typeface="Arial"/>
              </a:rPr>
              <a:t> </a:t>
            </a:r>
            <a:r>
              <a:rPr sz="4000" b="1" spc="-45" dirty="0">
                <a:solidFill>
                  <a:srgbClr val="333333"/>
                </a:solidFill>
                <a:latin typeface="Arial"/>
                <a:cs typeface="Arial"/>
              </a:rPr>
              <a:t>of</a:t>
            </a:r>
            <a:r>
              <a:rPr sz="4000" b="1" spc="-75" dirty="0">
                <a:solidFill>
                  <a:srgbClr val="333333"/>
                </a:solidFill>
                <a:latin typeface="Arial"/>
                <a:cs typeface="Arial"/>
              </a:rPr>
              <a:t> </a:t>
            </a:r>
            <a:r>
              <a:rPr sz="4000" b="1" spc="-55" dirty="0">
                <a:solidFill>
                  <a:srgbClr val="333333"/>
                </a:solidFill>
                <a:latin typeface="Arial"/>
                <a:cs typeface="Arial"/>
              </a:rPr>
              <a:t>asthma</a:t>
            </a:r>
            <a:r>
              <a:rPr lang="en-US" altLang="ja-JP" sz="4000" b="1" spc="-55" dirty="0">
                <a:solidFill>
                  <a:srgbClr val="333333"/>
                </a:solidFill>
                <a:latin typeface="Arial"/>
                <a:cs typeface="Arial"/>
              </a:rPr>
              <a:t>;</a:t>
            </a:r>
            <a:endParaRPr sz="4000" dirty="0">
              <a:latin typeface="Arial"/>
              <a:cs typeface="Arial"/>
            </a:endParaRPr>
          </a:p>
          <a:p>
            <a:pPr>
              <a:lnSpc>
                <a:spcPct val="100000"/>
              </a:lnSpc>
              <a:spcBef>
                <a:spcPts val="20"/>
              </a:spcBef>
            </a:pPr>
            <a:endParaRPr sz="3850" dirty="0">
              <a:latin typeface="Arial"/>
              <a:cs typeface="Arial"/>
            </a:endParaRPr>
          </a:p>
          <a:p>
            <a:pPr marL="12700" marR="1271905">
              <a:lnSpc>
                <a:spcPct val="100299"/>
              </a:lnSpc>
              <a:spcBef>
                <a:spcPts val="5"/>
              </a:spcBef>
            </a:pPr>
            <a:r>
              <a:rPr lang="en-US" sz="4000" b="1" spc="-45" dirty="0">
                <a:solidFill>
                  <a:srgbClr val="333333"/>
                </a:solidFill>
                <a:latin typeface="Arial"/>
                <a:cs typeface="Arial"/>
              </a:rPr>
              <a:t>p</a:t>
            </a:r>
            <a:r>
              <a:rPr sz="4000" b="1" spc="-45" dirty="0">
                <a:solidFill>
                  <a:srgbClr val="333333"/>
                </a:solidFill>
                <a:latin typeface="Arial"/>
                <a:cs typeface="Arial"/>
              </a:rPr>
              <a:t>re-term</a:t>
            </a:r>
            <a:r>
              <a:rPr sz="4000" b="1" spc="-75" dirty="0">
                <a:solidFill>
                  <a:srgbClr val="333333"/>
                </a:solidFill>
                <a:latin typeface="Arial"/>
                <a:cs typeface="Arial"/>
              </a:rPr>
              <a:t> </a:t>
            </a:r>
            <a:r>
              <a:rPr sz="4000" b="1" spc="-35" dirty="0">
                <a:solidFill>
                  <a:srgbClr val="333333"/>
                </a:solidFill>
                <a:latin typeface="Arial"/>
                <a:cs typeface="Arial"/>
              </a:rPr>
              <a:t>birth,</a:t>
            </a:r>
            <a:r>
              <a:rPr sz="4000" b="1" spc="-75" dirty="0">
                <a:solidFill>
                  <a:srgbClr val="333333"/>
                </a:solidFill>
                <a:latin typeface="Arial"/>
                <a:cs typeface="Arial"/>
              </a:rPr>
              <a:t> </a:t>
            </a:r>
            <a:r>
              <a:rPr sz="4000" b="1" spc="-60" dirty="0">
                <a:solidFill>
                  <a:srgbClr val="333333"/>
                </a:solidFill>
                <a:latin typeface="Arial"/>
                <a:cs typeface="Arial"/>
              </a:rPr>
              <a:t>low</a:t>
            </a:r>
            <a:r>
              <a:rPr sz="4000" b="1" spc="-70" dirty="0">
                <a:solidFill>
                  <a:srgbClr val="333333"/>
                </a:solidFill>
                <a:latin typeface="Arial"/>
                <a:cs typeface="Arial"/>
              </a:rPr>
              <a:t> </a:t>
            </a:r>
            <a:r>
              <a:rPr sz="4000" b="1" spc="-25" dirty="0">
                <a:solidFill>
                  <a:srgbClr val="333333"/>
                </a:solidFill>
                <a:latin typeface="Arial"/>
                <a:cs typeface="Arial"/>
              </a:rPr>
              <a:t>birth</a:t>
            </a:r>
            <a:r>
              <a:rPr sz="4000" b="1" spc="-75" dirty="0">
                <a:solidFill>
                  <a:srgbClr val="333333"/>
                </a:solidFill>
                <a:latin typeface="Arial"/>
                <a:cs typeface="Arial"/>
              </a:rPr>
              <a:t> </a:t>
            </a:r>
            <a:r>
              <a:rPr sz="4000" b="1" spc="-55" dirty="0">
                <a:solidFill>
                  <a:srgbClr val="333333"/>
                </a:solidFill>
                <a:latin typeface="Arial"/>
                <a:cs typeface="Arial"/>
              </a:rPr>
              <a:t>weight,</a:t>
            </a:r>
            <a:r>
              <a:rPr sz="4000" b="1" spc="-75" dirty="0">
                <a:solidFill>
                  <a:srgbClr val="333333"/>
                </a:solidFill>
                <a:latin typeface="Arial"/>
                <a:cs typeface="Arial"/>
              </a:rPr>
              <a:t> </a:t>
            </a:r>
            <a:r>
              <a:rPr lang="en-US" sz="4000" b="1" spc="-75" dirty="0">
                <a:solidFill>
                  <a:srgbClr val="333333"/>
                </a:solidFill>
                <a:latin typeface="Arial"/>
                <a:cs typeface="Arial"/>
              </a:rPr>
              <a:t>still birth </a:t>
            </a:r>
            <a:r>
              <a:rPr sz="4000" b="1" spc="-50" dirty="0">
                <a:solidFill>
                  <a:srgbClr val="333333"/>
                </a:solidFill>
                <a:latin typeface="Arial"/>
                <a:cs typeface="Arial"/>
              </a:rPr>
              <a:t>and</a:t>
            </a:r>
            <a:r>
              <a:rPr sz="4000" b="1" spc="-70" dirty="0">
                <a:solidFill>
                  <a:srgbClr val="333333"/>
                </a:solidFill>
                <a:latin typeface="Arial"/>
                <a:cs typeface="Arial"/>
              </a:rPr>
              <a:t> </a:t>
            </a:r>
            <a:r>
              <a:rPr sz="4000" b="1" spc="-65" dirty="0">
                <a:solidFill>
                  <a:srgbClr val="333333"/>
                </a:solidFill>
                <a:latin typeface="Arial"/>
                <a:cs typeface="Arial"/>
              </a:rPr>
              <a:t>small </a:t>
            </a:r>
            <a:r>
              <a:rPr sz="4000" b="1" spc="-1015" dirty="0">
                <a:solidFill>
                  <a:srgbClr val="333333"/>
                </a:solidFill>
                <a:latin typeface="Arial"/>
                <a:cs typeface="Arial"/>
              </a:rPr>
              <a:t> </a:t>
            </a:r>
            <a:r>
              <a:rPr sz="4000" b="1" spc="-50" dirty="0">
                <a:solidFill>
                  <a:srgbClr val="333333"/>
                </a:solidFill>
                <a:latin typeface="Arial"/>
                <a:cs typeface="Arial"/>
              </a:rPr>
              <a:t>for</a:t>
            </a:r>
            <a:r>
              <a:rPr sz="4000" b="1" spc="-75" dirty="0">
                <a:solidFill>
                  <a:srgbClr val="333333"/>
                </a:solidFill>
                <a:latin typeface="Arial"/>
                <a:cs typeface="Arial"/>
              </a:rPr>
              <a:t> </a:t>
            </a:r>
            <a:r>
              <a:rPr sz="4000" b="1" spc="-60" dirty="0">
                <a:solidFill>
                  <a:srgbClr val="333333"/>
                </a:solidFill>
                <a:latin typeface="Arial"/>
                <a:cs typeface="Arial"/>
              </a:rPr>
              <a:t>gestational</a:t>
            </a:r>
            <a:r>
              <a:rPr sz="4000" b="1" spc="-80" dirty="0">
                <a:solidFill>
                  <a:srgbClr val="333333"/>
                </a:solidFill>
                <a:latin typeface="Arial"/>
                <a:cs typeface="Arial"/>
              </a:rPr>
              <a:t> </a:t>
            </a:r>
            <a:r>
              <a:rPr sz="4000" b="1" spc="-40" dirty="0">
                <a:solidFill>
                  <a:srgbClr val="333333"/>
                </a:solidFill>
                <a:latin typeface="Arial"/>
                <a:cs typeface="Arial"/>
              </a:rPr>
              <a:t>age</a:t>
            </a:r>
            <a:r>
              <a:rPr lang="en-US" altLang="ja-JP" sz="4000" b="1" spc="-40" dirty="0">
                <a:solidFill>
                  <a:srgbClr val="333333"/>
                </a:solidFill>
                <a:latin typeface="Arial"/>
                <a:cs typeface="Arial"/>
              </a:rPr>
              <a:t>;</a:t>
            </a:r>
            <a:endParaRPr sz="4000" dirty="0">
              <a:latin typeface="Arial"/>
              <a:cs typeface="Arial"/>
            </a:endParaRPr>
          </a:p>
          <a:p>
            <a:pPr>
              <a:lnSpc>
                <a:spcPct val="100000"/>
              </a:lnSpc>
              <a:spcBef>
                <a:spcPts val="20"/>
              </a:spcBef>
            </a:pPr>
            <a:endParaRPr sz="3850" dirty="0">
              <a:latin typeface="Arial"/>
              <a:cs typeface="Arial"/>
            </a:endParaRPr>
          </a:p>
          <a:p>
            <a:pPr marL="12700" marR="2124710">
              <a:lnSpc>
                <a:spcPct val="100299"/>
              </a:lnSpc>
            </a:pPr>
            <a:r>
              <a:rPr lang="en-US" sz="4000" b="1" spc="-60" dirty="0">
                <a:solidFill>
                  <a:srgbClr val="333333"/>
                </a:solidFill>
                <a:latin typeface="Arial"/>
                <a:cs typeface="Arial"/>
              </a:rPr>
              <a:t>i</a:t>
            </a:r>
            <a:r>
              <a:rPr sz="4000" b="1" spc="-60" dirty="0">
                <a:solidFill>
                  <a:srgbClr val="333333"/>
                </a:solidFill>
                <a:latin typeface="Arial"/>
                <a:cs typeface="Arial"/>
              </a:rPr>
              <a:t>mpairment </a:t>
            </a:r>
            <a:r>
              <a:rPr lang="en-US" sz="4000" b="1" spc="-60" dirty="0">
                <a:solidFill>
                  <a:srgbClr val="333333"/>
                </a:solidFill>
                <a:latin typeface="Arial"/>
                <a:cs typeface="Arial"/>
              </a:rPr>
              <a:t>of</a:t>
            </a:r>
            <a:r>
              <a:rPr sz="4000" b="1" spc="-45" dirty="0">
                <a:solidFill>
                  <a:srgbClr val="333333"/>
                </a:solidFill>
                <a:latin typeface="Arial"/>
                <a:cs typeface="Arial"/>
              </a:rPr>
              <a:t> </a:t>
            </a:r>
            <a:r>
              <a:rPr sz="4000" b="1" spc="-90" dirty="0">
                <a:solidFill>
                  <a:srgbClr val="333333"/>
                </a:solidFill>
                <a:latin typeface="Arial"/>
                <a:cs typeface="Arial"/>
              </a:rPr>
              <a:t>children’s </a:t>
            </a:r>
            <a:r>
              <a:rPr sz="4000" b="1" spc="-70" dirty="0">
                <a:solidFill>
                  <a:srgbClr val="333333"/>
                </a:solidFill>
                <a:latin typeface="Arial"/>
                <a:cs typeface="Arial"/>
              </a:rPr>
              <a:t>cognitive </a:t>
            </a:r>
            <a:r>
              <a:rPr sz="4000" b="1" spc="-75" dirty="0">
                <a:solidFill>
                  <a:srgbClr val="333333"/>
                </a:solidFill>
                <a:latin typeface="Arial"/>
                <a:cs typeface="Arial"/>
              </a:rPr>
              <a:t>and </a:t>
            </a:r>
            <a:r>
              <a:rPr sz="4000" b="1" spc="-1015" dirty="0">
                <a:solidFill>
                  <a:srgbClr val="333333"/>
                </a:solidFill>
                <a:latin typeface="Arial"/>
                <a:cs typeface="Arial"/>
              </a:rPr>
              <a:t> </a:t>
            </a:r>
            <a:r>
              <a:rPr sz="4000" b="1" spc="-70" dirty="0">
                <a:solidFill>
                  <a:srgbClr val="333333"/>
                </a:solidFill>
                <a:latin typeface="Arial"/>
                <a:cs typeface="Arial"/>
              </a:rPr>
              <a:t>neurological</a:t>
            </a:r>
            <a:r>
              <a:rPr sz="4000" b="1" spc="-80" dirty="0">
                <a:solidFill>
                  <a:srgbClr val="333333"/>
                </a:solidFill>
                <a:latin typeface="Arial"/>
                <a:cs typeface="Arial"/>
              </a:rPr>
              <a:t> </a:t>
            </a:r>
            <a:r>
              <a:rPr sz="4000" b="1" spc="-75" dirty="0">
                <a:solidFill>
                  <a:srgbClr val="333333"/>
                </a:solidFill>
                <a:latin typeface="Arial"/>
                <a:cs typeface="Arial"/>
              </a:rPr>
              <a:t>development</a:t>
            </a:r>
            <a:r>
              <a:rPr lang="en-US" altLang="ja-JP" sz="4000" b="1" spc="-75" dirty="0">
                <a:solidFill>
                  <a:srgbClr val="333333"/>
                </a:solidFill>
                <a:latin typeface="Arial"/>
                <a:cs typeface="Arial"/>
              </a:rPr>
              <a:t>;</a:t>
            </a:r>
          </a:p>
          <a:p>
            <a:pPr marL="12700" marR="2124710">
              <a:lnSpc>
                <a:spcPct val="100299"/>
              </a:lnSpc>
            </a:pPr>
            <a:endParaRPr lang="en-US" altLang="ja-JP" sz="4000" b="1" spc="-75" dirty="0">
              <a:solidFill>
                <a:srgbClr val="333333"/>
              </a:solidFill>
              <a:latin typeface="Arial"/>
              <a:cs typeface="Arial"/>
            </a:endParaRPr>
          </a:p>
          <a:p>
            <a:pPr marL="12700" marR="2124710">
              <a:lnSpc>
                <a:spcPct val="100299"/>
              </a:lnSpc>
            </a:pPr>
            <a:r>
              <a:rPr lang="en-US" altLang="ja-JP" sz="4000" b="1" spc="-75" dirty="0">
                <a:solidFill>
                  <a:srgbClr val="333333"/>
                </a:solidFill>
                <a:latin typeface="Arial"/>
                <a:cs typeface="Arial"/>
              </a:rPr>
              <a:t>increased risk and incidence of otitis media;</a:t>
            </a:r>
          </a:p>
          <a:p>
            <a:pPr marL="12700" marR="2124710">
              <a:lnSpc>
                <a:spcPct val="100299"/>
              </a:lnSpc>
            </a:pPr>
            <a:endParaRPr lang="en-US" altLang="ja-JP" sz="4000" b="1" spc="-75" dirty="0">
              <a:solidFill>
                <a:srgbClr val="333333"/>
              </a:solidFill>
              <a:latin typeface="Arial"/>
              <a:cs typeface="Arial"/>
            </a:endParaRPr>
          </a:p>
          <a:p>
            <a:pPr marL="12700" marR="2124710">
              <a:lnSpc>
                <a:spcPct val="100299"/>
              </a:lnSpc>
            </a:pPr>
            <a:r>
              <a:rPr lang="en-US" sz="4000" b="1" spc="-75" dirty="0">
                <a:solidFill>
                  <a:srgbClr val="333333"/>
                </a:solidFill>
                <a:latin typeface="Arial"/>
                <a:cs typeface="Arial"/>
              </a:rPr>
              <a:t>development of some childhood cancers, including </a:t>
            </a:r>
            <a:r>
              <a:rPr lang="en-US" sz="4000" b="1" spc="-75" dirty="0" err="1">
                <a:solidFill>
                  <a:srgbClr val="333333"/>
                </a:solidFill>
                <a:latin typeface="Arial"/>
                <a:cs typeface="Arial"/>
              </a:rPr>
              <a:t>leukaemia</a:t>
            </a:r>
            <a:r>
              <a:rPr lang="en-US" sz="4000" b="1" spc="-75" dirty="0">
                <a:solidFill>
                  <a:srgbClr val="333333"/>
                </a:solidFill>
                <a:latin typeface="Arial"/>
                <a:cs typeface="Arial"/>
              </a:rPr>
              <a:t>;</a:t>
            </a:r>
            <a:endParaRPr sz="4000" dirty="0">
              <a:latin typeface="Arial"/>
              <a:cs typeface="Arial"/>
            </a:endParaRPr>
          </a:p>
        </p:txBody>
      </p:sp>
      <p:grpSp>
        <p:nvGrpSpPr>
          <p:cNvPr id="47" name="object 47"/>
          <p:cNvGrpSpPr/>
          <p:nvPr/>
        </p:nvGrpSpPr>
        <p:grpSpPr>
          <a:xfrm>
            <a:off x="1056974" y="7039926"/>
            <a:ext cx="765476" cy="7511100"/>
            <a:chOff x="1746250" y="8493824"/>
            <a:chExt cx="514661" cy="7892000"/>
          </a:xfrm>
        </p:grpSpPr>
        <p:sp>
          <p:nvSpPr>
            <p:cNvPr id="48" name="object 48"/>
            <p:cNvSpPr/>
            <p:nvPr/>
          </p:nvSpPr>
          <p:spPr>
            <a:xfrm>
              <a:off x="1764977" y="8493824"/>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dirty="0"/>
            </a:p>
          </p:txBody>
        </p:sp>
        <p:sp>
          <p:nvSpPr>
            <p:cNvPr id="49" name="object 49"/>
            <p:cNvSpPr/>
            <p:nvPr/>
          </p:nvSpPr>
          <p:spPr>
            <a:xfrm>
              <a:off x="1764977" y="10381006"/>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dirty="0"/>
            </a:p>
          </p:txBody>
        </p:sp>
        <p:sp>
          <p:nvSpPr>
            <p:cNvPr id="50" name="object 50"/>
            <p:cNvSpPr/>
            <p:nvPr/>
          </p:nvSpPr>
          <p:spPr>
            <a:xfrm>
              <a:off x="1764977" y="12197124"/>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dirty="0"/>
            </a:p>
          </p:txBody>
        </p:sp>
        <p:sp>
          <p:nvSpPr>
            <p:cNvPr id="53" name="object 50">
              <a:extLst>
                <a:ext uri="{FF2B5EF4-FFF2-40B4-BE49-F238E27FC236}">
                  <a16:creationId xmlns:a16="http://schemas.microsoft.com/office/drawing/2014/main" id="{EBBC13ED-D875-441D-A2D1-E8EAACBCEF7C}"/>
                </a:ext>
              </a:extLst>
            </p:cNvPr>
            <p:cNvSpPr/>
            <p:nvPr/>
          </p:nvSpPr>
          <p:spPr>
            <a:xfrm>
              <a:off x="1746250" y="14098321"/>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dirty="0"/>
            </a:p>
          </p:txBody>
        </p:sp>
        <p:sp>
          <p:nvSpPr>
            <p:cNvPr id="54" name="object 50">
              <a:extLst>
                <a:ext uri="{FF2B5EF4-FFF2-40B4-BE49-F238E27FC236}">
                  <a16:creationId xmlns:a16="http://schemas.microsoft.com/office/drawing/2014/main" id="{601E6292-7924-4C0C-94FB-2EB27F0F3612}"/>
                </a:ext>
              </a:extLst>
            </p:cNvPr>
            <p:cNvSpPr/>
            <p:nvPr/>
          </p:nvSpPr>
          <p:spPr>
            <a:xfrm>
              <a:off x="1746250" y="15379349"/>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dirty="0"/>
            </a:p>
          </p:txBody>
        </p:sp>
      </p:grpSp>
      <p:sp>
        <p:nvSpPr>
          <p:cNvPr id="51" name="object 51"/>
          <p:cNvSpPr txBox="1"/>
          <p:nvPr/>
        </p:nvSpPr>
        <p:spPr>
          <a:xfrm>
            <a:off x="1727696" y="4949825"/>
            <a:ext cx="3434715" cy="801370"/>
          </a:xfrm>
          <a:prstGeom prst="rect">
            <a:avLst/>
          </a:prstGeom>
          <a:solidFill>
            <a:srgbClr val="FF831A"/>
          </a:solidFill>
        </p:spPr>
        <p:txBody>
          <a:bodyPr vert="horz" wrap="square" lIns="0" tIns="139700" rIns="0" bIns="0" rtlCol="0">
            <a:spAutoFit/>
          </a:bodyPr>
          <a:lstStyle/>
          <a:p>
            <a:pPr marL="215265">
              <a:lnSpc>
                <a:spcPct val="100000"/>
              </a:lnSpc>
              <a:spcBef>
                <a:spcPts val="1100"/>
              </a:spcBef>
            </a:pPr>
            <a:r>
              <a:rPr sz="3100" spc="-25" dirty="0">
                <a:solidFill>
                  <a:srgbClr val="FFFFFF"/>
                </a:solidFill>
                <a:latin typeface="Arial Black"/>
                <a:cs typeface="Arial Black"/>
              </a:rPr>
              <a:t>Health</a:t>
            </a:r>
            <a:r>
              <a:rPr sz="3100" spc="-95" dirty="0">
                <a:solidFill>
                  <a:srgbClr val="FFFFFF"/>
                </a:solidFill>
                <a:latin typeface="Arial Black"/>
                <a:cs typeface="Arial Black"/>
              </a:rPr>
              <a:t> </a:t>
            </a:r>
            <a:r>
              <a:rPr sz="3100" spc="-20" dirty="0">
                <a:solidFill>
                  <a:srgbClr val="FFFFFF"/>
                </a:solidFill>
                <a:latin typeface="Arial Black"/>
                <a:cs typeface="Arial Black"/>
              </a:rPr>
              <a:t>effects</a:t>
            </a:r>
            <a:endParaRPr sz="3100">
              <a:latin typeface="Arial Black"/>
              <a:cs typeface="Arial Black"/>
            </a:endParaRPr>
          </a:p>
        </p:txBody>
      </p:sp>
      <p:sp>
        <p:nvSpPr>
          <p:cNvPr id="52" name="object 52"/>
          <p:cNvSpPr txBox="1">
            <a:spLocks noGrp="1"/>
          </p:cNvSpPr>
          <p:nvPr>
            <p:ph type="title"/>
          </p:nvPr>
        </p:nvSpPr>
        <p:spPr>
          <a:xfrm>
            <a:off x="3044798" y="3155601"/>
            <a:ext cx="6743065" cy="1282065"/>
          </a:xfrm>
          <a:prstGeom prst="rect">
            <a:avLst/>
          </a:prstGeom>
        </p:spPr>
        <p:txBody>
          <a:bodyPr vert="horz" wrap="square" lIns="0" tIns="12065" rIns="0" bIns="0" rtlCol="0">
            <a:spAutoFit/>
          </a:bodyPr>
          <a:lstStyle/>
          <a:p>
            <a:pPr marL="12700">
              <a:lnSpc>
                <a:spcPct val="100000"/>
              </a:lnSpc>
              <a:spcBef>
                <a:spcPts val="95"/>
              </a:spcBef>
            </a:pPr>
            <a:r>
              <a:rPr sz="8250" spc="-130" dirty="0"/>
              <a:t>Air</a:t>
            </a:r>
            <a:r>
              <a:rPr sz="8250" spc="-265" dirty="0"/>
              <a:t> </a:t>
            </a:r>
            <a:r>
              <a:rPr sz="8250" spc="-175" dirty="0"/>
              <a:t>pollution</a:t>
            </a:r>
            <a:endParaRPr sz="8250"/>
          </a:p>
        </p:txBody>
      </p:sp>
      <p:sp>
        <p:nvSpPr>
          <p:cNvPr id="55" name="テキスト ボックス 54">
            <a:extLst>
              <a:ext uri="{FF2B5EF4-FFF2-40B4-BE49-F238E27FC236}">
                <a16:creationId xmlns:a16="http://schemas.microsoft.com/office/drawing/2014/main" id="{A0EBDC15-5463-4548-B810-351C133651E8}"/>
              </a:ext>
            </a:extLst>
          </p:cNvPr>
          <p:cNvSpPr txBox="1"/>
          <p:nvPr/>
        </p:nvSpPr>
        <p:spPr>
          <a:xfrm>
            <a:off x="374650" y="143326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4</a:t>
            </a:r>
            <a:endParaRPr kumimoji="1" lang="ja-JP" altLang="en-US" sz="2800" dirty="0">
              <a:latin typeface="Arial Black" panose="020B0A040201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79661" y="6853300"/>
            <a:ext cx="495934" cy="1003300"/>
          </a:xfrm>
          <a:custGeom>
            <a:avLst/>
            <a:gdLst/>
            <a:ahLst/>
            <a:cxnLst/>
            <a:rect l="l" t="t" r="r" b="b"/>
            <a:pathLst>
              <a:path w="495934" h="1003300">
                <a:moveTo>
                  <a:pt x="0" y="1003163"/>
                </a:moveTo>
                <a:lnTo>
                  <a:pt x="495838" y="500225"/>
                </a:lnTo>
                <a:lnTo>
                  <a:pt x="0" y="0"/>
                </a:lnTo>
              </a:path>
            </a:pathLst>
          </a:custGeom>
          <a:ln w="41883">
            <a:solidFill>
              <a:srgbClr val="79C44F"/>
            </a:solidFill>
          </a:ln>
        </p:spPr>
        <p:txBody>
          <a:bodyPr wrap="square" lIns="0" tIns="0" rIns="0" bIns="0" rtlCol="0"/>
          <a:lstStyle/>
          <a:p>
            <a:endParaRPr/>
          </a:p>
        </p:txBody>
      </p:sp>
      <p:sp>
        <p:nvSpPr>
          <p:cNvPr id="3" name="object 3"/>
          <p:cNvSpPr/>
          <p:nvPr/>
        </p:nvSpPr>
        <p:spPr>
          <a:xfrm>
            <a:off x="979661" y="9955758"/>
            <a:ext cx="495934" cy="1006475"/>
          </a:xfrm>
          <a:custGeom>
            <a:avLst/>
            <a:gdLst/>
            <a:ahLst/>
            <a:cxnLst/>
            <a:rect l="l" t="t" r="r" b="b"/>
            <a:pathLst>
              <a:path w="495934" h="1006475">
                <a:moveTo>
                  <a:pt x="0" y="1005875"/>
                </a:moveTo>
                <a:lnTo>
                  <a:pt x="495838" y="502937"/>
                </a:lnTo>
                <a:lnTo>
                  <a:pt x="0" y="0"/>
                </a:lnTo>
              </a:path>
            </a:pathLst>
          </a:custGeom>
          <a:ln w="41883">
            <a:solidFill>
              <a:srgbClr val="FFD13B"/>
            </a:solidFill>
          </a:ln>
        </p:spPr>
        <p:txBody>
          <a:bodyPr wrap="square" lIns="0" tIns="0" rIns="0" bIns="0" rtlCol="0"/>
          <a:lstStyle/>
          <a:p>
            <a:endParaRPr/>
          </a:p>
        </p:txBody>
      </p:sp>
      <p:sp>
        <p:nvSpPr>
          <p:cNvPr id="4" name="object 4"/>
          <p:cNvSpPr/>
          <p:nvPr/>
        </p:nvSpPr>
        <p:spPr>
          <a:xfrm>
            <a:off x="979661" y="12468147"/>
            <a:ext cx="495934" cy="1006475"/>
          </a:xfrm>
          <a:custGeom>
            <a:avLst/>
            <a:gdLst/>
            <a:ahLst/>
            <a:cxnLst/>
            <a:rect l="l" t="t" r="r" b="b"/>
            <a:pathLst>
              <a:path w="495934" h="1006475">
                <a:moveTo>
                  <a:pt x="0" y="1005875"/>
                </a:moveTo>
                <a:lnTo>
                  <a:pt x="495838" y="502937"/>
                </a:lnTo>
                <a:lnTo>
                  <a:pt x="0" y="0"/>
                </a:lnTo>
              </a:path>
            </a:pathLst>
          </a:custGeom>
          <a:ln w="41883">
            <a:solidFill>
              <a:srgbClr val="00705C"/>
            </a:solidFill>
          </a:ln>
        </p:spPr>
        <p:txBody>
          <a:bodyPr wrap="square" lIns="0" tIns="0" rIns="0" bIns="0" rtlCol="0"/>
          <a:lstStyle/>
          <a:p>
            <a:endParaRPr/>
          </a:p>
        </p:txBody>
      </p:sp>
      <p:sp>
        <p:nvSpPr>
          <p:cNvPr id="5" name="object 5"/>
          <p:cNvSpPr txBox="1">
            <a:spLocks noGrp="1"/>
          </p:cNvSpPr>
          <p:nvPr>
            <p:ph sz="half" idx="2"/>
          </p:nvPr>
        </p:nvSpPr>
        <p:spPr>
          <a:xfrm>
            <a:off x="1862367" y="6653592"/>
            <a:ext cx="7470566" cy="8259184"/>
          </a:xfrm>
          <a:prstGeom prst="rect">
            <a:avLst/>
          </a:prstGeom>
        </p:spPr>
        <p:txBody>
          <a:bodyPr vert="horz" wrap="square" lIns="0" tIns="2540" rIns="0" bIns="0" rtlCol="0">
            <a:spAutoFit/>
          </a:bodyPr>
          <a:lstStyle/>
          <a:p>
            <a:pPr marL="12700" marR="5080">
              <a:lnSpc>
                <a:spcPct val="110200"/>
              </a:lnSpc>
              <a:spcBef>
                <a:spcPts val="20"/>
              </a:spcBef>
            </a:pPr>
            <a:r>
              <a:rPr sz="3800" b="0" spc="-45" dirty="0">
                <a:latin typeface="Arial Black"/>
                <a:cs typeface="Arial Black"/>
              </a:rPr>
              <a:t>Be </a:t>
            </a:r>
            <a:r>
              <a:rPr sz="3800" b="0" spc="-50" dirty="0">
                <a:latin typeface="Arial Black"/>
                <a:cs typeface="Arial Black"/>
              </a:rPr>
              <a:t>informed </a:t>
            </a:r>
            <a:r>
              <a:rPr sz="3800" b="0" spc="-55" dirty="0">
                <a:latin typeface="Arial Black"/>
                <a:cs typeface="Arial Black"/>
              </a:rPr>
              <a:t>about</a:t>
            </a:r>
            <a:r>
              <a:rPr lang="en-US" altLang="ja-JP" sz="3800" b="0" spc="-55" dirty="0">
                <a:latin typeface="Arial Black"/>
                <a:cs typeface="Arial Black"/>
              </a:rPr>
              <a:t> the</a:t>
            </a:r>
            <a:r>
              <a:rPr sz="3800" b="0" spc="-55" dirty="0">
                <a:latin typeface="Arial Black"/>
                <a:cs typeface="Arial Black"/>
              </a:rPr>
              <a:t> </a:t>
            </a:r>
            <a:r>
              <a:rPr sz="3800" b="0" spc="-50" dirty="0">
                <a:latin typeface="Arial Black"/>
                <a:cs typeface="Arial Black"/>
              </a:rPr>
              <a:t> </a:t>
            </a:r>
            <a:r>
              <a:rPr sz="3800" b="0" spc="-55" dirty="0">
                <a:latin typeface="Arial Black"/>
                <a:cs typeface="Arial Black"/>
              </a:rPr>
              <a:t>health</a:t>
            </a:r>
            <a:r>
              <a:rPr sz="3800" b="0" spc="-110" dirty="0">
                <a:latin typeface="Arial Black"/>
                <a:cs typeface="Arial Black"/>
              </a:rPr>
              <a:t> </a:t>
            </a:r>
            <a:r>
              <a:rPr sz="3800" b="0" spc="-45" dirty="0">
                <a:latin typeface="Arial Black" panose="020B0A04020102020204" pitchFamily="34" charset="0"/>
                <a:cs typeface="Arial Black"/>
              </a:rPr>
              <a:t>effects</a:t>
            </a:r>
            <a:r>
              <a:rPr sz="3800" b="0" spc="-95" dirty="0">
                <a:latin typeface="Arial Black" panose="020B0A04020102020204" pitchFamily="34" charset="0"/>
                <a:cs typeface="Arial Black"/>
              </a:rPr>
              <a:t> </a:t>
            </a:r>
            <a:r>
              <a:rPr spc="-45" dirty="0">
                <a:latin typeface="Arial Black" panose="020B0A04020102020204" pitchFamily="34" charset="0"/>
              </a:rPr>
              <a:t>of</a:t>
            </a:r>
            <a:r>
              <a:rPr spc="-90" dirty="0">
                <a:latin typeface="Arial Black" panose="020B0A04020102020204" pitchFamily="34" charset="0"/>
              </a:rPr>
              <a:t> </a:t>
            </a:r>
            <a:r>
              <a:rPr spc="-75" dirty="0">
                <a:latin typeface="Arial Black" panose="020B0A04020102020204" pitchFamily="34" charset="0"/>
              </a:rPr>
              <a:t>exposure </a:t>
            </a:r>
            <a:r>
              <a:rPr spc="-1015" dirty="0">
                <a:latin typeface="Arial Black" panose="020B0A04020102020204" pitchFamily="34" charset="0"/>
              </a:rPr>
              <a:t> </a:t>
            </a:r>
            <a:r>
              <a:rPr spc="-40" dirty="0"/>
              <a:t>to </a:t>
            </a:r>
            <a:r>
              <a:rPr spc="-50" dirty="0"/>
              <a:t>air </a:t>
            </a:r>
            <a:r>
              <a:rPr spc="-65" dirty="0"/>
              <a:t>pollution, </a:t>
            </a:r>
            <a:r>
              <a:rPr spc="-70" dirty="0"/>
              <a:t>especially </a:t>
            </a:r>
            <a:r>
              <a:rPr spc="-75" dirty="0"/>
              <a:t>on </a:t>
            </a:r>
            <a:r>
              <a:rPr spc="-1015" dirty="0"/>
              <a:t> </a:t>
            </a:r>
            <a:r>
              <a:rPr spc="-70" dirty="0"/>
              <a:t>children</a:t>
            </a:r>
            <a:endParaRPr sz="3800" dirty="0">
              <a:latin typeface="Arial Black"/>
              <a:cs typeface="Arial Black"/>
            </a:endParaRPr>
          </a:p>
          <a:p>
            <a:pPr>
              <a:lnSpc>
                <a:spcPct val="100000"/>
              </a:lnSpc>
              <a:spcBef>
                <a:spcPts val="25"/>
              </a:spcBef>
            </a:pPr>
            <a:endParaRPr sz="4200" dirty="0"/>
          </a:p>
          <a:p>
            <a:pPr marL="12700" marR="1441450">
              <a:lnSpc>
                <a:spcPct val="111000"/>
              </a:lnSpc>
            </a:pPr>
            <a:r>
              <a:rPr sz="3800" b="0" spc="-65" dirty="0">
                <a:latin typeface="Arial Black"/>
                <a:cs typeface="Arial Black"/>
              </a:rPr>
              <a:t>Advise </a:t>
            </a:r>
            <a:r>
              <a:rPr sz="3800" b="0" spc="-70" dirty="0">
                <a:latin typeface="Arial Black"/>
                <a:cs typeface="Arial Black"/>
              </a:rPr>
              <a:t>families </a:t>
            </a:r>
            <a:r>
              <a:rPr spc="-75" dirty="0">
                <a:latin typeface="Arial Black" panose="020B0A04020102020204" pitchFamily="34" charset="0"/>
              </a:rPr>
              <a:t>on</a:t>
            </a:r>
            <a:r>
              <a:rPr lang="en-US" altLang="ja-JP" spc="-75" dirty="0">
                <a:latin typeface="Arial Black" panose="020B0A04020102020204" pitchFamily="34" charset="0"/>
              </a:rPr>
              <a:t> </a:t>
            </a:r>
            <a:r>
              <a:rPr lang="en-US" spc="-75" dirty="0">
                <a:latin typeface="Arial Black" panose="020B0A04020102020204" pitchFamily="34" charset="0"/>
              </a:rPr>
              <a:t>ways of</a:t>
            </a:r>
            <a:r>
              <a:rPr spc="-70" dirty="0">
                <a:latin typeface="Arial Black" panose="020B0A04020102020204" pitchFamily="34" charset="0"/>
              </a:rPr>
              <a:t> </a:t>
            </a:r>
            <a:r>
              <a:rPr spc="-65" dirty="0">
                <a:latin typeface="Arial" panose="020B0604020202020204" pitchFamily="34" charset="0"/>
                <a:cs typeface="Arial" panose="020B0604020202020204" pitchFamily="34" charset="0"/>
              </a:rPr>
              <a:t>promoting</a:t>
            </a:r>
            <a:r>
              <a:rPr spc="-135" dirty="0">
                <a:latin typeface="Arial" panose="020B0604020202020204" pitchFamily="34" charset="0"/>
                <a:cs typeface="Arial" panose="020B0604020202020204" pitchFamily="34" charset="0"/>
              </a:rPr>
              <a:t> </a:t>
            </a:r>
            <a:r>
              <a:rPr spc="-65" dirty="0">
                <a:latin typeface="Arial" panose="020B0604020202020204" pitchFamily="34" charset="0"/>
                <a:cs typeface="Arial" panose="020B0604020202020204" pitchFamily="34" charset="0"/>
              </a:rPr>
              <a:t>sustainable </a:t>
            </a:r>
            <a:r>
              <a:rPr spc="-1010" dirty="0">
                <a:latin typeface="Arial" panose="020B0604020202020204" pitchFamily="34" charset="0"/>
                <a:cs typeface="Arial" panose="020B0604020202020204" pitchFamily="34" charset="0"/>
              </a:rPr>
              <a:t> </a:t>
            </a:r>
            <a:r>
              <a:rPr spc="-65" dirty="0">
                <a:latin typeface="Arial" panose="020B0604020202020204" pitchFamily="34" charset="0"/>
                <a:cs typeface="Arial" panose="020B0604020202020204" pitchFamily="34" charset="0"/>
              </a:rPr>
              <a:t>lifestyles</a:t>
            </a:r>
            <a:endParaRPr sz="3800" dirty="0">
              <a:latin typeface="Arial" panose="020B0604020202020204" pitchFamily="34" charset="0"/>
              <a:cs typeface="Arial" panose="020B0604020202020204" pitchFamily="34" charset="0"/>
            </a:endParaRPr>
          </a:p>
          <a:p>
            <a:pPr>
              <a:lnSpc>
                <a:spcPct val="100000"/>
              </a:lnSpc>
              <a:spcBef>
                <a:spcPts val="30"/>
              </a:spcBef>
            </a:pPr>
            <a:endParaRPr sz="4250" dirty="0"/>
          </a:p>
          <a:p>
            <a:pPr marL="12700" marR="222885">
              <a:lnSpc>
                <a:spcPct val="109600"/>
              </a:lnSpc>
              <a:spcBef>
                <a:spcPts val="5"/>
              </a:spcBef>
            </a:pPr>
            <a:r>
              <a:rPr sz="3800" b="0" spc="-55" dirty="0">
                <a:latin typeface="Arial Black"/>
                <a:cs typeface="Arial Black"/>
              </a:rPr>
              <a:t>Engage</a:t>
            </a:r>
            <a:r>
              <a:rPr sz="3800" b="0" spc="-120" dirty="0">
                <a:latin typeface="Arial Black"/>
                <a:cs typeface="Arial Black"/>
              </a:rPr>
              <a:t> </a:t>
            </a:r>
            <a:r>
              <a:rPr sz="3800" b="0" spc="-45" dirty="0">
                <a:latin typeface="Arial Black"/>
                <a:cs typeface="Arial Black"/>
              </a:rPr>
              <a:t>with</a:t>
            </a:r>
            <a:r>
              <a:rPr sz="3800" b="0" spc="-114" dirty="0">
                <a:latin typeface="Arial Black"/>
                <a:cs typeface="Arial Black"/>
              </a:rPr>
              <a:t> </a:t>
            </a:r>
            <a:r>
              <a:rPr lang="en-US" sz="3800" b="0" spc="-40" dirty="0">
                <a:latin typeface="Arial Black"/>
                <a:cs typeface="Arial Black"/>
              </a:rPr>
              <a:t>other</a:t>
            </a:r>
            <a:r>
              <a:rPr sz="3800" b="0" spc="-40" dirty="0">
                <a:latin typeface="Arial Black"/>
                <a:cs typeface="Arial Black"/>
              </a:rPr>
              <a:t> </a:t>
            </a:r>
            <a:r>
              <a:rPr sz="3800" b="0" spc="-1255" dirty="0">
                <a:latin typeface="Arial Black"/>
                <a:cs typeface="Arial Black"/>
              </a:rPr>
              <a:t> </a:t>
            </a:r>
            <a:r>
              <a:rPr sz="3800" b="0" spc="-65" dirty="0">
                <a:latin typeface="Arial Black"/>
                <a:cs typeface="Arial Black"/>
              </a:rPr>
              <a:t>sectors </a:t>
            </a:r>
            <a:r>
              <a:rPr spc="-50" dirty="0"/>
              <a:t>and </a:t>
            </a:r>
            <a:r>
              <a:rPr spc="-65" dirty="0"/>
              <a:t>advocate</a:t>
            </a:r>
            <a:r>
              <a:rPr lang="en-US" altLang="ja-JP" spc="-65" dirty="0"/>
              <a:t> adoption of air pollution policies</a:t>
            </a:r>
            <a:r>
              <a:rPr spc="-65" dirty="0"/>
              <a:t> </a:t>
            </a:r>
            <a:r>
              <a:rPr spc="-75" dirty="0"/>
              <a:t>at </a:t>
            </a:r>
            <a:r>
              <a:rPr spc="-55" dirty="0"/>
              <a:t>local</a:t>
            </a:r>
            <a:r>
              <a:rPr spc="-80" dirty="0"/>
              <a:t> </a:t>
            </a:r>
            <a:r>
              <a:rPr spc="-50" dirty="0"/>
              <a:t>and</a:t>
            </a:r>
            <a:r>
              <a:rPr spc="-80" dirty="0"/>
              <a:t> </a:t>
            </a:r>
            <a:r>
              <a:rPr spc="-60" dirty="0"/>
              <a:t>national</a:t>
            </a:r>
            <a:r>
              <a:rPr spc="-75" dirty="0"/>
              <a:t> </a:t>
            </a:r>
            <a:r>
              <a:rPr spc="-85" dirty="0"/>
              <a:t>levels</a:t>
            </a:r>
            <a:endParaRPr sz="3800" dirty="0">
              <a:latin typeface="Arial Black"/>
              <a:cs typeface="Arial Black"/>
            </a:endParaRPr>
          </a:p>
        </p:txBody>
      </p:sp>
      <p:sp>
        <p:nvSpPr>
          <p:cNvPr id="6" name="object 6"/>
          <p:cNvSpPr/>
          <p:nvPr/>
        </p:nvSpPr>
        <p:spPr>
          <a:xfrm>
            <a:off x="9679823" y="6853302"/>
            <a:ext cx="495934" cy="1006475"/>
          </a:xfrm>
          <a:custGeom>
            <a:avLst/>
            <a:gdLst/>
            <a:ahLst/>
            <a:cxnLst/>
            <a:rect l="l" t="t" r="r" b="b"/>
            <a:pathLst>
              <a:path w="495934" h="1006475">
                <a:moveTo>
                  <a:pt x="0" y="1005875"/>
                </a:moveTo>
                <a:lnTo>
                  <a:pt x="495838" y="502937"/>
                </a:lnTo>
                <a:lnTo>
                  <a:pt x="0" y="0"/>
                </a:lnTo>
              </a:path>
            </a:pathLst>
          </a:custGeom>
          <a:ln w="41883">
            <a:solidFill>
              <a:srgbClr val="79C44F"/>
            </a:solidFill>
          </a:ln>
        </p:spPr>
        <p:txBody>
          <a:bodyPr wrap="square" lIns="0" tIns="0" rIns="0" bIns="0" rtlCol="0"/>
          <a:lstStyle/>
          <a:p>
            <a:endParaRPr/>
          </a:p>
        </p:txBody>
      </p:sp>
      <p:sp>
        <p:nvSpPr>
          <p:cNvPr id="7" name="object 7"/>
          <p:cNvSpPr/>
          <p:nvPr/>
        </p:nvSpPr>
        <p:spPr>
          <a:xfrm>
            <a:off x="9679823" y="9048750"/>
            <a:ext cx="495934" cy="1006475"/>
          </a:xfrm>
          <a:custGeom>
            <a:avLst/>
            <a:gdLst/>
            <a:ahLst/>
            <a:cxnLst/>
            <a:rect l="l" t="t" r="r" b="b"/>
            <a:pathLst>
              <a:path w="495934" h="1006475">
                <a:moveTo>
                  <a:pt x="0" y="1005875"/>
                </a:moveTo>
                <a:lnTo>
                  <a:pt x="495838" y="502937"/>
                </a:lnTo>
                <a:lnTo>
                  <a:pt x="0" y="0"/>
                </a:lnTo>
              </a:path>
            </a:pathLst>
          </a:custGeom>
          <a:ln w="41883">
            <a:solidFill>
              <a:srgbClr val="0E9C4E"/>
            </a:solidFill>
          </a:ln>
        </p:spPr>
        <p:txBody>
          <a:bodyPr wrap="square" lIns="0" tIns="0" rIns="0" bIns="0" rtlCol="0"/>
          <a:lstStyle/>
          <a:p>
            <a:endParaRPr/>
          </a:p>
        </p:txBody>
      </p:sp>
      <p:sp>
        <p:nvSpPr>
          <p:cNvPr id="8" name="object 8"/>
          <p:cNvSpPr txBox="1"/>
          <p:nvPr/>
        </p:nvSpPr>
        <p:spPr>
          <a:xfrm>
            <a:off x="10522647" y="6604887"/>
            <a:ext cx="8984214" cy="8158772"/>
          </a:xfrm>
          <a:prstGeom prst="rect">
            <a:avLst/>
          </a:prstGeom>
        </p:spPr>
        <p:txBody>
          <a:bodyPr vert="horz" wrap="square" lIns="0" tIns="73660" rIns="0" bIns="0" rtlCol="0">
            <a:spAutoFit/>
          </a:bodyPr>
          <a:lstStyle/>
          <a:p>
            <a:pPr marL="12700">
              <a:lnSpc>
                <a:spcPct val="100000"/>
              </a:lnSpc>
              <a:spcBef>
                <a:spcPts val="580"/>
              </a:spcBef>
            </a:pPr>
            <a:r>
              <a:rPr sz="3800" spc="-65" dirty="0">
                <a:solidFill>
                  <a:srgbClr val="333333"/>
                </a:solidFill>
                <a:latin typeface="Arial Black"/>
                <a:cs typeface="Arial Black"/>
              </a:rPr>
              <a:t>Recognize</a:t>
            </a:r>
            <a:r>
              <a:rPr sz="3800" spc="-105" dirty="0">
                <a:solidFill>
                  <a:srgbClr val="333333"/>
                </a:solidFill>
                <a:latin typeface="Arial Black"/>
                <a:cs typeface="Arial Black"/>
              </a:rPr>
              <a:t> </a:t>
            </a:r>
            <a:r>
              <a:rPr sz="3800" spc="-45" dirty="0">
                <a:solidFill>
                  <a:srgbClr val="333333"/>
                </a:solidFill>
                <a:latin typeface="Arial Black"/>
                <a:cs typeface="Arial Black"/>
              </a:rPr>
              <a:t>and</a:t>
            </a:r>
            <a:r>
              <a:rPr sz="3800" spc="-105" dirty="0">
                <a:solidFill>
                  <a:srgbClr val="333333"/>
                </a:solidFill>
                <a:latin typeface="Arial Black"/>
                <a:cs typeface="Arial Black"/>
              </a:rPr>
              <a:t> </a:t>
            </a:r>
            <a:r>
              <a:rPr sz="3800" spc="-60" dirty="0">
                <a:solidFill>
                  <a:srgbClr val="333333"/>
                </a:solidFill>
                <a:latin typeface="Arial Black"/>
                <a:cs typeface="Arial Black"/>
              </a:rPr>
              <a:t>assess</a:t>
            </a:r>
            <a:r>
              <a:rPr lang="en-US" altLang="ja-JP" sz="3800" spc="-60" dirty="0">
                <a:solidFill>
                  <a:srgbClr val="333333"/>
                </a:solidFill>
                <a:latin typeface="Arial Black"/>
                <a:cs typeface="Arial Black"/>
              </a:rPr>
              <a:t> </a:t>
            </a:r>
            <a:r>
              <a:rPr sz="3700" b="1" spc="-75" dirty="0">
                <a:solidFill>
                  <a:srgbClr val="333333"/>
                </a:solidFill>
                <a:latin typeface="Arial Black" panose="020B0A04020102020204" pitchFamily="34" charset="0"/>
                <a:cs typeface="Arial"/>
              </a:rPr>
              <a:t>exposure</a:t>
            </a:r>
            <a:r>
              <a:rPr sz="3700" b="1" spc="-110" dirty="0">
                <a:solidFill>
                  <a:srgbClr val="333333"/>
                </a:solidFill>
                <a:latin typeface="Arial Black" panose="020B0A04020102020204" pitchFamily="34" charset="0"/>
                <a:cs typeface="Arial"/>
              </a:rPr>
              <a:t> </a:t>
            </a:r>
            <a:r>
              <a:rPr sz="3700" b="1" spc="-65" dirty="0">
                <a:solidFill>
                  <a:srgbClr val="333333"/>
                </a:solidFill>
                <a:latin typeface="Arial Black" panose="020B0A04020102020204" pitchFamily="34" charset="0"/>
                <a:cs typeface="Arial"/>
              </a:rPr>
              <a:t>risks</a:t>
            </a:r>
            <a:r>
              <a:rPr lang="en-US" altLang="ja-JP" sz="3700" b="1" spc="-65" dirty="0">
                <a:solidFill>
                  <a:srgbClr val="333333"/>
                </a:solidFill>
                <a:latin typeface="Arial Black" panose="020B0A04020102020204" pitchFamily="34" charset="0"/>
                <a:cs typeface="Arial"/>
              </a:rPr>
              <a:t> </a:t>
            </a:r>
            <a:r>
              <a:rPr lang="en-US" altLang="ja-JP" sz="3700" b="1" spc="-65" dirty="0">
                <a:solidFill>
                  <a:srgbClr val="333333"/>
                </a:solidFill>
                <a:latin typeface="Arial"/>
                <a:cs typeface="Arial"/>
              </a:rPr>
              <a:t>in pregnant women and/or child patients</a:t>
            </a:r>
            <a:endParaRPr sz="3700" dirty="0">
              <a:latin typeface="Arial"/>
              <a:cs typeface="Arial"/>
            </a:endParaRPr>
          </a:p>
          <a:p>
            <a:pPr>
              <a:lnSpc>
                <a:spcPct val="100000"/>
              </a:lnSpc>
            </a:pPr>
            <a:endParaRPr sz="4250" dirty="0">
              <a:latin typeface="Arial"/>
              <a:cs typeface="Arial"/>
            </a:endParaRPr>
          </a:p>
          <a:p>
            <a:pPr marL="12700" marR="5080">
              <a:lnSpc>
                <a:spcPct val="110200"/>
              </a:lnSpc>
              <a:spcBef>
                <a:spcPts val="5"/>
              </a:spcBef>
            </a:pPr>
            <a:r>
              <a:rPr lang="en-US" altLang="ja-JP" sz="3800" spc="-45" dirty="0">
                <a:solidFill>
                  <a:srgbClr val="333333"/>
                </a:solidFill>
                <a:latin typeface="Arial Black"/>
                <a:cs typeface="Arial Black"/>
              </a:rPr>
              <a:t>Advise families on switching to clean household fuels, </a:t>
            </a:r>
            <a:r>
              <a:rPr lang="en-US" altLang="ja-JP" sz="3700" b="1" spc="-45" dirty="0">
                <a:solidFill>
                  <a:srgbClr val="333333"/>
                </a:solidFill>
                <a:latin typeface="Arial" panose="020B0604020202020204" pitchFamily="34" charset="0"/>
                <a:cs typeface="Arial" panose="020B0604020202020204" pitchFamily="34" charset="0"/>
              </a:rPr>
              <a:t>increasing indoor ventilation, and keeping indoor environments dry</a:t>
            </a:r>
          </a:p>
          <a:p>
            <a:pPr marL="12700" marR="5080">
              <a:lnSpc>
                <a:spcPct val="110200"/>
              </a:lnSpc>
              <a:spcBef>
                <a:spcPts val="5"/>
              </a:spcBef>
            </a:pPr>
            <a:endParaRPr lang="en-US" altLang="ja-JP" sz="3800" spc="-45" dirty="0">
              <a:solidFill>
                <a:srgbClr val="333333"/>
              </a:solidFill>
              <a:latin typeface="Arial Black"/>
              <a:cs typeface="Arial Black"/>
            </a:endParaRPr>
          </a:p>
          <a:p>
            <a:pPr marL="12700" marR="5080">
              <a:lnSpc>
                <a:spcPct val="110200"/>
              </a:lnSpc>
              <a:spcBef>
                <a:spcPts val="5"/>
              </a:spcBef>
            </a:pPr>
            <a:r>
              <a:rPr sz="3800" spc="-45" dirty="0">
                <a:solidFill>
                  <a:srgbClr val="333333"/>
                </a:solidFill>
                <a:latin typeface="Arial Black"/>
                <a:cs typeface="Arial Black"/>
              </a:rPr>
              <a:t>Be </a:t>
            </a:r>
            <a:r>
              <a:rPr sz="3800" spc="-90" dirty="0">
                <a:solidFill>
                  <a:srgbClr val="333333"/>
                </a:solidFill>
                <a:latin typeface="Arial Black"/>
                <a:cs typeface="Arial Black"/>
              </a:rPr>
              <a:t>aware </a:t>
            </a:r>
            <a:r>
              <a:rPr sz="3800" spc="-35" dirty="0">
                <a:solidFill>
                  <a:srgbClr val="333333"/>
                </a:solidFill>
                <a:latin typeface="Arial Black"/>
                <a:cs typeface="Arial Black"/>
              </a:rPr>
              <a:t>of </a:t>
            </a:r>
            <a:r>
              <a:rPr sz="3800" spc="-60" dirty="0">
                <a:solidFill>
                  <a:srgbClr val="333333"/>
                </a:solidFill>
                <a:latin typeface="Arial Black"/>
                <a:cs typeface="Arial Black"/>
              </a:rPr>
              <a:t>local, </a:t>
            </a:r>
            <a:r>
              <a:rPr sz="3800" spc="-65" dirty="0">
                <a:solidFill>
                  <a:srgbClr val="333333"/>
                </a:solidFill>
                <a:latin typeface="Arial Black"/>
                <a:cs typeface="Arial Black"/>
              </a:rPr>
              <a:t>national </a:t>
            </a:r>
            <a:r>
              <a:rPr sz="3800" spc="-1255" dirty="0">
                <a:solidFill>
                  <a:srgbClr val="333333"/>
                </a:solidFill>
                <a:latin typeface="Arial Black"/>
                <a:cs typeface="Arial Black"/>
              </a:rPr>
              <a:t> </a:t>
            </a:r>
            <a:r>
              <a:rPr sz="3800" spc="-45" dirty="0">
                <a:solidFill>
                  <a:srgbClr val="333333"/>
                </a:solidFill>
                <a:latin typeface="Arial Black"/>
                <a:cs typeface="Arial Black"/>
              </a:rPr>
              <a:t>and </a:t>
            </a:r>
            <a:r>
              <a:rPr sz="3800" spc="-65" dirty="0">
                <a:solidFill>
                  <a:srgbClr val="333333"/>
                </a:solidFill>
                <a:latin typeface="Arial Black"/>
                <a:cs typeface="Arial Black"/>
              </a:rPr>
              <a:t>international </a:t>
            </a:r>
            <a:r>
              <a:rPr sz="3700" b="1" spc="-70" dirty="0">
                <a:solidFill>
                  <a:srgbClr val="333333"/>
                </a:solidFill>
                <a:latin typeface="Arial"/>
                <a:cs typeface="Arial"/>
              </a:rPr>
              <a:t>medical </a:t>
            </a:r>
            <a:r>
              <a:rPr sz="3700" b="1" spc="-65" dirty="0">
                <a:solidFill>
                  <a:srgbClr val="333333"/>
                </a:solidFill>
                <a:latin typeface="Arial"/>
                <a:cs typeface="Arial"/>
              </a:rPr>
              <a:t> </a:t>
            </a:r>
            <a:r>
              <a:rPr sz="3700" b="1" spc="-50" dirty="0">
                <a:solidFill>
                  <a:srgbClr val="333333"/>
                </a:solidFill>
                <a:latin typeface="Arial"/>
                <a:cs typeface="Arial"/>
              </a:rPr>
              <a:t>and </a:t>
            </a:r>
            <a:r>
              <a:rPr sz="3700" b="1" spc="-55" dirty="0">
                <a:solidFill>
                  <a:srgbClr val="333333"/>
                </a:solidFill>
                <a:latin typeface="Arial"/>
                <a:cs typeface="Arial"/>
              </a:rPr>
              <a:t>health-related </a:t>
            </a:r>
            <a:r>
              <a:rPr sz="3700" b="1" spc="-65" dirty="0">
                <a:solidFill>
                  <a:srgbClr val="333333"/>
                </a:solidFill>
                <a:latin typeface="Arial"/>
                <a:cs typeface="Arial"/>
              </a:rPr>
              <a:t>societies</a:t>
            </a:r>
            <a:r>
              <a:rPr sz="3700" b="1" spc="-80" dirty="0">
                <a:solidFill>
                  <a:srgbClr val="333333"/>
                </a:solidFill>
                <a:latin typeface="Arial"/>
                <a:cs typeface="Arial"/>
              </a:rPr>
              <a:t> </a:t>
            </a:r>
            <a:r>
              <a:rPr sz="3700" b="1" spc="-65" dirty="0">
                <a:solidFill>
                  <a:srgbClr val="333333"/>
                </a:solidFill>
                <a:latin typeface="Arial"/>
                <a:cs typeface="Arial"/>
              </a:rPr>
              <a:t>active</a:t>
            </a:r>
            <a:r>
              <a:rPr sz="3700" b="1" spc="-75" dirty="0">
                <a:solidFill>
                  <a:srgbClr val="333333"/>
                </a:solidFill>
                <a:latin typeface="Arial"/>
                <a:cs typeface="Arial"/>
              </a:rPr>
              <a:t> </a:t>
            </a:r>
            <a:r>
              <a:rPr sz="3700" b="1" spc="-45" dirty="0">
                <a:solidFill>
                  <a:srgbClr val="333333"/>
                </a:solidFill>
                <a:latin typeface="Arial"/>
                <a:cs typeface="Arial"/>
              </a:rPr>
              <a:t>in</a:t>
            </a:r>
            <a:r>
              <a:rPr sz="3700" b="1" spc="-75" dirty="0">
                <a:solidFill>
                  <a:srgbClr val="333333"/>
                </a:solidFill>
                <a:latin typeface="Arial"/>
                <a:cs typeface="Arial"/>
              </a:rPr>
              <a:t> </a:t>
            </a:r>
            <a:r>
              <a:rPr sz="3700" b="1" spc="-35" dirty="0">
                <a:solidFill>
                  <a:srgbClr val="333333"/>
                </a:solidFill>
                <a:latin typeface="Arial"/>
                <a:cs typeface="Arial"/>
              </a:rPr>
              <a:t>the</a:t>
            </a:r>
            <a:r>
              <a:rPr sz="3700" b="1" spc="-75" dirty="0">
                <a:solidFill>
                  <a:srgbClr val="333333"/>
                </a:solidFill>
                <a:latin typeface="Arial"/>
                <a:cs typeface="Arial"/>
              </a:rPr>
              <a:t> </a:t>
            </a:r>
            <a:r>
              <a:rPr sz="3700" b="1" spc="-40" dirty="0">
                <a:solidFill>
                  <a:srgbClr val="333333"/>
                </a:solidFill>
                <a:latin typeface="Arial"/>
                <a:cs typeface="Arial"/>
              </a:rPr>
              <a:t>field</a:t>
            </a:r>
            <a:r>
              <a:rPr sz="3700" b="1" spc="-75" dirty="0">
                <a:solidFill>
                  <a:srgbClr val="333333"/>
                </a:solidFill>
                <a:latin typeface="Arial"/>
                <a:cs typeface="Arial"/>
              </a:rPr>
              <a:t> </a:t>
            </a:r>
            <a:r>
              <a:rPr sz="3700" b="1" spc="-45" dirty="0">
                <a:solidFill>
                  <a:srgbClr val="333333"/>
                </a:solidFill>
                <a:latin typeface="Arial"/>
                <a:cs typeface="Arial"/>
              </a:rPr>
              <a:t>of</a:t>
            </a:r>
            <a:r>
              <a:rPr lang="en-US" altLang="ja-JP" sz="3700" b="1" spc="-45" dirty="0">
                <a:solidFill>
                  <a:srgbClr val="333333"/>
                </a:solidFill>
                <a:latin typeface="Arial"/>
                <a:cs typeface="Arial"/>
              </a:rPr>
              <a:t> </a:t>
            </a:r>
            <a:r>
              <a:rPr sz="3700" b="1" spc="-50" dirty="0">
                <a:solidFill>
                  <a:srgbClr val="333333"/>
                </a:solidFill>
                <a:latin typeface="Arial"/>
                <a:cs typeface="Arial"/>
              </a:rPr>
              <a:t>air</a:t>
            </a:r>
            <a:r>
              <a:rPr sz="3700" b="1" spc="-114" dirty="0">
                <a:solidFill>
                  <a:srgbClr val="333333"/>
                </a:solidFill>
                <a:latin typeface="Arial"/>
                <a:cs typeface="Arial"/>
              </a:rPr>
              <a:t> </a:t>
            </a:r>
            <a:r>
              <a:rPr sz="3700" b="1" spc="-70" dirty="0">
                <a:solidFill>
                  <a:srgbClr val="333333"/>
                </a:solidFill>
                <a:latin typeface="Arial"/>
                <a:cs typeface="Arial"/>
              </a:rPr>
              <a:t>pollution</a:t>
            </a:r>
            <a:endParaRPr sz="3700" dirty="0">
              <a:latin typeface="Arial"/>
              <a:cs typeface="Arial"/>
            </a:endParaRPr>
          </a:p>
        </p:txBody>
      </p:sp>
      <p:sp>
        <p:nvSpPr>
          <p:cNvPr id="9" name="object 9"/>
          <p:cNvSpPr txBox="1"/>
          <p:nvPr/>
        </p:nvSpPr>
        <p:spPr>
          <a:xfrm>
            <a:off x="921437" y="5361093"/>
            <a:ext cx="5296535" cy="618118"/>
          </a:xfrm>
          <a:prstGeom prst="rect">
            <a:avLst/>
          </a:prstGeom>
          <a:solidFill>
            <a:srgbClr val="00705C"/>
          </a:solidFill>
        </p:spPr>
        <p:txBody>
          <a:bodyPr vert="horz" wrap="square" lIns="0" tIns="139700" rIns="0" bIns="0" rtlCol="0">
            <a:spAutoFit/>
          </a:bodyPr>
          <a:lstStyle/>
          <a:p>
            <a:pPr marL="215265">
              <a:lnSpc>
                <a:spcPct val="100000"/>
              </a:lnSpc>
              <a:spcBef>
                <a:spcPts val="1100"/>
              </a:spcBef>
            </a:pPr>
            <a:r>
              <a:rPr sz="3100" spc="-30" dirty="0">
                <a:solidFill>
                  <a:srgbClr val="FFFFFF"/>
                </a:solidFill>
                <a:latin typeface="Arial Black"/>
                <a:cs typeface="Arial Black"/>
              </a:rPr>
              <a:t>Recommended</a:t>
            </a:r>
            <a:r>
              <a:rPr sz="3100" spc="-90" dirty="0">
                <a:solidFill>
                  <a:srgbClr val="FFFFFF"/>
                </a:solidFill>
                <a:latin typeface="Arial Black"/>
                <a:cs typeface="Arial Black"/>
              </a:rPr>
              <a:t> </a:t>
            </a:r>
            <a:r>
              <a:rPr sz="3100" spc="-30" dirty="0">
                <a:solidFill>
                  <a:srgbClr val="FFFFFF"/>
                </a:solidFill>
                <a:latin typeface="Arial Black"/>
                <a:cs typeface="Arial Black"/>
              </a:rPr>
              <a:t>action</a:t>
            </a:r>
            <a:r>
              <a:rPr lang="en-US" sz="3100" spc="-30" dirty="0">
                <a:solidFill>
                  <a:srgbClr val="FFFFFF"/>
                </a:solidFill>
                <a:latin typeface="Arial Black"/>
                <a:cs typeface="Arial Black"/>
              </a:rPr>
              <a:t>s</a:t>
            </a:r>
            <a:endParaRPr sz="3100" dirty="0">
              <a:latin typeface="Arial Black"/>
              <a:cs typeface="Arial Black"/>
            </a:endParaRPr>
          </a:p>
        </p:txBody>
      </p:sp>
      <p:grpSp>
        <p:nvGrpSpPr>
          <p:cNvPr id="10" name="object 10"/>
          <p:cNvGrpSpPr/>
          <p:nvPr/>
        </p:nvGrpSpPr>
        <p:grpSpPr>
          <a:xfrm>
            <a:off x="2512792" y="0"/>
            <a:ext cx="17591405" cy="2513330"/>
            <a:chOff x="2512792" y="0"/>
            <a:chExt cx="17591405" cy="2513330"/>
          </a:xfrm>
        </p:grpSpPr>
        <p:sp>
          <p:nvSpPr>
            <p:cNvPr id="11" name="object 11"/>
            <p:cNvSpPr/>
            <p:nvPr/>
          </p:nvSpPr>
          <p:spPr>
            <a:xfrm>
              <a:off x="2512783" y="0"/>
              <a:ext cx="17591405" cy="2513330"/>
            </a:xfrm>
            <a:custGeom>
              <a:avLst/>
              <a:gdLst/>
              <a:ahLst/>
              <a:cxnLst/>
              <a:rect l="l" t="t" r="r" b="b"/>
              <a:pathLst>
                <a:path w="17591405" h="2513330">
                  <a:moveTo>
                    <a:pt x="15078075" y="12"/>
                  </a:moveTo>
                  <a:lnTo>
                    <a:pt x="0" y="12"/>
                  </a:lnTo>
                  <a:lnTo>
                    <a:pt x="0" y="2512796"/>
                  </a:lnTo>
                  <a:lnTo>
                    <a:pt x="15078075" y="2512796"/>
                  </a:lnTo>
                  <a:lnTo>
                    <a:pt x="15078075" y="12"/>
                  </a:lnTo>
                  <a:close/>
                </a:path>
                <a:path w="17591405" h="2513330">
                  <a:moveTo>
                    <a:pt x="17591316" y="0"/>
                  </a:moveTo>
                  <a:lnTo>
                    <a:pt x="15078520" y="0"/>
                  </a:lnTo>
                  <a:lnTo>
                    <a:pt x="15078520" y="2512796"/>
                  </a:lnTo>
                  <a:lnTo>
                    <a:pt x="17591316" y="2512796"/>
                  </a:lnTo>
                  <a:lnTo>
                    <a:pt x="17591316" y="0"/>
                  </a:lnTo>
                  <a:close/>
                </a:path>
              </a:pathLst>
            </a:custGeom>
            <a:solidFill>
              <a:srgbClr val="FFF5D4"/>
            </a:solidFill>
          </p:spPr>
          <p:txBody>
            <a:bodyPr wrap="square" lIns="0" tIns="0" rIns="0" bIns="0" rtlCol="0"/>
            <a:lstStyle/>
            <a:p>
              <a:endParaRPr/>
            </a:p>
          </p:txBody>
        </p:sp>
        <p:sp>
          <p:nvSpPr>
            <p:cNvPr id="12" name="object 12"/>
            <p:cNvSpPr/>
            <p:nvPr/>
          </p:nvSpPr>
          <p:spPr>
            <a:xfrm>
              <a:off x="17591307" y="0"/>
              <a:ext cx="2513330" cy="2513330"/>
            </a:xfrm>
            <a:custGeom>
              <a:avLst/>
              <a:gdLst/>
              <a:ahLst/>
              <a:cxnLst/>
              <a:rect l="l" t="t" r="r" b="b"/>
              <a:pathLst>
                <a:path w="2513330" h="2513330">
                  <a:moveTo>
                    <a:pt x="2512792" y="0"/>
                  </a:moveTo>
                  <a:lnTo>
                    <a:pt x="0" y="0"/>
                  </a:lnTo>
                  <a:lnTo>
                    <a:pt x="2512792" y="2512792"/>
                  </a:lnTo>
                  <a:lnTo>
                    <a:pt x="2512792" y="0"/>
                  </a:lnTo>
                  <a:close/>
                </a:path>
              </a:pathLst>
            </a:custGeom>
            <a:solidFill>
              <a:srgbClr val="00705C"/>
            </a:solidFill>
          </p:spPr>
          <p:txBody>
            <a:bodyPr wrap="square" lIns="0" tIns="0" rIns="0" bIns="0" rtlCol="0"/>
            <a:lstStyle/>
            <a:p>
              <a:endParaRPr/>
            </a:p>
          </p:txBody>
        </p:sp>
        <p:sp>
          <p:nvSpPr>
            <p:cNvPr id="13" name="object 13"/>
            <p:cNvSpPr/>
            <p:nvPr/>
          </p:nvSpPr>
          <p:spPr>
            <a:xfrm>
              <a:off x="17775859" y="164971"/>
              <a:ext cx="2122805" cy="1995805"/>
            </a:xfrm>
            <a:custGeom>
              <a:avLst/>
              <a:gdLst/>
              <a:ahLst/>
              <a:cxnLst/>
              <a:rect l="l" t="t" r="r" b="b"/>
              <a:pathLst>
                <a:path w="2122805" h="1995805">
                  <a:moveTo>
                    <a:pt x="911009" y="0"/>
                  </a:moveTo>
                  <a:lnTo>
                    <a:pt x="863114" y="3992"/>
                  </a:lnTo>
                  <a:lnTo>
                    <a:pt x="816488" y="12361"/>
                  </a:lnTo>
                  <a:lnTo>
                    <a:pt x="771358" y="24907"/>
                  </a:lnTo>
                  <a:lnTo>
                    <a:pt x="727948" y="41429"/>
                  </a:lnTo>
                  <a:lnTo>
                    <a:pt x="686483" y="61729"/>
                  </a:lnTo>
                  <a:lnTo>
                    <a:pt x="647188" y="85606"/>
                  </a:lnTo>
                  <a:lnTo>
                    <a:pt x="610288" y="112860"/>
                  </a:lnTo>
                  <a:lnTo>
                    <a:pt x="576007" y="143293"/>
                  </a:lnTo>
                  <a:lnTo>
                    <a:pt x="544572" y="176703"/>
                  </a:lnTo>
                  <a:lnTo>
                    <a:pt x="516206" y="212892"/>
                  </a:lnTo>
                  <a:lnTo>
                    <a:pt x="491135" y="251660"/>
                  </a:lnTo>
                  <a:lnTo>
                    <a:pt x="469584" y="292806"/>
                  </a:lnTo>
                  <a:lnTo>
                    <a:pt x="451778" y="336132"/>
                  </a:lnTo>
                  <a:lnTo>
                    <a:pt x="437941" y="381437"/>
                  </a:lnTo>
                  <a:lnTo>
                    <a:pt x="428298" y="428521"/>
                  </a:lnTo>
                  <a:lnTo>
                    <a:pt x="423076" y="477186"/>
                  </a:lnTo>
                  <a:lnTo>
                    <a:pt x="422233" y="515169"/>
                  </a:lnTo>
                  <a:lnTo>
                    <a:pt x="424175" y="552549"/>
                  </a:lnTo>
                  <a:lnTo>
                    <a:pt x="428795" y="589228"/>
                  </a:lnTo>
                  <a:lnTo>
                    <a:pt x="435986" y="625108"/>
                  </a:lnTo>
                  <a:lnTo>
                    <a:pt x="420889" y="621822"/>
                  </a:lnTo>
                  <a:lnTo>
                    <a:pt x="405554" y="619161"/>
                  </a:lnTo>
                  <a:lnTo>
                    <a:pt x="389985" y="617160"/>
                  </a:lnTo>
                  <a:lnTo>
                    <a:pt x="374187" y="615852"/>
                  </a:lnTo>
                  <a:lnTo>
                    <a:pt x="326072" y="616228"/>
                  </a:lnTo>
                  <a:lnTo>
                    <a:pt x="279549" y="622888"/>
                  </a:lnTo>
                  <a:lnTo>
                    <a:pt x="235064" y="635436"/>
                  </a:lnTo>
                  <a:lnTo>
                    <a:pt x="193064" y="653476"/>
                  </a:lnTo>
                  <a:lnTo>
                    <a:pt x="153994" y="676613"/>
                  </a:lnTo>
                  <a:lnTo>
                    <a:pt x="118300" y="704450"/>
                  </a:lnTo>
                  <a:lnTo>
                    <a:pt x="86427" y="736593"/>
                  </a:lnTo>
                  <a:lnTo>
                    <a:pt x="58823" y="772645"/>
                  </a:lnTo>
                  <a:lnTo>
                    <a:pt x="35932" y="812210"/>
                  </a:lnTo>
                  <a:lnTo>
                    <a:pt x="18200" y="854893"/>
                  </a:lnTo>
                  <a:lnTo>
                    <a:pt x="6074" y="900299"/>
                  </a:lnTo>
                  <a:lnTo>
                    <a:pt x="0" y="948030"/>
                  </a:lnTo>
                  <a:lnTo>
                    <a:pt x="788" y="1001122"/>
                  </a:lnTo>
                  <a:lnTo>
                    <a:pt x="9206" y="1052202"/>
                  </a:lnTo>
                  <a:lnTo>
                    <a:pt x="24717" y="1100674"/>
                  </a:lnTo>
                  <a:lnTo>
                    <a:pt x="46786" y="1145935"/>
                  </a:lnTo>
                  <a:lnTo>
                    <a:pt x="74877" y="1187389"/>
                  </a:lnTo>
                  <a:lnTo>
                    <a:pt x="108456" y="1224433"/>
                  </a:lnTo>
                  <a:lnTo>
                    <a:pt x="146985" y="1256470"/>
                  </a:lnTo>
                  <a:lnTo>
                    <a:pt x="189931" y="1282900"/>
                  </a:lnTo>
                  <a:lnTo>
                    <a:pt x="157741" y="1315166"/>
                  </a:lnTo>
                  <a:lnTo>
                    <a:pt x="130870" y="1352210"/>
                  </a:lnTo>
                  <a:lnTo>
                    <a:pt x="110000" y="1393438"/>
                  </a:lnTo>
                  <a:lnTo>
                    <a:pt x="95810" y="1438255"/>
                  </a:lnTo>
                  <a:lnTo>
                    <a:pt x="88981" y="1486066"/>
                  </a:lnTo>
                  <a:lnTo>
                    <a:pt x="89979" y="1533304"/>
                  </a:lnTo>
                  <a:lnTo>
                    <a:pt x="98310" y="1578553"/>
                  </a:lnTo>
                  <a:lnTo>
                    <a:pt x="113412" y="1621182"/>
                  </a:lnTo>
                  <a:lnTo>
                    <a:pt x="134724" y="1660559"/>
                  </a:lnTo>
                  <a:lnTo>
                    <a:pt x="161686" y="1696052"/>
                  </a:lnTo>
                  <a:lnTo>
                    <a:pt x="193735" y="1727028"/>
                  </a:lnTo>
                  <a:lnTo>
                    <a:pt x="230310" y="1752856"/>
                  </a:lnTo>
                  <a:lnTo>
                    <a:pt x="270850" y="1772903"/>
                  </a:lnTo>
                  <a:lnTo>
                    <a:pt x="314794" y="1786536"/>
                  </a:lnTo>
                  <a:lnTo>
                    <a:pt x="361580" y="1793125"/>
                  </a:lnTo>
                  <a:lnTo>
                    <a:pt x="384138" y="1795064"/>
                  </a:lnTo>
                  <a:lnTo>
                    <a:pt x="413041" y="1798509"/>
                  </a:lnTo>
                  <a:lnTo>
                    <a:pt x="487765" y="1809401"/>
                  </a:lnTo>
                  <a:lnTo>
                    <a:pt x="532526" y="1816587"/>
                  </a:lnTo>
                  <a:lnTo>
                    <a:pt x="581512" y="1824762"/>
                  </a:lnTo>
                  <a:lnTo>
                    <a:pt x="690045" y="1843555"/>
                  </a:lnTo>
                  <a:lnTo>
                    <a:pt x="1125135" y="1921380"/>
                  </a:lnTo>
                  <a:lnTo>
                    <a:pt x="1247740" y="1942778"/>
                  </a:lnTo>
                  <a:lnTo>
                    <a:pt x="1306108" y="1952688"/>
                  </a:lnTo>
                  <a:lnTo>
                    <a:pt x="1361814" y="1961901"/>
                  </a:lnTo>
                  <a:lnTo>
                    <a:pt x="1414328" y="1970285"/>
                  </a:lnTo>
                  <a:lnTo>
                    <a:pt x="1463119" y="1977711"/>
                  </a:lnTo>
                  <a:lnTo>
                    <a:pt x="1507658" y="1984050"/>
                  </a:lnTo>
                  <a:lnTo>
                    <a:pt x="1547415" y="1989172"/>
                  </a:lnTo>
                  <a:lnTo>
                    <a:pt x="1610464" y="1995245"/>
                  </a:lnTo>
                  <a:lnTo>
                    <a:pt x="1658915" y="1995117"/>
                  </a:lnTo>
                  <a:lnTo>
                    <a:pt x="1705919" y="1989126"/>
                  </a:lnTo>
                  <a:lnTo>
                    <a:pt x="1751095" y="1977612"/>
                  </a:lnTo>
                  <a:lnTo>
                    <a:pt x="1794059" y="1960914"/>
                  </a:lnTo>
                  <a:lnTo>
                    <a:pt x="1834430" y="1939370"/>
                  </a:lnTo>
                  <a:lnTo>
                    <a:pt x="1871826" y="1913320"/>
                  </a:lnTo>
                  <a:lnTo>
                    <a:pt x="1905864" y="1883103"/>
                  </a:lnTo>
                  <a:lnTo>
                    <a:pt x="1936163" y="1849058"/>
                  </a:lnTo>
                  <a:lnTo>
                    <a:pt x="1962340" y="1811525"/>
                  </a:lnTo>
                  <a:lnTo>
                    <a:pt x="1984014" y="1770842"/>
                  </a:lnTo>
                  <a:lnTo>
                    <a:pt x="2000801" y="1727348"/>
                  </a:lnTo>
                  <a:lnTo>
                    <a:pt x="2012320" y="1681384"/>
                  </a:lnTo>
                  <a:lnTo>
                    <a:pt x="2018189" y="1633287"/>
                  </a:lnTo>
                  <a:lnTo>
                    <a:pt x="2017920" y="1582759"/>
                  </a:lnTo>
                  <a:lnTo>
                    <a:pt x="2011281" y="1533828"/>
                  </a:lnTo>
                  <a:lnTo>
                    <a:pt x="1998659" y="1486927"/>
                  </a:lnTo>
                  <a:lnTo>
                    <a:pt x="1980440" y="1442489"/>
                  </a:lnTo>
                  <a:lnTo>
                    <a:pt x="1957009" y="1400947"/>
                  </a:lnTo>
                  <a:lnTo>
                    <a:pt x="1928752" y="1362735"/>
                  </a:lnTo>
                  <a:lnTo>
                    <a:pt x="1896056" y="1328286"/>
                  </a:lnTo>
                  <a:lnTo>
                    <a:pt x="1859305" y="1298032"/>
                  </a:lnTo>
                  <a:lnTo>
                    <a:pt x="1818887" y="1272408"/>
                  </a:lnTo>
                  <a:lnTo>
                    <a:pt x="1863274" y="1256886"/>
                  </a:lnTo>
                  <a:lnTo>
                    <a:pt x="1905320" y="1236672"/>
                  </a:lnTo>
                  <a:lnTo>
                    <a:pt x="1944686" y="1212064"/>
                  </a:lnTo>
                  <a:lnTo>
                    <a:pt x="1981036" y="1183362"/>
                  </a:lnTo>
                  <a:lnTo>
                    <a:pt x="2014031" y="1150864"/>
                  </a:lnTo>
                  <a:lnTo>
                    <a:pt x="2043332" y="1114870"/>
                  </a:lnTo>
                  <a:lnTo>
                    <a:pt x="2068604" y="1075678"/>
                  </a:lnTo>
                  <a:lnTo>
                    <a:pt x="2089506" y="1033587"/>
                  </a:lnTo>
                  <a:lnTo>
                    <a:pt x="2105703" y="988897"/>
                  </a:lnTo>
                  <a:lnTo>
                    <a:pt x="2116855" y="941905"/>
                  </a:lnTo>
                  <a:lnTo>
                    <a:pt x="2122626" y="892912"/>
                  </a:lnTo>
                  <a:lnTo>
                    <a:pt x="2122714" y="843747"/>
                  </a:lnTo>
                  <a:lnTo>
                    <a:pt x="2117259" y="795919"/>
                  </a:lnTo>
                  <a:lnTo>
                    <a:pt x="2106560" y="749761"/>
                  </a:lnTo>
                  <a:lnTo>
                    <a:pt x="2090912" y="705608"/>
                  </a:lnTo>
                  <a:lnTo>
                    <a:pt x="2070612" y="663794"/>
                  </a:lnTo>
                  <a:lnTo>
                    <a:pt x="2045956" y="624652"/>
                  </a:lnTo>
                  <a:lnTo>
                    <a:pt x="2017240" y="588517"/>
                  </a:lnTo>
                  <a:lnTo>
                    <a:pt x="1984763" y="555722"/>
                  </a:lnTo>
                  <a:lnTo>
                    <a:pt x="1948819" y="526601"/>
                  </a:lnTo>
                  <a:lnTo>
                    <a:pt x="1909705" y="501489"/>
                  </a:lnTo>
                  <a:lnTo>
                    <a:pt x="1867719" y="480720"/>
                  </a:lnTo>
                  <a:lnTo>
                    <a:pt x="1823156" y="464626"/>
                  </a:lnTo>
                  <a:lnTo>
                    <a:pt x="1776313" y="453543"/>
                  </a:lnTo>
                  <a:lnTo>
                    <a:pt x="1727486" y="447805"/>
                  </a:lnTo>
                  <a:lnTo>
                    <a:pt x="1673241" y="448038"/>
                  </a:lnTo>
                  <a:lnTo>
                    <a:pt x="1620674" y="455003"/>
                  </a:lnTo>
                  <a:lnTo>
                    <a:pt x="1570234" y="468298"/>
                  </a:lnTo>
                  <a:lnTo>
                    <a:pt x="1522371" y="487520"/>
                  </a:lnTo>
                  <a:lnTo>
                    <a:pt x="1477532" y="512267"/>
                  </a:lnTo>
                  <a:lnTo>
                    <a:pt x="1436165" y="542137"/>
                  </a:lnTo>
                  <a:lnTo>
                    <a:pt x="1436553" y="537457"/>
                  </a:lnTo>
                  <a:lnTo>
                    <a:pt x="1437136" y="488516"/>
                  </a:lnTo>
                  <a:lnTo>
                    <a:pt x="1433143" y="440620"/>
                  </a:lnTo>
                  <a:lnTo>
                    <a:pt x="1424774" y="393995"/>
                  </a:lnTo>
                  <a:lnTo>
                    <a:pt x="1412229" y="348864"/>
                  </a:lnTo>
                  <a:lnTo>
                    <a:pt x="1395706" y="305453"/>
                  </a:lnTo>
                  <a:lnTo>
                    <a:pt x="1375407" y="263988"/>
                  </a:lnTo>
                  <a:lnTo>
                    <a:pt x="1351530" y="224692"/>
                  </a:lnTo>
                  <a:lnTo>
                    <a:pt x="1324275" y="187791"/>
                  </a:lnTo>
                  <a:lnTo>
                    <a:pt x="1293843" y="153511"/>
                  </a:lnTo>
                  <a:lnTo>
                    <a:pt x="1260432" y="122075"/>
                  </a:lnTo>
                  <a:lnTo>
                    <a:pt x="1224244" y="93709"/>
                  </a:lnTo>
                  <a:lnTo>
                    <a:pt x="1185476" y="68638"/>
                  </a:lnTo>
                  <a:lnTo>
                    <a:pt x="1144329" y="47087"/>
                  </a:lnTo>
                  <a:lnTo>
                    <a:pt x="1101004" y="29281"/>
                  </a:lnTo>
                  <a:lnTo>
                    <a:pt x="1055699" y="15445"/>
                  </a:lnTo>
                  <a:lnTo>
                    <a:pt x="1008614" y="5804"/>
                  </a:lnTo>
                  <a:lnTo>
                    <a:pt x="959949" y="583"/>
                  </a:lnTo>
                  <a:lnTo>
                    <a:pt x="911009" y="0"/>
                  </a:lnTo>
                  <a:close/>
                </a:path>
              </a:pathLst>
            </a:custGeom>
            <a:solidFill>
              <a:srgbClr val="0E9C4E"/>
            </a:solidFill>
          </p:spPr>
          <p:txBody>
            <a:bodyPr wrap="square" lIns="0" tIns="0" rIns="0" bIns="0" rtlCol="0"/>
            <a:lstStyle/>
            <a:p>
              <a:endParaRPr/>
            </a:p>
          </p:txBody>
        </p:sp>
        <p:sp>
          <p:nvSpPr>
            <p:cNvPr id="14" name="object 14"/>
            <p:cNvSpPr/>
            <p:nvPr/>
          </p:nvSpPr>
          <p:spPr>
            <a:xfrm>
              <a:off x="18049383" y="1263228"/>
              <a:ext cx="1622425" cy="1244600"/>
            </a:xfrm>
            <a:custGeom>
              <a:avLst/>
              <a:gdLst/>
              <a:ahLst/>
              <a:cxnLst/>
              <a:rect l="l" t="t" r="r" b="b"/>
              <a:pathLst>
                <a:path w="1622425" h="1244600">
                  <a:moveTo>
                    <a:pt x="712665" y="0"/>
                  </a:moveTo>
                  <a:lnTo>
                    <a:pt x="766180" y="161757"/>
                  </a:lnTo>
                  <a:lnTo>
                    <a:pt x="765170" y="252026"/>
                  </a:lnTo>
                  <a:lnTo>
                    <a:pt x="692670" y="303519"/>
                  </a:lnTo>
                  <a:lnTo>
                    <a:pt x="531718" y="348952"/>
                  </a:lnTo>
                  <a:lnTo>
                    <a:pt x="379304" y="443564"/>
                  </a:lnTo>
                  <a:lnTo>
                    <a:pt x="318067" y="582399"/>
                  </a:lnTo>
                  <a:lnTo>
                    <a:pt x="309537" y="707906"/>
                  </a:lnTo>
                  <a:lnTo>
                    <a:pt x="315243" y="762531"/>
                  </a:lnTo>
                  <a:lnTo>
                    <a:pt x="290858" y="648082"/>
                  </a:lnTo>
                  <a:lnTo>
                    <a:pt x="265563" y="586035"/>
                  </a:lnTo>
                  <a:lnTo>
                    <a:pt x="223911" y="554885"/>
                  </a:lnTo>
                  <a:lnTo>
                    <a:pt x="150452" y="533125"/>
                  </a:lnTo>
                  <a:lnTo>
                    <a:pt x="161811" y="637379"/>
                  </a:lnTo>
                  <a:lnTo>
                    <a:pt x="156509" y="700740"/>
                  </a:lnTo>
                  <a:lnTo>
                    <a:pt x="126368" y="748956"/>
                  </a:lnTo>
                  <a:lnTo>
                    <a:pt x="63208" y="807776"/>
                  </a:lnTo>
                  <a:lnTo>
                    <a:pt x="36898" y="837962"/>
                  </a:lnTo>
                  <a:lnTo>
                    <a:pt x="17738" y="874629"/>
                  </a:lnTo>
                  <a:lnTo>
                    <a:pt x="5512" y="916249"/>
                  </a:lnTo>
                  <a:lnTo>
                    <a:pt x="0" y="961292"/>
                  </a:lnTo>
                  <a:lnTo>
                    <a:pt x="983" y="1008228"/>
                  </a:lnTo>
                  <a:lnTo>
                    <a:pt x="8244" y="1055529"/>
                  </a:lnTo>
                  <a:lnTo>
                    <a:pt x="21563" y="1101665"/>
                  </a:lnTo>
                  <a:lnTo>
                    <a:pt x="40723" y="1145107"/>
                  </a:lnTo>
                  <a:lnTo>
                    <a:pt x="65505" y="1184325"/>
                  </a:lnTo>
                  <a:lnTo>
                    <a:pt x="95690" y="1217789"/>
                  </a:lnTo>
                  <a:lnTo>
                    <a:pt x="131060" y="1243972"/>
                  </a:lnTo>
                  <a:lnTo>
                    <a:pt x="1462276" y="1240737"/>
                  </a:lnTo>
                  <a:lnTo>
                    <a:pt x="1585207" y="1074337"/>
                  </a:lnTo>
                  <a:lnTo>
                    <a:pt x="1621809" y="963673"/>
                  </a:lnTo>
                  <a:lnTo>
                    <a:pt x="1568145" y="859065"/>
                  </a:lnTo>
                  <a:lnTo>
                    <a:pt x="1420277" y="710836"/>
                  </a:lnTo>
                  <a:lnTo>
                    <a:pt x="1433046" y="801359"/>
                  </a:lnTo>
                  <a:lnTo>
                    <a:pt x="1425522" y="853411"/>
                  </a:lnTo>
                  <a:lnTo>
                    <a:pt x="1387101" y="886682"/>
                  </a:lnTo>
                  <a:lnTo>
                    <a:pt x="1307181" y="920862"/>
                  </a:lnTo>
                  <a:lnTo>
                    <a:pt x="1336312" y="737599"/>
                  </a:lnTo>
                  <a:lnTo>
                    <a:pt x="1334243" y="630064"/>
                  </a:lnTo>
                  <a:lnTo>
                    <a:pt x="1290371" y="556455"/>
                  </a:lnTo>
                  <a:lnTo>
                    <a:pt x="1194095" y="474969"/>
                  </a:lnTo>
                  <a:lnTo>
                    <a:pt x="1177029" y="561555"/>
                  </a:lnTo>
                  <a:lnTo>
                    <a:pt x="1154512" y="610274"/>
                  </a:lnTo>
                  <a:lnTo>
                    <a:pt x="1111397" y="638999"/>
                  </a:lnTo>
                  <a:lnTo>
                    <a:pt x="1032540" y="665602"/>
                  </a:lnTo>
                  <a:lnTo>
                    <a:pt x="1100241" y="440740"/>
                  </a:lnTo>
                  <a:lnTo>
                    <a:pt x="1089487" y="296453"/>
                  </a:lnTo>
                  <a:lnTo>
                    <a:pt x="970292" y="170339"/>
                  </a:lnTo>
                  <a:lnTo>
                    <a:pt x="712665" y="0"/>
                  </a:lnTo>
                  <a:close/>
                </a:path>
              </a:pathLst>
            </a:custGeom>
            <a:solidFill>
              <a:srgbClr val="FFD13B"/>
            </a:solidFill>
          </p:spPr>
          <p:txBody>
            <a:bodyPr wrap="square" lIns="0" tIns="0" rIns="0" bIns="0" rtlCol="0"/>
            <a:lstStyle/>
            <a:p>
              <a:endParaRPr/>
            </a:p>
          </p:txBody>
        </p:sp>
        <p:sp>
          <p:nvSpPr>
            <p:cNvPr id="15" name="object 15"/>
            <p:cNvSpPr/>
            <p:nvPr/>
          </p:nvSpPr>
          <p:spPr>
            <a:xfrm>
              <a:off x="18470227" y="1795486"/>
              <a:ext cx="749300" cy="717550"/>
            </a:xfrm>
            <a:custGeom>
              <a:avLst/>
              <a:gdLst/>
              <a:ahLst/>
              <a:cxnLst/>
              <a:rect l="l" t="t" r="r" b="b"/>
              <a:pathLst>
                <a:path w="749300" h="717550">
                  <a:moveTo>
                    <a:pt x="229895" y="0"/>
                  </a:moveTo>
                  <a:lnTo>
                    <a:pt x="226365" y="121569"/>
                  </a:lnTo>
                  <a:lnTo>
                    <a:pt x="213745" y="197096"/>
                  </a:lnTo>
                  <a:lnTo>
                    <a:pt x="181738" y="258082"/>
                  </a:lnTo>
                  <a:lnTo>
                    <a:pt x="120045" y="336031"/>
                  </a:lnTo>
                  <a:lnTo>
                    <a:pt x="89198" y="374538"/>
                  </a:lnTo>
                  <a:lnTo>
                    <a:pt x="61317" y="412599"/>
                  </a:lnTo>
                  <a:lnTo>
                    <a:pt x="37428" y="450349"/>
                  </a:lnTo>
                  <a:lnTo>
                    <a:pt x="18561" y="487924"/>
                  </a:lnTo>
                  <a:lnTo>
                    <a:pt x="5742" y="525460"/>
                  </a:lnTo>
                  <a:lnTo>
                    <a:pt x="0" y="563093"/>
                  </a:lnTo>
                  <a:lnTo>
                    <a:pt x="2360" y="600958"/>
                  </a:lnTo>
                  <a:lnTo>
                    <a:pt x="13852" y="639192"/>
                  </a:lnTo>
                  <a:lnTo>
                    <a:pt x="35503" y="677930"/>
                  </a:lnTo>
                  <a:lnTo>
                    <a:pt x="68340" y="717308"/>
                  </a:lnTo>
                  <a:lnTo>
                    <a:pt x="669327" y="714072"/>
                  </a:lnTo>
                  <a:lnTo>
                    <a:pt x="733798" y="564380"/>
                  </a:lnTo>
                  <a:lnTo>
                    <a:pt x="748894" y="473757"/>
                  </a:lnTo>
                  <a:lnTo>
                    <a:pt x="708858" y="405552"/>
                  </a:lnTo>
                  <a:lnTo>
                    <a:pt x="607936" y="323110"/>
                  </a:lnTo>
                  <a:lnTo>
                    <a:pt x="600008" y="389144"/>
                  </a:lnTo>
                  <a:lnTo>
                    <a:pt x="580874" y="427311"/>
                  </a:lnTo>
                  <a:lnTo>
                    <a:pt x="535691" y="452151"/>
                  </a:lnTo>
                  <a:lnTo>
                    <a:pt x="449616" y="478205"/>
                  </a:lnTo>
                  <a:lnTo>
                    <a:pt x="457085" y="268993"/>
                  </a:lnTo>
                  <a:lnTo>
                    <a:pt x="436687" y="149443"/>
                  </a:lnTo>
                  <a:lnTo>
                    <a:pt x="367824" y="74722"/>
                  </a:lnTo>
                  <a:lnTo>
                    <a:pt x="229895" y="0"/>
                  </a:lnTo>
                  <a:close/>
                </a:path>
              </a:pathLst>
            </a:custGeom>
            <a:solidFill>
              <a:srgbClr val="FFF5D4"/>
            </a:solidFill>
          </p:spPr>
          <p:txBody>
            <a:bodyPr wrap="square" lIns="0" tIns="0" rIns="0" bIns="0" rtlCol="0"/>
            <a:lstStyle/>
            <a:p>
              <a:endParaRPr/>
            </a:p>
          </p:txBody>
        </p:sp>
        <p:pic>
          <p:nvPicPr>
            <p:cNvPr id="16" name="object 16"/>
            <p:cNvPicPr/>
            <p:nvPr/>
          </p:nvPicPr>
          <p:blipFill>
            <a:blip r:embed="rId3" cstate="print"/>
            <a:stretch>
              <a:fillRect/>
            </a:stretch>
          </p:blipFill>
          <p:spPr>
            <a:xfrm>
              <a:off x="18516172" y="1227627"/>
              <a:ext cx="65547" cy="65275"/>
            </a:xfrm>
            <a:prstGeom prst="rect">
              <a:avLst/>
            </a:prstGeom>
          </p:spPr>
        </p:pic>
        <p:pic>
          <p:nvPicPr>
            <p:cNvPr id="17" name="object 17"/>
            <p:cNvPicPr/>
            <p:nvPr/>
          </p:nvPicPr>
          <p:blipFill>
            <a:blip r:embed="rId3" cstate="print"/>
            <a:stretch>
              <a:fillRect/>
            </a:stretch>
          </p:blipFill>
          <p:spPr>
            <a:xfrm>
              <a:off x="18512077" y="755293"/>
              <a:ext cx="65547" cy="65275"/>
            </a:xfrm>
            <a:prstGeom prst="rect">
              <a:avLst/>
            </a:prstGeom>
          </p:spPr>
        </p:pic>
        <p:pic>
          <p:nvPicPr>
            <p:cNvPr id="18" name="object 18"/>
            <p:cNvPicPr/>
            <p:nvPr/>
          </p:nvPicPr>
          <p:blipFill>
            <a:blip r:embed="rId4" cstate="print"/>
            <a:stretch>
              <a:fillRect/>
            </a:stretch>
          </p:blipFill>
          <p:spPr>
            <a:xfrm>
              <a:off x="18804827" y="359735"/>
              <a:ext cx="65547" cy="65275"/>
            </a:xfrm>
            <a:prstGeom prst="rect">
              <a:avLst/>
            </a:prstGeom>
          </p:spPr>
        </p:pic>
        <p:pic>
          <p:nvPicPr>
            <p:cNvPr id="19" name="object 19"/>
            <p:cNvPicPr/>
            <p:nvPr/>
          </p:nvPicPr>
          <p:blipFill>
            <a:blip r:embed="rId5" cstate="print"/>
            <a:stretch>
              <a:fillRect/>
            </a:stretch>
          </p:blipFill>
          <p:spPr>
            <a:xfrm>
              <a:off x="18902840" y="599184"/>
              <a:ext cx="65547" cy="65275"/>
            </a:xfrm>
            <a:prstGeom prst="rect">
              <a:avLst/>
            </a:prstGeom>
          </p:spPr>
        </p:pic>
        <p:pic>
          <p:nvPicPr>
            <p:cNvPr id="20" name="object 20"/>
            <p:cNvPicPr/>
            <p:nvPr/>
          </p:nvPicPr>
          <p:blipFill>
            <a:blip r:embed="rId6" cstate="print"/>
            <a:stretch>
              <a:fillRect/>
            </a:stretch>
          </p:blipFill>
          <p:spPr>
            <a:xfrm>
              <a:off x="18099969" y="1572977"/>
              <a:ext cx="65547" cy="65275"/>
            </a:xfrm>
            <a:prstGeom prst="rect">
              <a:avLst/>
            </a:prstGeom>
          </p:spPr>
        </p:pic>
        <p:pic>
          <p:nvPicPr>
            <p:cNvPr id="21" name="object 21"/>
            <p:cNvPicPr/>
            <p:nvPr/>
          </p:nvPicPr>
          <p:blipFill>
            <a:blip r:embed="rId3" cstate="print"/>
            <a:stretch>
              <a:fillRect/>
            </a:stretch>
          </p:blipFill>
          <p:spPr>
            <a:xfrm>
              <a:off x="18373229" y="1007756"/>
              <a:ext cx="65547" cy="65275"/>
            </a:xfrm>
            <a:prstGeom prst="rect">
              <a:avLst/>
            </a:prstGeom>
          </p:spPr>
        </p:pic>
        <p:pic>
          <p:nvPicPr>
            <p:cNvPr id="22" name="object 22"/>
            <p:cNvPicPr/>
            <p:nvPr/>
          </p:nvPicPr>
          <p:blipFill>
            <a:blip r:embed="rId3" cstate="print"/>
            <a:stretch>
              <a:fillRect/>
            </a:stretch>
          </p:blipFill>
          <p:spPr>
            <a:xfrm>
              <a:off x="19303307" y="1507696"/>
              <a:ext cx="65547" cy="65275"/>
            </a:xfrm>
            <a:prstGeom prst="rect">
              <a:avLst/>
            </a:prstGeom>
          </p:spPr>
        </p:pic>
        <p:pic>
          <p:nvPicPr>
            <p:cNvPr id="23" name="object 23"/>
            <p:cNvPicPr/>
            <p:nvPr/>
          </p:nvPicPr>
          <p:blipFill>
            <a:blip r:embed="rId7" cstate="print"/>
            <a:stretch>
              <a:fillRect/>
            </a:stretch>
          </p:blipFill>
          <p:spPr>
            <a:xfrm>
              <a:off x="19736710" y="963481"/>
              <a:ext cx="65547" cy="65275"/>
            </a:xfrm>
            <a:prstGeom prst="rect">
              <a:avLst/>
            </a:prstGeom>
          </p:spPr>
        </p:pic>
        <p:pic>
          <p:nvPicPr>
            <p:cNvPr id="24" name="object 24"/>
            <p:cNvPicPr/>
            <p:nvPr/>
          </p:nvPicPr>
          <p:blipFill>
            <a:blip r:embed="rId6" cstate="print"/>
            <a:stretch>
              <a:fillRect/>
            </a:stretch>
          </p:blipFill>
          <p:spPr>
            <a:xfrm>
              <a:off x="18047616" y="1047184"/>
              <a:ext cx="65547" cy="65275"/>
            </a:xfrm>
            <a:prstGeom prst="rect">
              <a:avLst/>
            </a:prstGeom>
          </p:spPr>
        </p:pic>
        <p:pic>
          <p:nvPicPr>
            <p:cNvPr id="25" name="object 25"/>
            <p:cNvPicPr/>
            <p:nvPr/>
          </p:nvPicPr>
          <p:blipFill>
            <a:blip r:embed="rId5" cstate="print"/>
            <a:stretch>
              <a:fillRect/>
            </a:stretch>
          </p:blipFill>
          <p:spPr>
            <a:xfrm>
              <a:off x="19560068" y="1696716"/>
              <a:ext cx="65547" cy="65275"/>
            </a:xfrm>
            <a:prstGeom prst="rect">
              <a:avLst/>
            </a:prstGeom>
          </p:spPr>
        </p:pic>
        <p:pic>
          <p:nvPicPr>
            <p:cNvPr id="26" name="object 26"/>
            <p:cNvPicPr/>
            <p:nvPr/>
          </p:nvPicPr>
          <p:blipFill>
            <a:blip r:embed="rId8" cstate="print"/>
            <a:stretch>
              <a:fillRect/>
            </a:stretch>
          </p:blipFill>
          <p:spPr>
            <a:xfrm>
              <a:off x="19527293" y="1112465"/>
              <a:ext cx="65547" cy="65275"/>
            </a:xfrm>
            <a:prstGeom prst="rect">
              <a:avLst/>
            </a:prstGeom>
          </p:spPr>
        </p:pic>
        <p:pic>
          <p:nvPicPr>
            <p:cNvPr id="27" name="object 27"/>
            <p:cNvPicPr/>
            <p:nvPr/>
          </p:nvPicPr>
          <p:blipFill>
            <a:blip r:embed="rId3" cstate="print"/>
            <a:stretch>
              <a:fillRect/>
            </a:stretch>
          </p:blipFill>
          <p:spPr>
            <a:xfrm>
              <a:off x="19213166" y="903047"/>
              <a:ext cx="65547" cy="65275"/>
            </a:xfrm>
            <a:prstGeom prst="rect">
              <a:avLst/>
            </a:prstGeom>
          </p:spPr>
        </p:pic>
        <p:sp>
          <p:nvSpPr>
            <p:cNvPr id="28" name="object 28"/>
            <p:cNvSpPr/>
            <p:nvPr/>
          </p:nvSpPr>
          <p:spPr>
            <a:xfrm>
              <a:off x="19138263" y="1228853"/>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29" name="object 29"/>
            <p:cNvSpPr/>
            <p:nvPr/>
          </p:nvSpPr>
          <p:spPr>
            <a:xfrm>
              <a:off x="19138266" y="1228853"/>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0" name="object 30"/>
            <p:cNvSpPr/>
            <p:nvPr/>
          </p:nvSpPr>
          <p:spPr>
            <a:xfrm>
              <a:off x="18487367" y="409596"/>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1" name="object 31"/>
            <p:cNvSpPr/>
            <p:nvPr/>
          </p:nvSpPr>
          <p:spPr>
            <a:xfrm>
              <a:off x="18487367" y="409599"/>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2" name="object 32"/>
            <p:cNvSpPr/>
            <p:nvPr/>
          </p:nvSpPr>
          <p:spPr>
            <a:xfrm>
              <a:off x="18153690" y="1336236"/>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3" name="object 33"/>
            <p:cNvSpPr/>
            <p:nvPr/>
          </p:nvSpPr>
          <p:spPr>
            <a:xfrm>
              <a:off x="18153690" y="1336236"/>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4" name="object 34"/>
            <p:cNvSpPr/>
            <p:nvPr/>
          </p:nvSpPr>
          <p:spPr>
            <a:xfrm>
              <a:off x="18768163" y="921578"/>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5" name="object 35"/>
            <p:cNvSpPr/>
            <p:nvPr/>
          </p:nvSpPr>
          <p:spPr>
            <a:xfrm>
              <a:off x="18768164" y="921578"/>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sp>
          <p:nvSpPr>
            <p:cNvPr id="36" name="object 36"/>
            <p:cNvSpPr/>
            <p:nvPr/>
          </p:nvSpPr>
          <p:spPr>
            <a:xfrm>
              <a:off x="19481519" y="755271"/>
              <a:ext cx="94615" cy="94615"/>
            </a:xfrm>
            <a:custGeom>
              <a:avLst/>
              <a:gdLst/>
              <a:ahLst/>
              <a:cxnLst/>
              <a:rect l="l" t="t" r="r" b="b"/>
              <a:pathLst>
                <a:path w="94615" h="94615">
                  <a:moveTo>
                    <a:pt x="0" y="94237"/>
                  </a:moveTo>
                  <a:lnTo>
                    <a:pt x="691" y="93546"/>
                  </a:lnTo>
                  <a:lnTo>
                    <a:pt x="94237" y="0"/>
                  </a:lnTo>
                </a:path>
              </a:pathLst>
            </a:custGeom>
            <a:ln w="31412">
              <a:solidFill>
                <a:srgbClr val="FFFFFF"/>
              </a:solidFill>
            </a:ln>
          </p:spPr>
          <p:txBody>
            <a:bodyPr wrap="square" lIns="0" tIns="0" rIns="0" bIns="0" rtlCol="0"/>
            <a:lstStyle/>
            <a:p>
              <a:endParaRPr/>
            </a:p>
          </p:txBody>
        </p:sp>
        <p:sp>
          <p:nvSpPr>
            <p:cNvPr id="37" name="object 37"/>
            <p:cNvSpPr/>
            <p:nvPr/>
          </p:nvSpPr>
          <p:spPr>
            <a:xfrm>
              <a:off x="19481519" y="755274"/>
              <a:ext cx="94615" cy="94615"/>
            </a:xfrm>
            <a:custGeom>
              <a:avLst/>
              <a:gdLst/>
              <a:ahLst/>
              <a:cxnLst/>
              <a:rect l="l" t="t" r="r" b="b"/>
              <a:pathLst>
                <a:path w="94615" h="94615">
                  <a:moveTo>
                    <a:pt x="0" y="0"/>
                  </a:moveTo>
                  <a:lnTo>
                    <a:pt x="680" y="680"/>
                  </a:lnTo>
                  <a:lnTo>
                    <a:pt x="94237" y="94237"/>
                  </a:lnTo>
                </a:path>
              </a:pathLst>
            </a:custGeom>
            <a:ln w="31412">
              <a:solidFill>
                <a:srgbClr val="FFFFFF"/>
              </a:solidFill>
            </a:ln>
          </p:spPr>
          <p:txBody>
            <a:bodyPr wrap="square" lIns="0" tIns="0" rIns="0" bIns="0" rtlCol="0"/>
            <a:lstStyle/>
            <a:p>
              <a:endParaRPr/>
            </a:p>
          </p:txBody>
        </p:sp>
      </p:grpSp>
      <p:sp>
        <p:nvSpPr>
          <p:cNvPr id="38" name="object 38"/>
          <p:cNvSpPr txBox="1"/>
          <p:nvPr/>
        </p:nvSpPr>
        <p:spPr>
          <a:xfrm>
            <a:off x="2512792" y="0"/>
            <a:ext cx="12586335" cy="2511425"/>
          </a:xfrm>
          <a:prstGeom prst="rect">
            <a:avLst/>
          </a:prstGeom>
          <a:solidFill>
            <a:srgbClr val="FFF5D4"/>
          </a:solidFill>
        </p:spPr>
        <p:txBody>
          <a:bodyPr vert="horz" wrap="square" lIns="0" tIns="1270" rIns="0" bIns="0" rtlCol="0">
            <a:spAutoFit/>
          </a:bodyPr>
          <a:lstStyle/>
          <a:p>
            <a:pPr>
              <a:lnSpc>
                <a:spcPct val="100000"/>
              </a:lnSpc>
              <a:spcBef>
                <a:spcPts val="10"/>
              </a:spcBef>
            </a:pPr>
            <a:endParaRPr sz="6550">
              <a:latin typeface="Times New Roman"/>
              <a:cs typeface="Times New Roman"/>
            </a:endParaRPr>
          </a:p>
          <a:p>
            <a:pPr marL="548005">
              <a:lnSpc>
                <a:spcPct val="100000"/>
              </a:lnSpc>
            </a:pPr>
            <a:r>
              <a:rPr sz="3550" spc="-65" dirty="0">
                <a:solidFill>
                  <a:srgbClr val="338D7D"/>
                </a:solidFill>
                <a:latin typeface="Arial Black"/>
                <a:cs typeface="Arial Black"/>
              </a:rPr>
              <a:t>Environmental</a:t>
            </a:r>
            <a:r>
              <a:rPr sz="3550" spc="-70" dirty="0">
                <a:solidFill>
                  <a:srgbClr val="338D7D"/>
                </a:solidFill>
                <a:latin typeface="Arial Black"/>
                <a:cs typeface="Arial Black"/>
              </a:rPr>
              <a:t> </a:t>
            </a:r>
            <a:r>
              <a:rPr sz="3550" spc="-50" dirty="0">
                <a:solidFill>
                  <a:srgbClr val="338D7D"/>
                </a:solidFill>
                <a:latin typeface="Arial Black"/>
                <a:cs typeface="Arial Black"/>
              </a:rPr>
              <a:t>issues</a:t>
            </a:r>
            <a:r>
              <a:rPr sz="3550" spc="-65" dirty="0">
                <a:solidFill>
                  <a:srgbClr val="338D7D"/>
                </a:solidFill>
                <a:latin typeface="Arial Black"/>
                <a:cs typeface="Arial Black"/>
              </a:rPr>
              <a:t> </a:t>
            </a:r>
            <a:r>
              <a:rPr sz="3550" spc="-40" dirty="0">
                <a:solidFill>
                  <a:srgbClr val="338D7D"/>
                </a:solidFill>
                <a:latin typeface="Arial Black"/>
                <a:cs typeface="Arial Black"/>
              </a:rPr>
              <a:t>affecting</a:t>
            </a:r>
            <a:r>
              <a:rPr sz="3550" spc="-70" dirty="0">
                <a:solidFill>
                  <a:srgbClr val="338D7D"/>
                </a:solidFill>
                <a:latin typeface="Arial Black"/>
                <a:cs typeface="Arial Black"/>
              </a:rPr>
              <a:t> </a:t>
            </a:r>
            <a:r>
              <a:rPr sz="3550" spc="-65" dirty="0">
                <a:solidFill>
                  <a:srgbClr val="338D7D"/>
                </a:solidFill>
                <a:latin typeface="Arial Black"/>
                <a:cs typeface="Arial Black"/>
              </a:rPr>
              <a:t>children’s </a:t>
            </a:r>
            <a:r>
              <a:rPr sz="3550" spc="-50" dirty="0">
                <a:solidFill>
                  <a:srgbClr val="338D7D"/>
                </a:solidFill>
                <a:latin typeface="Arial Black"/>
                <a:cs typeface="Arial Black"/>
              </a:rPr>
              <a:t>health</a:t>
            </a:r>
            <a:endParaRPr sz="3550">
              <a:latin typeface="Arial Black"/>
              <a:cs typeface="Arial Black"/>
            </a:endParaRPr>
          </a:p>
        </p:txBody>
      </p:sp>
      <p:grpSp>
        <p:nvGrpSpPr>
          <p:cNvPr id="39" name="object 39"/>
          <p:cNvGrpSpPr/>
          <p:nvPr/>
        </p:nvGrpSpPr>
        <p:grpSpPr>
          <a:xfrm>
            <a:off x="816729" y="2984202"/>
            <a:ext cx="1885314" cy="1885314"/>
            <a:chOff x="816729" y="2984202"/>
            <a:chExt cx="1885314" cy="1885314"/>
          </a:xfrm>
        </p:grpSpPr>
        <p:sp>
          <p:nvSpPr>
            <p:cNvPr id="40" name="object 40"/>
            <p:cNvSpPr/>
            <p:nvPr/>
          </p:nvSpPr>
          <p:spPr>
            <a:xfrm>
              <a:off x="816729" y="2984202"/>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41" name="object 41"/>
            <p:cNvSpPr/>
            <p:nvPr/>
          </p:nvSpPr>
          <p:spPr>
            <a:xfrm>
              <a:off x="1090307" y="3340950"/>
              <a:ext cx="1318260" cy="742950"/>
            </a:xfrm>
            <a:custGeom>
              <a:avLst/>
              <a:gdLst/>
              <a:ahLst/>
              <a:cxnLst/>
              <a:rect l="l" t="t" r="r" b="b"/>
              <a:pathLst>
                <a:path w="1318260" h="742950">
                  <a:moveTo>
                    <a:pt x="1317866" y="547484"/>
                  </a:moveTo>
                  <a:lnTo>
                    <a:pt x="1312710" y="502793"/>
                  </a:lnTo>
                  <a:lnTo>
                    <a:pt x="1298041" y="461746"/>
                  </a:lnTo>
                  <a:lnTo>
                    <a:pt x="1275029" y="425551"/>
                  </a:lnTo>
                  <a:lnTo>
                    <a:pt x="1244841" y="395363"/>
                  </a:lnTo>
                  <a:lnTo>
                    <a:pt x="1208646" y="372351"/>
                  </a:lnTo>
                  <a:lnTo>
                    <a:pt x="1167599" y="357682"/>
                  </a:lnTo>
                  <a:lnTo>
                    <a:pt x="1122908" y="352526"/>
                  </a:lnTo>
                  <a:lnTo>
                    <a:pt x="1105204" y="354571"/>
                  </a:lnTo>
                  <a:lnTo>
                    <a:pt x="1106728" y="333857"/>
                  </a:lnTo>
                  <a:lnTo>
                    <a:pt x="1103109" y="284518"/>
                  </a:lnTo>
                  <a:lnTo>
                    <a:pt x="1092593" y="237439"/>
                  </a:lnTo>
                  <a:lnTo>
                    <a:pt x="1075702" y="193116"/>
                  </a:lnTo>
                  <a:lnTo>
                    <a:pt x="1052944" y="152069"/>
                  </a:lnTo>
                  <a:lnTo>
                    <a:pt x="1024839" y="114820"/>
                  </a:lnTo>
                  <a:lnTo>
                    <a:pt x="991908" y="81889"/>
                  </a:lnTo>
                  <a:lnTo>
                    <a:pt x="954659" y="53784"/>
                  </a:lnTo>
                  <a:lnTo>
                    <a:pt x="913612" y="31026"/>
                  </a:lnTo>
                  <a:lnTo>
                    <a:pt x="869289" y="14135"/>
                  </a:lnTo>
                  <a:lnTo>
                    <a:pt x="822210" y="3619"/>
                  </a:lnTo>
                  <a:lnTo>
                    <a:pt x="772871" y="0"/>
                  </a:lnTo>
                  <a:lnTo>
                    <a:pt x="723531" y="3619"/>
                  </a:lnTo>
                  <a:lnTo>
                    <a:pt x="676452" y="14135"/>
                  </a:lnTo>
                  <a:lnTo>
                    <a:pt x="632117" y="31026"/>
                  </a:lnTo>
                  <a:lnTo>
                    <a:pt x="591083" y="53784"/>
                  </a:lnTo>
                  <a:lnTo>
                    <a:pt x="553834" y="81889"/>
                  </a:lnTo>
                  <a:lnTo>
                    <a:pt x="520903" y="114820"/>
                  </a:lnTo>
                  <a:lnTo>
                    <a:pt x="519366" y="116852"/>
                  </a:lnTo>
                  <a:lnTo>
                    <a:pt x="482219" y="106641"/>
                  </a:lnTo>
                  <a:lnTo>
                    <a:pt x="437095" y="102603"/>
                  </a:lnTo>
                  <a:lnTo>
                    <a:pt x="391972" y="106641"/>
                  </a:lnTo>
                  <a:lnTo>
                    <a:pt x="349504" y="118313"/>
                  </a:lnTo>
                  <a:lnTo>
                    <a:pt x="310400" y="136867"/>
                  </a:lnTo>
                  <a:lnTo>
                    <a:pt x="275374" y="161632"/>
                  </a:lnTo>
                  <a:lnTo>
                    <a:pt x="245122" y="191897"/>
                  </a:lnTo>
                  <a:lnTo>
                    <a:pt x="220357" y="226923"/>
                  </a:lnTo>
                  <a:lnTo>
                    <a:pt x="201790" y="266026"/>
                  </a:lnTo>
                  <a:lnTo>
                    <a:pt x="190119" y="308495"/>
                  </a:lnTo>
                  <a:lnTo>
                    <a:pt x="186080" y="353618"/>
                  </a:lnTo>
                  <a:lnTo>
                    <a:pt x="190119" y="398741"/>
                  </a:lnTo>
                  <a:lnTo>
                    <a:pt x="193522" y="411149"/>
                  </a:lnTo>
                  <a:lnTo>
                    <a:pt x="167398" y="407631"/>
                  </a:lnTo>
                  <a:lnTo>
                    <a:pt x="122897" y="413613"/>
                  </a:lnTo>
                  <a:lnTo>
                    <a:pt x="82905" y="430479"/>
                  </a:lnTo>
                  <a:lnTo>
                    <a:pt x="49022" y="456666"/>
                  </a:lnTo>
                  <a:lnTo>
                    <a:pt x="22847" y="490537"/>
                  </a:lnTo>
                  <a:lnTo>
                    <a:pt x="5969" y="530529"/>
                  </a:lnTo>
                  <a:lnTo>
                    <a:pt x="0" y="575043"/>
                  </a:lnTo>
                  <a:lnTo>
                    <a:pt x="5969" y="619544"/>
                  </a:lnTo>
                  <a:lnTo>
                    <a:pt x="22847" y="659536"/>
                  </a:lnTo>
                  <a:lnTo>
                    <a:pt x="49022" y="693420"/>
                  </a:lnTo>
                  <a:lnTo>
                    <a:pt x="82905" y="719594"/>
                  </a:lnTo>
                  <a:lnTo>
                    <a:pt x="122897" y="736460"/>
                  </a:lnTo>
                  <a:lnTo>
                    <a:pt x="164934" y="742111"/>
                  </a:lnTo>
                  <a:lnTo>
                    <a:pt x="164820" y="742454"/>
                  </a:lnTo>
                  <a:lnTo>
                    <a:pt x="1102741" y="742454"/>
                  </a:lnTo>
                  <a:lnTo>
                    <a:pt x="1102182" y="740067"/>
                  </a:lnTo>
                  <a:lnTo>
                    <a:pt x="1122908" y="742442"/>
                  </a:lnTo>
                  <a:lnTo>
                    <a:pt x="1167599" y="737298"/>
                  </a:lnTo>
                  <a:lnTo>
                    <a:pt x="1208646" y="722630"/>
                  </a:lnTo>
                  <a:lnTo>
                    <a:pt x="1244841" y="699617"/>
                  </a:lnTo>
                  <a:lnTo>
                    <a:pt x="1275029" y="669429"/>
                  </a:lnTo>
                  <a:lnTo>
                    <a:pt x="1298041" y="633222"/>
                  </a:lnTo>
                  <a:lnTo>
                    <a:pt x="1312710" y="592188"/>
                  </a:lnTo>
                  <a:lnTo>
                    <a:pt x="1317866" y="547484"/>
                  </a:lnTo>
                  <a:close/>
                </a:path>
              </a:pathLst>
            </a:custGeom>
            <a:solidFill>
              <a:srgbClr val="FFF5D4"/>
            </a:solidFill>
          </p:spPr>
          <p:txBody>
            <a:bodyPr wrap="square" lIns="0" tIns="0" rIns="0" bIns="0" rtlCol="0"/>
            <a:lstStyle/>
            <a:p>
              <a:endParaRPr/>
            </a:p>
          </p:txBody>
        </p:sp>
        <p:sp>
          <p:nvSpPr>
            <p:cNvPr id="42" name="object 42"/>
            <p:cNvSpPr/>
            <p:nvPr/>
          </p:nvSpPr>
          <p:spPr>
            <a:xfrm>
              <a:off x="1133386" y="3277399"/>
              <a:ext cx="595630" cy="469900"/>
            </a:xfrm>
            <a:custGeom>
              <a:avLst/>
              <a:gdLst/>
              <a:ahLst/>
              <a:cxnLst/>
              <a:rect l="l" t="t" r="r" b="b"/>
              <a:pathLst>
                <a:path w="595630" h="469900">
                  <a:moveTo>
                    <a:pt x="595490" y="211061"/>
                  </a:moveTo>
                  <a:lnTo>
                    <a:pt x="589915" y="162674"/>
                  </a:lnTo>
                  <a:lnTo>
                    <a:pt x="574040" y="118237"/>
                  </a:lnTo>
                  <a:lnTo>
                    <a:pt x="549122" y="79057"/>
                  </a:lnTo>
                  <a:lnTo>
                    <a:pt x="516432" y="46367"/>
                  </a:lnTo>
                  <a:lnTo>
                    <a:pt x="477240" y="21450"/>
                  </a:lnTo>
                  <a:lnTo>
                    <a:pt x="432816" y="5575"/>
                  </a:lnTo>
                  <a:lnTo>
                    <a:pt x="384416" y="0"/>
                  </a:lnTo>
                  <a:lnTo>
                    <a:pt x="336016" y="5575"/>
                  </a:lnTo>
                  <a:lnTo>
                    <a:pt x="291592" y="21450"/>
                  </a:lnTo>
                  <a:lnTo>
                    <a:pt x="252399" y="46367"/>
                  </a:lnTo>
                  <a:lnTo>
                    <a:pt x="224624" y="74155"/>
                  </a:lnTo>
                  <a:lnTo>
                    <a:pt x="222300" y="72948"/>
                  </a:lnTo>
                  <a:lnTo>
                    <a:pt x="172135" y="64858"/>
                  </a:lnTo>
                  <a:lnTo>
                    <a:pt x="121983" y="72948"/>
                  </a:lnTo>
                  <a:lnTo>
                    <a:pt x="78409" y="95478"/>
                  </a:lnTo>
                  <a:lnTo>
                    <a:pt x="44056" y="129832"/>
                  </a:lnTo>
                  <a:lnTo>
                    <a:pt x="21526" y="173405"/>
                  </a:lnTo>
                  <a:lnTo>
                    <a:pt x="13436" y="223558"/>
                  </a:lnTo>
                  <a:lnTo>
                    <a:pt x="21526" y="273723"/>
                  </a:lnTo>
                  <a:lnTo>
                    <a:pt x="44056" y="317296"/>
                  </a:lnTo>
                  <a:lnTo>
                    <a:pt x="54406" y="327647"/>
                  </a:lnTo>
                  <a:lnTo>
                    <a:pt x="47205" y="327647"/>
                  </a:lnTo>
                  <a:lnTo>
                    <a:pt x="0" y="469392"/>
                  </a:lnTo>
                  <a:lnTo>
                    <a:pt x="592963" y="469392"/>
                  </a:lnTo>
                  <a:lnTo>
                    <a:pt x="559917" y="327647"/>
                  </a:lnTo>
                  <a:lnTo>
                    <a:pt x="558927" y="327647"/>
                  </a:lnTo>
                  <a:lnTo>
                    <a:pt x="574040" y="303885"/>
                  </a:lnTo>
                  <a:lnTo>
                    <a:pt x="589915" y="259461"/>
                  </a:lnTo>
                  <a:lnTo>
                    <a:pt x="595490" y="211061"/>
                  </a:lnTo>
                  <a:close/>
                </a:path>
              </a:pathLst>
            </a:custGeom>
            <a:solidFill>
              <a:srgbClr val="0E9C4E"/>
            </a:solidFill>
          </p:spPr>
          <p:txBody>
            <a:bodyPr wrap="square" lIns="0" tIns="0" rIns="0" bIns="0" rtlCol="0"/>
            <a:lstStyle/>
            <a:p>
              <a:endParaRPr/>
            </a:p>
          </p:txBody>
        </p:sp>
        <p:pic>
          <p:nvPicPr>
            <p:cNvPr id="43" name="object 43"/>
            <p:cNvPicPr/>
            <p:nvPr/>
          </p:nvPicPr>
          <p:blipFill>
            <a:blip r:embed="rId9" cstate="print"/>
            <a:stretch>
              <a:fillRect/>
            </a:stretch>
          </p:blipFill>
          <p:spPr>
            <a:xfrm>
              <a:off x="1029182" y="3535101"/>
              <a:ext cx="211679" cy="211679"/>
            </a:xfrm>
            <a:prstGeom prst="rect">
              <a:avLst/>
            </a:prstGeom>
          </p:spPr>
        </p:pic>
        <p:pic>
          <p:nvPicPr>
            <p:cNvPr id="44" name="object 44"/>
            <p:cNvPicPr/>
            <p:nvPr/>
          </p:nvPicPr>
          <p:blipFill>
            <a:blip r:embed="rId10" cstate="print"/>
            <a:stretch>
              <a:fillRect/>
            </a:stretch>
          </p:blipFill>
          <p:spPr>
            <a:xfrm>
              <a:off x="1615851" y="3500259"/>
              <a:ext cx="246516" cy="246526"/>
            </a:xfrm>
            <a:prstGeom prst="rect">
              <a:avLst/>
            </a:prstGeom>
          </p:spPr>
        </p:pic>
        <p:sp>
          <p:nvSpPr>
            <p:cNvPr id="45" name="object 45"/>
            <p:cNvSpPr/>
            <p:nvPr/>
          </p:nvSpPr>
          <p:spPr>
            <a:xfrm>
              <a:off x="1331264" y="4152950"/>
              <a:ext cx="974725" cy="715010"/>
            </a:xfrm>
            <a:custGeom>
              <a:avLst/>
              <a:gdLst/>
              <a:ahLst/>
              <a:cxnLst/>
              <a:rect l="l" t="t" r="r" b="b"/>
              <a:pathLst>
                <a:path w="974725" h="715010">
                  <a:moveTo>
                    <a:pt x="387362" y="714997"/>
                  </a:moveTo>
                  <a:lnTo>
                    <a:pt x="346532" y="0"/>
                  </a:lnTo>
                  <a:lnTo>
                    <a:pt x="35026" y="0"/>
                  </a:lnTo>
                  <a:lnTo>
                    <a:pt x="0" y="613219"/>
                  </a:lnTo>
                  <a:lnTo>
                    <a:pt x="19278" y="623087"/>
                  </a:lnTo>
                  <a:lnTo>
                    <a:pt x="61023" y="641959"/>
                  </a:lnTo>
                  <a:lnTo>
                    <a:pt x="103809" y="658837"/>
                  </a:lnTo>
                  <a:lnTo>
                    <a:pt x="147599" y="673646"/>
                  </a:lnTo>
                  <a:lnTo>
                    <a:pt x="192316" y="686346"/>
                  </a:lnTo>
                  <a:lnTo>
                    <a:pt x="237909" y="696874"/>
                  </a:lnTo>
                  <a:lnTo>
                    <a:pt x="284327" y="705154"/>
                  </a:lnTo>
                  <a:lnTo>
                    <a:pt x="331482" y="711149"/>
                  </a:lnTo>
                  <a:lnTo>
                    <a:pt x="379336" y="714794"/>
                  </a:lnTo>
                  <a:lnTo>
                    <a:pt x="387362" y="714997"/>
                  </a:lnTo>
                  <a:close/>
                </a:path>
                <a:path w="974725" h="715010">
                  <a:moveTo>
                    <a:pt x="974712" y="540867"/>
                  </a:moveTo>
                  <a:lnTo>
                    <a:pt x="943813" y="0"/>
                  </a:lnTo>
                  <a:lnTo>
                    <a:pt x="632307" y="0"/>
                  </a:lnTo>
                  <a:lnTo>
                    <a:pt x="592239" y="701433"/>
                  </a:lnTo>
                  <a:lnTo>
                    <a:pt x="617753" y="696874"/>
                  </a:lnTo>
                  <a:lnTo>
                    <a:pt x="663346" y="686346"/>
                  </a:lnTo>
                  <a:lnTo>
                    <a:pt x="708075" y="673646"/>
                  </a:lnTo>
                  <a:lnTo>
                    <a:pt x="751852" y="658837"/>
                  </a:lnTo>
                  <a:lnTo>
                    <a:pt x="794651" y="641959"/>
                  </a:lnTo>
                  <a:lnTo>
                    <a:pt x="836396" y="623087"/>
                  </a:lnTo>
                  <a:lnTo>
                    <a:pt x="877023" y="602272"/>
                  </a:lnTo>
                  <a:lnTo>
                    <a:pt x="916495" y="579589"/>
                  </a:lnTo>
                  <a:lnTo>
                    <a:pt x="954722" y="555078"/>
                  </a:lnTo>
                  <a:lnTo>
                    <a:pt x="974712" y="540867"/>
                  </a:lnTo>
                  <a:close/>
                </a:path>
              </a:pathLst>
            </a:custGeom>
            <a:solidFill>
              <a:srgbClr val="FFF5D4"/>
            </a:solidFill>
          </p:spPr>
          <p:txBody>
            <a:bodyPr wrap="square" lIns="0" tIns="0" rIns="0" bIns="0" rtlCol="0"/>
            <a:lstStyle/>
            <a:p>
              <a:endParaRPr/>
            </a:p>
          </p:txBody>
        </p:sp>
        <p:sp>
          <p:nvSpPr>
            <p:cNvPr id="46" name="object 46"/>
            <p:cNvSpPr/>
            <p:nvPr/>
          </p:nvSpPr>
          <p:spPr>
            <a:xfrm>
              <a:off x="1324190" y="4270374"/>
              <a:ext cx="993140" cy="299085"/>
            </a:xfrm>
            <a:custGeom>
              <a:avLst/>
              <a:gdLst/>
              <a:ahLst/>
              <a:cxnLst/>
              <a:rect l="l" t="t" r="r" b="b"/>
              <a:pathLst>
                <a:path w="993139" h="299085">
                  <a:moveTo>
                    <a:pt x="992987" y="178257"/>
                  </a:moveTo>
                  <a:lnTo>
                    <a:pt x="0" y="178257"/>
                  </a:lnTo>
                  <a:lnTo>
                    <a:pt x="0" y="298653"/>
                  </a:lnTo>
                  <a:lnTo>
                    <a:pt x="992987" y="298653"/>
                  </a:lnTo>
                  <a:lnTo>
                    <a:pt x="992987" y="178257"/>
                  </a:lnTo>
                  <a:close/>
                </a:path>
                <a:path w="993139" h="299085">
                  <a:moveTo>
                    <a:pt x="992987" y="0"/>
                  </a:moveTo>
                  <a:lnTo>
                    <a:pt x="0" y="0"/>
                  </a:lnTo>
                  <a:lnTo>
                    <a:pt x="0" y="120396"/>
                  </a:lnTo>
                  <a:lnTo>
                    <a:pt x="992987" y="120396"/>
                  </a:lnTo>
                  <a:lnTo>
                    <a:pt x="992987" y="0"/>
                  </a:lnTo>
                  <a:close/>
                </a:path>
              </a:pathLst>
            </a:custGeom>
            <a:solidFill>
              <a:srgbClr val="00705C"/>
            </a:solidFill>
          </p:spPr>
          <p:txBody>
            <a:bodyPr wrap="square" lIns="0" tIns="0" rIns="0" bIns="0" rtlCol="0"/>
            <a:lstStyle/>
            <a:p>
              <a:endParaRPr/>
            </a:p>
          </p:txBody>
        </p:sp>
      </p:grpSp>
      <p:grpSp>
        <p:nvGrpSpPr>
          <p:cNvPr id="47" name="object 47"/>
          <p:cNvGrpSpPr/>
          <p:nvPr/>
        </p:nvGrpSpPr>
        <p:grpSpPr>
          <a:xfrm>
            <a:off x="0" y="0"/>
            <a:ext cx="20104100" cy="5024120"/>
            <a:chOff x="0" y="0"/>
            <a:chExt cx="20104100" cy="5024120"/>
          </a:xfrm>
        </p:grpSpPr>
        <p:sp>
          <p:nvSpPr>
            <p:cNvPr id="48" name="object 48"/>
            <p:cNvSpPr/>
            <p:nvPr/>
          </p:nvSpPr>
          <p:spPr>
            <a:xfrm>
              <a:off x="0"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49" name="object 49"/>
            <p:cNvSpPr/>
            <p:nvPr/>
          </p:nvSpPr>
          <p:spPr>
            <a:xfrm>
              <a:off x="0" y="289102"/>
              <a:ext cx="2258695" cy="1956435"/>
            </a:xfrm>
            <a:custGeom>
              <a:avLst/>
              <a:gdLst/>
              <a:ahLst/>
              <a:cxnLst/>
              <a:rect l="l" t="t" r="r" b="b"/>
              <a:pathLst>
                <a:path w="2258695" h="1956435">
                  <a:moveTo>
                    <a:pt x="1351927" y="347700"/>
                  </a:moveTo>
                  <a:lnTo>
                    <a:pt x="1347457" y="297192"/>
                  </a:lnTo>
                  <a:lnTo>
                    <a:pt x="1336103" y="248920"/>
                  </a:lnTo>
                  <a:lnTo>
                    <a:pt x="1318488" y="203657"/>
                  </a:lnTo>
                  <a:lnTo>
                    <a:pt x="1295069" y="161823"/>
                  </a:lnTo>
                  <a:lnTo>
                    <a:pt x="1266329" y="123837"/>
                  </a:lnTo>
                  <a:lnTo>
                    <a:pt x="1232750" y="90106"/>
                  </a:lnTo>
                  <a:lnTo>
                    <a:pt x="1194790" y="61061"/>
                  </a:lnTo>
                  <a:lnTo>
                    <a:pt x="1152944" y="37109"/>
                  </a:lnTo>
                  <a:lnTo>
                    <a:pt x="1107668" y="18669"/>
                  </a:lnTo>
                  <a:lnTo>
                    <a:pt x="1059459" y="6172"/>
                  </a:lnTo>
                  <a:lnTo>
                    <a:pt x="1008761" y="0"/>
                  </a:lnTo>
                  <a:lnTo>
                    <a:pt x="961694" y="876"/>
                  </a:lnTo>
                  <a:lnTo>
                    <a:pt x="915606" y="8483"/>
                  </a:lnTo>
                  <a:lnTo>
                    <a:pt x="871143" y="22390"/>
                  </a:lnTo>
                  <a:lnTo>
                    <a:pt x="828890" y="42125"/>
                  </a:lnTo>
                  <a:lnTo>
                    <a:pt x="789482" y="67259"/>
                  </a:lnTo>
                  <a:lnTo>
                    <a:pt x="753529" y="97320"/>
                  </a:lnTo>
                  <a:lnTo>
                    <a:pt x="721639" y="131864"/>
                  </a:lnTo>
                  <a:lnTo>
                    <a:pt x="694436" y="170459"/>
                  </a:lnTo>
                  <a:lnTo>
                    <a:pt x="672528" y="212623"/>
                  </a:lnTo>
                  <a:lnTo>
                    <a:pt x="656526" y="257937"/>
                  </a:lnTo>
                  <a:lnTo>
                    <a:pt x="647636" y="302183"/>
                  </a:lnTo>
                  <a:lnTo>
                    <a:pt x="643267" y="354266"/>
                  </a:lnTo>
                  <a:lnTo>
                    <a:pt x="645782" y="369354"/>
                  </a:lnTo>
                  <a:lnTo>
                    <a:pt x="653732" y="381914"/>
                  </a:lnTo>
                  <a:lnTo>
                    <a:pt x="665886" y="390664"/>
                  </a:lnTo>
                  <a:lnTo>
                    <a:pt x="681024" y="394296"/>
                  </a:lnTo>
                  <a:lnTo>
                    <a:pt x="697014" y="392264"/>
                  </a:lnTo>
                  <a:lnTo>
                    <a:pt x="723468" y="356057"/>
                  </a:lnTo>
                  <a:lnTo>
                    <a:pt x="725043" y="330860"/>
                  </a:lnTo>
                  <a:lnTo>
                    <a:pt x="734517" y="278269"/>
                  </a:lnTo>
                  <a:lnTo>
                    <a:pt x="754849" y="228485"/>
                  </a:lnTo>
                  <a:lnTo>
                    <a:pt x="785177" y="183172"/>
                  </a:lnTo>
                  <a:lnTo>
                    <a:pt x="824623" y="143941"/>
                  </a:lnTo>
                  <a:lnTo>
                    <a:pt x="870013" y="113792"/>
                  </a:lnTo>
                  <a:lnTo>
                    <a:pt x="919289" y="93586"/>
                  </a:lnTo>
                  <a:lnTo>
                    <a:pt x="970711" y="83845"/>
                  </a:lnTo>
                  <a:lnTo>
                    <a:pt x="1022553" y="85090"/>
                  </a:lnTo>
                  <a:lnTo>
                    <a:pt x="1068476" y="95110"/>
                  </a:lnTo>
                  <a:lnTo>
                    <a:pt x="1111681" y="112229"/>
                  </a:lnTo>
                  <a:lnTo>
                    <a:pt x="1151305" y="135940"/>
                  </a:lnTo>
                  <a:lnTo>
                    <a:pt x="1186484" y="165709"/>
                  </a:lnTo>
                  <a:lnTo>
                    <a:pt x="1216342" y="201041"/>
                  </a:lnTo>
                  <a:lnTo>
                    <a:pt x="1243368" y="248488"/>
                  </a:lnTo>
                  <a:lnTo>
                    <a:pt x="1259852" y="299199"/>
                  </a:lnTo>
                  <a:lnTo>
                    <a:pt x="1265529" y="351942"/>
                  </a:lnTo>
                  <a:lnTo>
                    <a:pt x="1260119" y="405434"/>
                  </a:lnTo>
                  <a:lnTo>
                    <a:pt x="1246238" y="452589"/>
                  </a:lnTo>
                  <a:lnTo>
                    <a:pt x="1225372" y="495173"/>
                  </a:lnTo>
                  <a:lnTo>
                    <a:pt x="1198168" y="532650"/>
                  </a:lnTo>
                  <a:lnTo>
                    <a:pt x="1165288" y="564515"/>
                  </a:lnTo>
                  <a:lnTo>
                    <a:pt x="1127366" y="590232"/>
                  </a:lnTo>
                  <a:lnTo>
                    <a:pt x="1085062" y="609257"/>
                  </a:lnTo>
                  <a:lnTo>
                    <a:pt x="1039025" y="621068"/>
                  </a:lnTo>
                  <a:lnTo>
                    <a:pt x="989914" y="625144"/>
                  </a:lnTo>
                  <a:lnTo>
                    <a:pt x="0" y="625233"/>
                  </a:lnTo>
                  <a:lnTo>
                    <a:pt x="0" y="705662"/>
                  </a:lnTo>
                  <a:lnTo>
                    <a:pt x="185013" y="705612"/>
                  </a:lnTo>
                  <a:lnTo>
                    <a:pt x="464705" y="705497"/>
                  </a:lnTo>
                  <a:lnTo>
                    <a:pt x="758659" y="706081"/>
                  </a:lnTo>
                  <a:lnTo>
                    <a:pt x="907084" y="705700"/>
                  </a:lnTo>
                  <a:lnTo>
                    <a:pt x="1005776" y="704900"/>
                  </a:lnTo>
                  <a:lnTo>
                    <a:pt x="1055865" y="700709"/>
                  </a:lnTo>
                  <a:lnTo>
                    <a:pt x="1104366" y="689444"/>
                  </a:lnTo>
                  <a:lnTo>
                    <a:pt x="1150594" y="671410"/>
                  </a:lnTo>
                  <a:lnTo>
                    <a:pt x="1193863" y="646950"/>
                  </a:lnTo>
                  <a:lnTo>
                    <a:pt x="1233500" y="616381"/>
                  </a:lnTo>
                  <a:lnTo>
                    <a:pt x="1268818" y="580034"/>
                  </a:lnTo>
                  <a:lnTo>
                    <a:pt x="1298816" y="538708"/>
                  </a:lnTo>
                  <a:lnTo>
                    <a:pt x="1322336" y="494080"/>
                  </a:lnTo>
                  <a:lnTo>
                    <a:pt x="1339164" y="446887"/>
                  </a:lnTo>
                  <a:lnTo>
                    <a:pt x="1349095" y="397840"/>
                  </a:lnTo>
                  <a:lnTo>
                    <a:pt x="1351927" y="347700"/>
                  </a:lnTo>
                  <a:close/>
                </a:path>
                <a:path w="2258695" h="1956435">
                  <a:moveTo>
                    <a:pt x="1627339" y="1594408"/>
                  </a:moveTo>
                  <a:lnTo>
                    <a:pt x="1621536" y="1542923"/>
                  </a:lnTo>
                  <a:lnTo>
                    <a:pt x="1609940" y="1496834"/>
                  </a:lnTo>
                  <a:lnTo>
                    <a:pt x="1593253" y="1453845"/>
                  </a:lnTo>
                  <a:lnTo>
                    <a:pt x="1571790" y="1414221"/>
                  </a:lnTo>
                  <a:lnTo>
                    <a:pt x="1545882" y="1378242"/>
                  </a:lnTo>
                  <a:lnTo>
                    <a:pt x="1515872" y="1346161"/>
                  </a:lnTo>
                  <a:lnTo>
                    <a:pt x="1482077" y="1318260"/>
                  </a:lnTo>
                  <a:lnTo>
                    <a:pt x="1444815" y="1294815"/>
                  </a:lnTo>
                  <a:lnTo>
                    <a:pt x="1404429" y="1276083"/>
                  </a:lnTo>
                  <a:lnTo>
                    <a:pt x="1361236" y="1262341"/>
                  </a:lnTo>
                  <a:lnTo>
                    <a:pt x="1315567" y="1253858"/>
                  </a:lnTo>
                  <a:lnTo>
                    <a:pt x="1267764" y="1250911"/>
                  </a:lnTo>
                  <a:lnTo>
                    <a:pt x="896353" y="1250657"/>
                  </a:lnTo>
                  <a:lnTo>
                    <a:pt x="0" y="1250784"/>
                  </a:lnTo>
                  <a:lnTo>
                    <a:pt x="0" y="1331569"/>
                  </a:lnTo>
                  <a:lnTo>
                    <a:pt x="1272082" y="1331722"/>
                  </a:lnTo>
                  <a:lnTo>
                    <a:pt x="1280388" y="1331861"/>
                  </a:lnTo>
                  <a:lnTo>
                    <a:pt x="1339862" y="1339761"/>
                  </a:lnTo>
                  <a:lnTo>
                    <a:pt x="1388846" y="1357947"/>
                  </a:lnTo>
                  <a:lnTo>
                    <a:pt x="1434134" y="1385887"/>
                  </a:lnTo>
                  <a:lnTo>
                    <a:pt x="1474089" y="1422781"/>
                  </a:lnTo>
                  <a:lnTo>
                    <a:pt x="1506296" y="1466646"/>
                  </a:lnTo>
                  <a:lnTo>
                    <a:pt x="1529016" y="1514817"/>
                  </a:lnTo>
                  <a:lnTo>
                    <a:pt x="1541614" y="1565605"/>
                  </a:lnTo>
                  <a:lnTo>
                    <a:pt x="1543481" y="1617281"/>
                  </a:lnTo>
                  <a:lnTo>
                    <a:pt x="1536141" y="1663509"/>
                  </a:lnTo>
                  <a:lnTo>
                    <a:pt x="1521421" y="1706905"/>
                  </a:lnTo>
                  <a:lnTo>
                    <a:pt x="1500047" y="1746770"/>
                  </a:lnTo>
                  <a:lnTo>
                    <a:pt x="1472806" y="1782419"/>
                  </a:lnTo>
                  <a:lnTo>
                    <a:pt x="1440408" y="1813153"/>
                  </a:lnTo>
                  <a:lnTo>
                    <a:pt x="1403629" y="1838274"/>
                  </a:lnTo>
                  <a:lnTo>
                    <a:pt x="1363218" y="1857082"/>
                  </a:lnTo>
                  <a:lnTo>
                    <a:pt x="1319911" y="1868868"/>
                  </a:lnTo>
                  <a:lnTo>
                    <a:pt x="1274470" y="1872957"/>
                  </a:lnTo>
                  <a:lnTo>
                    <a:pt x="1270495" y="1872945"/>
                  </a:lnTo>
                  <a:lnTo>
                    <a:pt x="1220851" y="1867750"/>
                  </a:lnTo>
                  <a:lnTo>
                    <a:pt x="1176248" y="1855025"/>
                  </a:lnTo>
                  <a:lnTo>
                    <a:pt x="1135303" y="1835353"/>
                  </a:lnTo>
                  <a:lnTo>
                    <a:pt x="1098664" y="1809381"/>
                  </a:lnTo>
                  <a:lnTo>
                    <a:pt x="1066952" y="1777733"/>
                  </a:lnTo>
                  <a:lnTo>
                    <a:pt x="1040828" y="1741043"/>
                  </a:lnTo>
                  <a:lnTo>
                    <a:pt x="1020902" y="1699933"/>
                  </a:lnTo>
                  <a:lnTo>
                    <a:pt x="1007821" y="1655064"/>
                  </a:lnTo>
                  <a:lnTo>
                    <a:pt x="1002207" y="1607058"/>
                  </a:lnTo>
                  <a:lnTo>
                    <a:pt x="998804" y="1588503"/>
                  </a:lnTo>
                  <a:lnTo>
                    <a:pt x="990409" y="1574342"/>
                  </a:lnTo>
                  <a:lnTo>
                    <a:pt x="977684" y="1565325"/>
                  </a:lnTo>
                  <a:lnTo>
                    <a:pt x="961339" y="1562150"/>
                  </a:lnTo>
                  <a:lnTo>
                    <a:pt x="960615" y="1562163"/>
                  </a:lnTo>
                  <a:lnTo>
                    <a:pt x="939698" y="1567662"/>
                  </a:lnTo>
                  <a:lnTo>
                    <a:pt x="928001" y="1580286"/>
                  </a:lnTo>
                  <a:lnTo>
                    <a:pt x="922909" y="1595399"/>
                  </a:lnTo>
                  <a:lnTo>
                    <a:pt x="921829" y="1608315"/>
                  </a:lnTo>
                  <a:lnTo>
                    <a:pt x="925258" y="1655064"/>
                  </a:lnTo>
                  <a:lnTo>
                    <a:pt x="934745" y="1699818"/>
                  </a:lnTo>
                  <a:lnTo>
                    <a:pt x="949934" y="1742401"/>
                  </a:lnTo>
                  <a:lnTo>
                    <a:pt x="970381" y="1782343"/>
                  </a:lnTo>
                  <a:lnTo>
                    <a:pt x="995654" y="1819198"/>
                  </a:lnTo>
                  <a:lnTo>
                    <a:pt x="1025347" y="1852561"/>
                  </a:lnTo>
                  <a:lnTo>
                    <a:pt x="1059027" y="1882025"/>
                  </a:lnTo>
                  <a:lnTo>
                    <a:pt x="1096276" y="1907146"/>
                  </a:lnTo>
                  <a:lnTo>
                    <a:pt x="1136688" y="1927529"/>
                  </a:lnTo>
                  <a:lnTo>
                    <a:pt x="1179817" y="1942744"/>
                  </a:lnTo>
                  <a:lnTo>
                    <a:pt x="1225257" y="1952371"/>
                  </a:lnTo>
                  <a:lnTo>
                    <a:pt x="1272578" y="1956003"/>
                  </a:lnTo>
                  <a:lnTo>
                    <a:pt x="1325029" y="1952650"/>
                  </a:lnTo>
                  <a:lnTo>
                    <a:pt x="1375714" y="1941868"/>
                  </a:lnTo>
                  <a:lnTo>
                    <a:pt x="1423949" y="1923961"/>
                  </a:lnTo>
                  <a:lnTo>
                    <a:pt x="1468958" y="1899259"/>
                  </a:lnTo>
                  <a:lnTo>
                    <a:pt x="1503591" y="1872957"/>
                  </a:lnTo>
                  <a:lnTo>
                    <a:pt x="1510055" y="1868055"/>
                  </a:lnTo>
                  <a:lnTo>
                    <a:pt x="1546479" y="1830666"/>
                  </a:lnTo>
                  <a:lnTo>
                    <a:pt x="1576666" y="1788744"/>
                  </a:lnTo>
                  <a:lnTo>
                    <a:pt x="1600034" y="1743405"/>
                  </a:lnTo>
                  <a:lnTo>
                    <a:pt x="1616405" y="1695399"/>
                  </a:lnTo>
                  <a:lnTo>
                    <a:pt x="1625574" y="1645488"/>
                  </a:lnTo>
                  <a:lnTo>
                    <a:pt x="1627339" y="1594408"/>
                  </a:lnTo>
                  <a:close/>
                </a:path>
                <a:path w="2258695" h="1956435">
                  <a:moveTo>
                    <a:pt x="2258110" y="688213"/>
                  </a:moveTo>
                  <a:lnTo>
                    <a:pt x="2257983" y="641261"/>
                  </a:lnTo>
                  <a:lnTo>
                    <a:pt x="2251430" y="593445"/>
                  </a:lnTo>
                  <a:lnTo>
                    <a:pt x="2238629" y="546963"/>
                  </a:lnTo>
                  <a:lnTo>
                    <a:pt x="2220252" y="503758"/>
                  </a:lnTo>
                  <a:lnTo>
                    <a:pt x="2196769" y="464134"/>
                  </a:lnTo>
                  <a:lnTo>
                    <a:pt x="2168639" y="428371"/>
                  </a:lnTo>
                  <a:lnTo>
                    <a:pt x="2136330" y="396811"/>
                  </a:lnTo>
                  <a:lnTo>
                    <a:pt x="2100287" y="369722"/>
                  </a:lnTo>
                  <a:lnTo>
                    <a:pt x="2060994" y="347421"/>
                  </a:lnTo>
                  <a:lnTo>
                    <a:pt x="2018893" y="330225"/>
                  </a:lnTo>
                  <a:lnTo>
                    <a:pt x="1974469" y="318414"/>
                  </a:lnTo>
                  <a:lnTo>
                    <a:pt x="1928177" y="312305"/>
                  </a:lnTo>
                  <a:lnTo>
                    <a:pt x="1880463" y="312204"/>
                  </a:lnTo>
                  <a:lnTo>
                    <a:pt x="1831809" y="318401"/>
                  </a:lnTo>
                  <a:lnTo>
                    <a:pt x="1785226" y="331101"/>
                  </a:lnTo>
                  <a:lnTo>
                    <a:pt x="1741284" y="350329"/>
                  </a:lnTo>
                  <a:lnTo>
                    <a:pt x="1700530" y="375437"/>
                  </a:lnTo>
                  <a:lnTo>
                    <a:pt x="1663509" y="405765"/>
                  </a:lnTo>
                  <a:lnTo>
                    <a:pt x="1630730" y="440664"/>
                  </a:lnTo>
                  <a:lnTo>
                    <a:pt x="1602765" y="479488"/>
                  </a:lnTo>
                  <a:lnTo>
                    <a:pt x="1580134" y="521576"/>
                  </a:lnTo>
                  <a:lnTo>
                    <a:pt x="1563382" y="566267"/>
                  </a:lnTo>
                  <a:lnTo>
                    <a:pt x="1553032" y="612927"/>
                  </a:lnTo>
                  <a:lnTo>
                    <a:pt x="1549641" y="660895"/>
                  </a:lnTo>
                  <a:lnTo>
                    <a:pt x="1550644" y="671271"/>
                  </a:lnTo>
                  <a:lnTo>
                    <a:pt x="1578889" y="703999"/>
                  </a:lnTo>
                  <a:lnTo>
                    <a:pt x="1587373" y="705497"/>
                  </a:lnTo>
                  <a:lnTo>
                    <a:pt x="1596453" y="705269"/>
                  </a:lnTo>
                  <a:lnTo>
                    <a:pt x="1627301" y="677291"/>
                  </a:lnTo>
                  <a:lnTo>
                    <a:pt x="1636623" y="609079"/>
                  </a:lnTo>
                  <a:lnTo>
                    <a:pt x="1651177" y="563219"/>
                  </a:lnTo>
                  <a:lnTo>
                    <a:pt x="1672971" y="521322"/>
                  </a:lnTo>
                  <a:lnTo>
                    <a:pt x="1701203" y="484111"/>
                  </a:lnTo>
                  <a:lnTo>
                    <a:pt x="1735074" y="452348"/>
                  </a:lnTo>
                  <a:lnTo>
                    <a:pt x="1773783" y="426783"/>
                  </a:lnTo>
                  <a:lnTo>
                    <a:pt x="1816506" y="408139"/>
                  </a:lnTo>
                  <a:lnTo>
                    <a:pt x="1862467" y="397192"/>
                  </a:lnTo>
                  <a:lnTo>
                    <a:pt x="1910854" y="394652"/>
                  </a:lnTo>
                  <a:lnTo>
                    <a:pt x="1959394" y="401015"/>
                  </a:lnTo>
                  <a:lnTo>
                    <a:pt x="2004783" y="415556"/>
                  </a:lnTo>
                  <a:lnTo>
                    <a:pt x="2046262" y="437464"/>
                  </a:lnTo>
                  <a:lnTo>
                    <a:pt x="2083104" y="465924"/>
                  </a:lnTo>
                  <a:lnTo>
                    <a:pt x="2114550" y="500138"/>
                  </a:lnTo>
                  <a:lnTo>
                    <a:pt x="2139886" y="539305"/>
                  </a:lnTo>
                  <a:lnTo>
                    <a:pt x="2158339" y="582599"/>
                  </a:lnTo>
                  <a:lnTo>
                    <a:pt x="2169185" y="629221"/>
                  </a:lnTo>
                  <a:lnTo>
                    <a:pt x="2171662" y="678357"/>
                  </a:lnTo>
                  <a:lnTo>
                    <a:pt x="2165629" y="725297"/>
                  </a:lnTo>
                  <a:lnTo>
                    <a:pt x="2151723" y="769239"/>
                  </a:lnTo>
                  <a:lnTo>
                    <a:pt x="2130653" y="809510"/>
                  </a:lnTo>
                  <a:lnTo>
                    <a:pt x="2103158" y="845451"/>
                  </a:lnTo>
                  <a:lnTo>
                    <a:pt x="2069973" y="876363"/>
                  </a:lnTo>
                  <a:lnTo>
                    <a:pt x="2031796" y="901573"/>
                  </a:lnTo>
                  <a:lnTo>
                    <a:pt x="1989366" y="920419"/>
                  </a:lnTo>
                  <a:lnTo>
                    <a:pt x="1943417" y="932230"/>
                  </a:lnTo>
                  <a:lnTo>
                    <a:pt x="1894662" y="936320"/>
                  </a:lnTo>
                  <a:lnTo>
                    <a:pt x="0" y="936358"/>
                  </a:lnTo>
                  <a:lnTo>
                    <a:pt x="0" y="1016723"/>
                  </a:lnTo>
                  <a:lnTo>
                    <a:pt x="1884984" y="1016419"/>
                  </a:lnTo>
                  <a:lnTo>
                    <a:pt x="1928253" y="1015199"/>
                  </a:lnTo>
                  <a:lnTo>
                    <a:pt x="1973186" y="1009408"/>
                  </a:lnTo>
                  <a:lnTo>
                    <a:pt x="2020481" y="996315"/>
                  </a:lnTo>
                  <a:lnTo>
                    <a:pt x="2064435" y="977760"/>
                  </a:lnTo>
                  <a:lnTo>
                    <a:pt x="2104707" y="954227"/>
                  </a:lnTo>
                  <a:lnTo>
                    <a:pt x="2141004" y="926147"/>
                  </a:lnTo>
                  <a:lnTo>
                    <a:pt x="2173020" y="894003"/>
                  </a:lnTo>
                  <a:lnTo>
                    <a:pt x="2200452" y="858240"/>
                  </a:lnTo>
                  <a:lnTo>
                    <a:pt x="2222982" y="819327"/>
                  </a:lnTo>
                  <a:lnTo>
                    <a:pt x="2240305" y="777709"/>
                  </a:lnTo>
                  <a:lnTo>
                    <a:pt x="2252116" y="733856"/>
                  </a:lnTo>
                  <a:lnTo>
                    <a:pt x="2258110" y="688213"/>
                  </a:lnTo>
                  <a:close/>
                </a:path>
              </a:pathLst>
            </a:custGeom>
            <a:solidFill>
              <a:srgbClr val="FFF5D4"/>
            </a:solidFill>
          </p:spPr>
          <p:txBody>
            <a:bodyPr wrap="square" lIns="0" tIns="0" rIns="0" bIns="0" rtlCol="0"/>
            <a:lstStyle/>
            <a:p>
              <a:endParaRPr/>
            </a:p>
          </p:txBody>
        </p:sp>
        <p:sp>
          <p:nvSpPr>
            <p:cNvPr id="50" name="object 50"/>
            <p:cNvSpPr/>
            <p:nvPr/>
          </p:nvSpPr>
          <p:spPr>
            <a:xfrm>
              <a:off x="15099016"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E9C4E"/>
            </a:solidFill>
          </p:spPr>
          <p:txBody>
            <a:bodyPr wrap="square" lIns="0" tIns="0" rIns="0" bIns="0" rtlCol="0"/>
            <a:lstStyle/>
            <a:p>
              <a:endParaRPr/>
            </a:p>
          </p:txBody>
        </p:sp>
        <p:sp>
          <p:nvSpPr>
            <p:cNvPr id="51" name="object 51"/>
            <p:cNvSpPr/>
            <p:nvPr/>
          </p:nvSpPr>
          <p:spPr>
            <a:xfrm>
              <a:off x="15619178" y="312379"/>
              <a:ext cx="1472565" cy="1901825"/>
            </a:xfrm>
            <a:custGeom>
              <a:avLst/>
              <a:gdLst/>
              <a:ahLst/>
              <a:cxnLst/>
              <a:rect l="l" t="t" r="r" b="b"/>
              <a:pathLst>
                <a:path w="1472565" h="1901825">
                  <a:moveTo>
                    <a:pt x="646472" y="2244"/>
                  </a:moveTo>
                  <a:lnTo>
                    <a:pt x="719526" y="0"/>
                  </a:lnTo>
                  <a:lnTo>
                    <a:pt x="757040" y="15350"/>
                  </a:lnTo>
                  <a:lnTo>
                    <a:pt x="770861" y="62786"/>
                  </a:lnTo>
                  <a:lnTo>
                    <a:pt x="772835" y="156794"/>
                  </a:lnTo>
                  <a:lnTo>
                    <a:pt x="772930" y="210002"/>
                  </a:lnTo>
                  <a:lnTo>
                    <a:pt x="772678" y="242419"/>
                  </a:lnTo>
                  <a:lnTo>
                    <a:pt x="770344" y="316266"/>
                  </a:lnTo>
                  <a:lnTo>
                    <a:pt x="767769" y="356648"/>
                  </a:lnTo>
                  <a:lnTo>
                    <a:pt x="763925" y="398638"/>
                  </a:lnTo>
                  <a:lnTo>
                    <a:pt x="758568" y="441712"/>
                  </a:lnTo>
                  <a:lnTo>
                    <a:pt x="751449" y="485347"/>
                  </a:lnTo>
                  <a:lnTo>
                    <a:pt x="742323" y="529020"/>
                  </a:lnTo>
                  <a:lnTo>
                    <a:pt x="730942" y="572207"/>
                  </a:lnTo>
                  <a:lnTo>
                    <a:pt x="717061" y="614384"/>
                  </a:lnTo>
                  <a:lnTo>
                    <a:pt x="700433" y="655029"/>
                  </a:lnTo>
                  <a:lnTo>
                    <a:pt x="680810" y="693618"/>
                  </a:lnTo>
                  <a:lnTo>
                    <a:pt x="657947" y="729627"/>
                  </a:lnTo>
                  <a:lnTo>
                    <a:pt x="631597" y="762533"/>
                  </a:lnTo>
                  <a:lnTo>
                    <a:pt x="601514" y="791812"/>
                  </a:lnTo>
                  <a:lnTo>
                    <a:pt x="567450" y="816942"/>
                  </a:lnTo>
                  <a:lnTo>
                    <a:pt x="529159" y="837399"/>
                  </a:lnTo>
                  <a:lnTo>
                    <a:pt x="486395" y="852659"/>
                  </a:lnTo>
                  <a:lnTo>
                    <a:pt x="438910" y="862199"/>
                  </a:lnTo>
                  <a:lnTo>
                    <a:pt x="386459" y="865495"/>
                  </a:lnTo>
                  <a:lnTo>
                    <a:pt x="334010" y="862149"/>
                  </a:lnTo>
                  <a:lnTo>
                    <a:pt x="286527" y="852472"/>
                  </a:lnTo>
                  <a:lnTo>
                    <a:pt x="243764" y="837000"/>
                  </a:lnTo>
                  <a:lnTo>
                    <a:pt x="205474" y="816270"/>
                  </a:lnTo>
                  <a:lnTo>
                    <a:pt x="171411" y="790821"/>
                  </a:lnTo>
                  <a:lnTo>
                    <a:pt x="141328" y="761189"/>
                  </a:lnTo>
                  <a:lnTo>
                    <a:pt x="114979" y="727911"/>
                  </a:lnTo>
                  <a:lnTo>
                    <a:pt x="92116" y="691527"/>
                  </a:lnTo>
                  <a:lnTo>
                    <a:pt x="72494" y="652572"/>
                  </a:lnTo>
                  <a:lnTo>
                    <a:pt x="55866" y="611584"/>
                  </a:lnTo>
                  <a:lnTo>
                    <a:pt x="41986" y="569101"/>
                  </a:lnTo>
                  <a:lnTo>
                    <a:pt x="30605" y="525659"/>
                  </a:lnTo>
                  <a:lnTo>
                    <a:pt x="21479" y="481798"/>
                  </a:lnTo>
                  <a:lnTo>
                    <a:pt x="14361" y="438053"/>
                  </a:lnTo>
                  <a:lnTo>
                    <a:pt x="9003" y="394962"/>
                  </a:lnTo>
                  <a:lnTo>
                    <a:pt x="5160" y="353064"/>
                  </a:lnTo>
                  <a:lnTo>
                    <a:pt x="2585" y="312894"/>
                  </a:lnTo>
                  <a:lnTo>
                    <a:pt x="251" y="239892"/>
                  </a:lnTo>
                  <a:lnTo>
                    <a:pt x="0" y="208135"/>
                  </a:lnTo>
                  <a:lnTo>
                    <a:pt x="29" y="180256"/>
                  </a:lnTo>
                  <a:lnTo>
                    <a:pt x="19267" y="67444"/>
                  </a:lnTo>
                  <a:lnTo>
                    <a:pt x="61448" y="21562"/>
                  </a:lnTo>
                  <a:lnTo>
                    <a:pt x="103629" y="4658"/>
                  </a:lnTo>
                  <a:lnTo>
                    <a:pt x="122802" y="2244"/>
                  </a:lnTo>
                </a:path>
                <a:path w="1472565" h="1901825">
                  <a:moveTo>
                    <a:pt x="1348147" y="1636194"/>
                  </a:moveTo>
                  <a:lnTo>
                    <a:pt x="1348147" y="1397458"/>
                  </a:lnTo>
                  <a:lnTo>
                    <a:pt x="1310426" y="1257889"/>
                  </a:lnTo>
                  <a:lnTo>
                    <a:pt x="1227439" y="1186218"/>
                  </a:lnTo>
                  <a:lnTo>
                    <a:pt x="1144452" y="1159813"/>
                  </a:lnTo>
                  <a:lnTo>
                    <a:pt x="1106731" y="1156041"/>
                  </a:lnTo>
                  <a:lnTo>
                    <a:pt x="967162" y="1159813"/>
                  </a:lnTo>
                  <a:lnTo>
                    <a:pt x="895491" y="1186218"/>
                  </a:lnTo>
                  <a:lnTo>
                    <a:pt x="869086" y="1257889"/>
                  </a:lnTo>
                  <a:lnTo>
                    <a:pt x="865314" y="1397458"/>
                  </a:lnTo>
                  <a:lnTo>
                    <a:pt x="865226" y="1449102"/>
                  </a:lnTo>
                  <a:lnTo>
                    <a:pt x="864610" y="1500218"/>
                  </a:lnTo>
                  <a:lnTo>
                    <a:pt x="862938" y="1550279"/>
                  </a:lnTo>
                  <a:lnTo>
                    <a:pt x="859683" y="1598756"/>
                  </a:lnTo>
                  <a:lnTo>
                    <a:pt x="854316" y="1645121"/>
                  </a:lnTo>
                  <a:lnTo>
                    <a:pt x="846310" y="1688847"/>
                  </a:lnTo>
                  <a:lnTo>
                    <a:pt x="835137" y="1729406"/>
                  </a:lnTo>
                  <a:lnTo>
                    <a:pt x="820268" y="1766269"/>
                  </a:lnTo>
                  <a:lnTo>
                    <a:pt x="777334" y="1826799"/>
                  </a:lnTo>
                  <a:lnTo>
                    <a:pt x="713285" y="1866214"/>
                  </a:lnTo>
                  <a:lnTo>
                    <a:pt x="672022" y="1876684"/>
                  </a:lnTo>
                  <a:lnTo>
                    <a:pt x="623897" y="1880291"/>
                  </a:lnTo>
                  <a:lnTo>
                    <a:pt x="575772" y="1876684"/>
                  </a:lnTo>
                  <a:lnTo>
                    <a:pt x="534510" y="1866214"/>
                  </a:lnTo>
                  <a:lnTo>
                    <a:pt x="499582" y="1849410"/>
                  </a:lnTo>
                  <a:lnTo>
                    <a:pt x="446618" y="1798910"/>
                  </a:lnTo>
                  <a:lnTo>
                    <a:pt x="412658" y="1729406"/>
                  </a:lnTo>
                  <a:lnTo>
                    <a:pt x="401484" y="1688847"/>
                  </a:lnTo>
                  <a:lnTo>
                    <a:pt x="393478" y="1645121"/>
                  </a:lnTo>
                  <a:lnTo>
                    <a:pt x="388111" y="1598756"/>
                  </a:lnTo>
                  <a:lnTo>
                    <a:pt x="384856" y="1550279"/>
                  </a:lnTo>
                  <a:lnTo>
                    <a:pt x="383184" y="1500218"/>
                  </a:lnTo>
                  <a:lnTo>
                    <a:pt x="382568" y="1449102"/>
                  </a:lnTo>
                  <a:lnTo>
                    <a:pt x="382480" y="1397458"/>
                  </a:lnTo>
                  <a:lnTo>
                    <a:pt x="382480" y="893190"/>
                  </a:lnTo>
                </a:path>
                <a:path w="1472565" h="1901825">
                  <a:moveTo>
                    <a:pt x="1472468" y="1771132"/>
                  </a:moveTo>
                  <a:lnTo>
                    <a:pt x="1462200" y="1821987"/>
                  </a:lnTo>
                  <a:lnTo>
                    <a:pt x="1434198" y="1863518"/>
                  </a:lnTo>
                  <a:lnTo>
                    <a:pt x="1392668" y="1891520"/>
                  </a:lnTo>
                  <a:lnTo>
                    <a:pt x="1341812" y="1901788"/>
                  </a:lnTo>
                  <a:lnTo>
                    <a:pt x="1290957" y="1891520"/>
                  </a:lnTo>
                  <a:lnTo>
                    <a:pt x="1249427" y="1863518"/>
                  </a:lnTo>
                  <a:lnTo>
                    <a:pt x="1221425" y="1821987"/>
                  </a:lnTo>
                  <a:lnTo>
                    <a:pt x="1211157" y="1771132"/>
                  </a:lnTo>
                  <a:lnTo>
                    <a:pt x="1221425" y="1720277"/>
                  </a:lnTo>
                  <a:lnTo>
                    <a:pt x="1249427" y="1678746"/>
                  </a:lnTo>
                  <a:lnTo>
                    <a:pt x="1290957" y="1650745"/>
                  </a:lnTo>
                  <a:lnTo>
                    <a:pt x="1341812" y="1640476"/>
                  </a:lnTo>
                  <a:lnTo>
                    <a:pt x="1392668" y="1650745"/>
                  </a:lnTo>
                  <a:lnTo>
                    <a:pt x="1434198" y="1678746"/>
                  </a:lnTo>
                  <a:lnTo>
                    <a:pt x="1462200" y="1720277"/>
                  </a:lnTo>
                  <a:lnTo>
                    <a:pt x="1472468" y="1771132"/>
                  </a:lnTo>
                  <a:close/>
                </a:path>
              </a:pathLst>
            </a:custGeom>
            <a:ln w="104708">
              <a:solidFill>
                <a:srgbClr val="FFF5D4"/>
              </a:solidFill>
            </a:ln>
          </p:spPr>
          <p:txBody>
            <a:bodyPr wrap="square" lIns="0" tIns="0" rIns="0" bIns="0" rtlCol="0"/>
            <a:lstStyle/>
            <a:p>
              <a:endParaRPr/>
            </a:p>
          </p:txBody>
        </p:sp>
        <p:sp>
          <p:nvSpPr>
            <p:cNvPr id="52" name="object 52"/>
            <p:cNvSpPr/>
            <p:nvPr/>
          </p:nvSpPr>
          <p:spPr>
            <a:xfrm>
              <a:off x="17614825" y="2511033"/>
              <a:ext cx="2489835" cy="2513330"/>
            </a:xfrm>
            <a:custGeom>
              <a:avLst/>
              <a:gdLst/>
              <a:ahLst/>
              <a:cxnLst/>
              <a:rect l="l" t="t" r="r" b="b"/>
              <a:pathLst>
                <a:path w="2489834" h="2513329">
                  <a:moveTo>
                    <a:pt x="2489264" y="0"/>
                  </a:moveTo>
                  <a:lnTo>
                    <a:pt x="0" y="0"/>
                  </a:lnTo>
                  <a:lnTo>
                    <a:pt x="0" y="2512792"/>
                  </a:lnTo>
                  <a:lnTo>
                    <a:pt x="2489264" y="2512792"/>
                  </a:lnTo>
                  <a:lnTo>
                    <a:pt x="2489264" y="0"/>
                  </a:lnTo>
                  <a:close/>
                </a:path>
              </a:pathLst>
            </a:custGeom>
            <a:solidFill>
              <a:srgbClr val="79C44F"/>
            </a:solidFill>
          </p:spPr>
          <p:txBody>
            <a:bodyPr wrap="square" lIns="0" tIns="0" rIns="0" bIns="0" rtlCol="0"/>
            <a:lstStyle/>
            <a:p>
              <a:endParaRPr/>
            </a:p>
          </p:txBody>
        </p:sp>
        <p:sp>
          <p:nvSpPr>
            <p:cNvPr id="53" name="object 53"/>
            <p:cNvSpPr/>
            <p:nvPr/>
          </p:nvSpPr>
          <p:spPr>
            <a:xfrm>
              <a:off x="17727550" y="2654314"/>
              <a:ext cx="2308860" cy="2195830"/>
            </a:xfrm>
            <a:custGeom>
              <a:avLst/>
              <a:gdLst/>
              <a:ahLst/>
              <a:cxnLst/>
              <a:rect l="l" t="t" r="r" b="b"/>
              <a:pathLst>
                <a:path w="2308859" h="2195829">
                  <a:moveTo>
                    <a:pt x="236579" y="1097673"/>
                  </a:moveTo>
                  <a:lnTo>
                    <a:pt x="234851" y="1097673"/>
                  </a:lnTo>
                  <a:lnTo>
                    <a:pt x="0" y="1097673"/>
                  </a:lnTo>
                </a:path>
                <a:path w="2308859" h="2195829">
                  <a:moveTo>
                    <a:pt x="220422" y="419275"/>
                  </a:moveTo>
                  <a:lnTo>
                    <a:pt x="411819" y="558339"/>
                  </a:lnTo>
                </a:path>
                <a:path w="2308859" h="2195829">
                  <a:moveTo>
                    <a:pt x="870549" y="224841"/>
                  </a:moveTo>
                  <a:lnTo>
                    <a:pt x="797494" y="0"/>
                  </a:lnTo>
                </a:path>
                <a:path w="2308859" h="2195829">
                  <a:moveTo>
                    <a:pt x="1437746" y="224841"/>
                  </a:moveTo>
                  <a:lnTo>
                    <a:pt x="1510802" y="0"/>
                  </a:lnTo>
                </a:path>
                <a:path w="2308859" h="2195829">
                  <a:moveTo>
                    <a:pt x="1896476" y="558339"/>
                  </a:moveTo>
                  <a:lnTo>
                    <a:pt x="2087884" y="419275"/>
                  </a:lnTo>
                </a:path>
                <a:path w="2308859" h="2195829">
                  <a:moveTo>
                    <a:pt x="2071717" y="1097673"/>
                  </a:moveTo>
                  <a:lnTo>
                    <a:pt x="2308306" y="1097673"/>
                  </a:lnTo>
                </a:path>
                <a:path w="2308859" h="2195829">
                  <a:moveTo>
                    <a:pt x="1896476" y="1637007"/>
                  </a:moveTo>
                  <a:lnTo>
                    <a:pt x="2087884" y="1776061"/>
                  </a:lnTo>
                </a:path>
                <a:path w="2308859" h="2195829">
                  <a:moveTo>
                    <a:pt x="1510802" y="2195336"/>
                  </a:moveTo>
                  <a:lnTo>
                    <a:pt x="1437746" y="1970505"/>
                  </a:lnTo>
                </a:path>
                <a:path w="2308859" h="2195829">
                  <a:moveTo>
                    <a:pt x="870549" y="1970505"/>
                  </a:moveTo>
                  <a:lnTo>
                    <a:pt x="797494" y="2195336"/>
                  </a:lnTo>
                </a:path>
                <a:path w="2308859" h="2195829">
                  <a:moveTo>
                    <a:pt x="220422" y="1776061"/>
                  </a:moveTo>
                  <a:lnTo>
                    <a:pt x="411819" y="1637007"/>
                  </a:lnTo>
                </a:path>
              </a:pathLst>
            </a:custGeom>
            <a:ln w="41883">
              <a:solidFill>
                <a:srgbClr val="FFD13B"/>
              </a:solidFill>
            </a:ln>
          </p:spPr>
          <p:txBody>
            <a:bodyPr wrap="square" lIns="0" tIns="0" rIns="0" bIns="0" rtlCol="0"/>
            <a:lstStyle/>
            <a:p>
              <a:endParaRPr/>
            </a:p>
          </p:txBody>
        </p:sp>
        <p:sp>
          <p:nvSpPr>
            <p:cNvPr id="54" name="object 54"/>
            <p:cNvSpPr/>
            <p:nvPr/>
          </p:nvSpPr>
          <p:spPr>
            <a:xfrm>
              <a:off x="18256546" y="3126831"/>
              <a:ext cx="1250315" cy="1250315"/>
            </a:xfrm>
            <a:custGeom>
              <a:avLst/>
              <a:gdLst/>
              <a:ahLst/>
              <a:cxnLst/>
              <a:rect l="l" t="t" r="r" b="b"/>
              <a:pathLst>
                <a:path w="1250315" h="1250314">
                  <a:moveTo>
                    <a:pt x="625153" y="0"/>
                  </a:moveTo>
                  <a:lnTo>
                    <a:pt x="576297" y="1880"/>
                  </a:lnTo>
                  <a:lnTo>
                    <a:pt x="528470" y="7430"/>
                  </a:lnTo>
                  <a:lnTo>
                    <a:pt x="481810" y="16510"/>
                  </a:lnTo>
                  <a:lnTo>
                    <a:pt x="436456" y="28981"/>
                  </a:lnTo>
                  <a:lnTo>
                    <a:pt x="392548" y="44704"/>
                  </a:lnTo>
                  <a:lnTo>
                    <a:pt x="350225" y="63540"/>
                  </a:lnTo>
                  <a:lnTo>
                    <a:pt x="309624" y="85350"/>
                  </a:lnTo>
                  <a:lnTo>
                    <a:pt x="270886" y="109996"/>
                  </a:lnTo>
                  <a:lnTo>
                    <a:pt x="234150" y="137337"/>
                  </a:lnTo>
                  <a:lnTo>
                    <a:pt x="199553" y="167236"/>
                  </a:lnTo>
                  <a:lnTo>
                    <a:pt x="167236" y="199553"/>
                  </a:lnTo>
                  <a:lnTo>
                    <a:pt x="137337" y="234150"/>
                  </a:lnTo>
                  <a:lnTo>
                    <a:pt x="109996" y="270886"/>
                  </a:lnTo>
                  <a:lnTo>
                    <a:pt x="85350" y="309624"/>
                  </a:lnTo>
                  <a:lnTo>
                    <a:pt x="63540" y="350225"/>
                  </a:lnTo>
                  <a:lnTo>
                    <a:pt x="44704" y="392548"/>
                  </a:lnTo>
                  <a:lnTo>
                    <a:pt x="28981" y="436456"/>
                  </a:lnTo>
                  <a:lnTo>
                    <a:pt x="16510" y="481810"/>
                  </a:lnTo>
                  <a:lnTo>
                    <a:pt x="7430" y="528470"/>
                  </a:lnTo>
                  <a:lnTo>
                    <a:pt x="1880" y="576297"/>
                  </a:lnTo>
                  <a:lnTo>
                    <a:pt x="0" y="625153"/>
                  </a:lnTo>
                  <a:lnTo>
                    <a:pt x="1880" y="674009"/>
                  </a:lnTo>
                  <a:lnTo>
                    <a:pt x="7430" y="721837"/>
                  </a:lnTo>
                  <a:lnTo>
                    <a:pt x="16510" y="768497"/>
                  </a:lnTo>
                  <a:lnTo>
                    <a:pt x="28981" y="813850"/>
                  </a:lnTo>
                  <a:lnTo>
                    <a:pt x="44704" y="857758"/>
                  </a:lnTo>
                  <a:lnTo>
                    <a:pt x="63540" y="900082"/>
                  </a:lnTo>
                  <a:lnTo>
                    <a:pt x="85350" y="940682"/>
                  </a:lnTo>
                  <a:lnTo>
                    <a:pt x="109996" y="979420"/>
                  </a:lnTo>
                  <a:lnTo>
                    <a:pt x="137337" y="1016157"/>
                  </a:lnTo>
                  <a:lnTo>
                    <a:pt x="167236" y="1050753"/>
                  </a:lnTo>
                  <a:lnTo>
                    <a:pt x="199553" y="1083070"/>
                  </a:lnTo>
                  <a:lnTo>
                    <a:pt x="234150" y="1112969"/>
                  </a:lnTo>
                  <a:lnTo>
                    <a:pt x="270886" y="1140311"/>
                  </a:lnTo>
                  <a:lnTo>
                    <a:pt x="309624" y="1164956"/>
                  </a:lnTo>
                  <a:lnTo>
                    <a:pt x="350225" y="1186766"/>
                  </a:lnTo>
                  <a:lnTo>
                    <a:pt x="392548" y="1205602"/>
                  </a:lnTo>
                  <a:lnTo>
                    <a:pt x="436456" y="1221326"/>
                  </a:lnTo>
                  <a:lnTo>
                    <a:pt x="481810" y="1233796"/>
                  </a:lnTo>
                  <a:lnTo>
                    <a:pt x="528470" y="1242876"/>
                  </a:lnTo>
                  <a:lnTo>
                    <a:pt x="576297" y="1248426"/>
                  </a:lnTo>
                  <a:lnTo>
                    <a:pt x="625153" y="1250307"/>
                  </a:lnTo>
                  <a:lnTo>
                    <a:pt x="674009" y="1248426"/>
                  </a:lnTo>
                  <a:lnTo>
                    <a:pt x="721837" y="1242876"/>
                  </a:lnTo>
                  <a:lnTo>
                    <a:pt x="768497" y="1233796"/>
                  </a:lnTo>
                  <a:lnTo>
                    <a:pt x="813850" y="1221326"/>
                  </a:lnTo>
                  <a:lnTo>
                    <a:pt x="857758" y="1205602"/>
                  </a:lnTo>
                  <a:lnTo>
                    <a:pt x="900082" y="1186766"/>
                  </a:lnTo>
                  <a:lnTo>
                    <a:pt x="940682" y="1164956"/>
                  </a:lnTo>
                  <a:lnTo>
                    <a:pt x="979420" y="1140311"/>
                  </a:lnTo>
                  <a:lnTo>
                    <a:pt x="1016157" y="1112969"/>
                  </a:lnTo>
                  <a:lnTo>
                    <a:pt x="1050753" y="1083070"/>
                  </a:lnTo>
                  <a:lnTo>
                    <a:pt x="1083070" y="1050753"/>
                  </a:lnTo>
                  <a:lnTo>
                    <a:pt x="1112969" y="1016157"/>
                  </a:lnTo>
                  <a:lnTo>
                    <a:pt x="1140311" y="979420"/>
                  </a:lnTo>
                  <a:lnTo>
                    <a:pt x="1164956" y="940682"/>
                  </a:lnTo>
                  <a:lnTo>
                    <a:pt x="1186766" y="900082"/>
                  </a:lnTo>
                  <a:lnTo>
                    <a:pt x="1205602" y="857758"/>
                  </a:lnTo>
                  <a:lnTo>
                    <a:pt x="1221326" y="813850"/>
                  </a:lnTo>
                  <a:lnTo>
                    <a:pt x="1233796" y="768497"/>
                  </a:lnTo>
                  <a:lnTo>
                    <a:pt x="1242876" y="721837"/>
                  </a:lnTo>
                  <a:lnTo>
                    <a:pt x="1248426" y="674009"/>
                  </a:lnTo>
                  <a:lnTo>
                    <a:pt x="1250307" y="625153"/>
                  </a:lnTo>
                  <a:lnTo>
                    <a:pt x="1248426" y="576297"/>
                  </a:lnTo>
                  <a:lnTo>
                    <a:pt x="1242876" y="528470"/>
                  </a:lnTo>
                  <a:lnTo>
                    <a:pt x="1233796" y="481810"/>
                  </a:lnTo>
                  <a:lnTo>
                    <a:pt x="1221326" y="436456"/>
                  </a:lnTo>
                  <a:lnTo>
                    <a:pt x="1205602" y="392548"/>
                  </a:lnTo>
                  <a:lnTo>
                    <a:pt x="1186766" y="350225"/>
                  </a:lnTo>
                  <a:lnTo>
                    <a:pt x="1164956" y="309624"/>
                  </a:lnTo>
                  <a:lnTo>
                    <a:pt x="1140311" y="270886"/>
                  </a:lnTo>
                  <a:lnTo>
                    <a:pt x="1112969" y="234150"/>
                  </a:lnTo>
                  <a:lnTo>
                    <a:pt x="1083070" y="199553"/>
                  </a:lnTo>
                  <a:lnTo>
                    <a:pt x="1050753" y="167236"/>
                  </a:lnTo>
                  <a:lnTo>
                    <a:pt x="1016157" y="137337"/>
                  </a:lnTo>
                  <a:lnTo>
                    <a:pt x="979420" y="109996"/>
                  </a:lnTo>
                  <a:lnTo>
                    <a:pt x="940682" y="85350"/>
                  </a:lnTo>
                  <a:lnTo>
                    <a:pt x="900082" y="63540"/>
                  </a:lnTo>
                  <a:lnTo>
                    <a:pt x="857758" y="44704"/>
                  </a:lnTo>
                  <a:lnTo>
                    <a:pt x="813850" y="28981"/>
                  </a:lnTo>
                  <a:lnTo>
                    <a:pt x="768497" y="16510"/>
                  </a:lnTo>
                  <a:lnTo>
                    <a:pt x="721837" y="7430"/>
                  </a:lnTo>
                  <a:lnTo>
                    <a:pt x="674009" y="1880"/>
                  </a:lnTo>
                  <a:lnTo>
                    <a:pt x="625153" y="0"/>
                  </a:lnTo>
                  <a:close/>
                </a:path>
              </a:pathLst>
            </a:custGeom>
            <a:solidFill>
              <a:srgbClr val="79C44F"/>
            </a:solidFill>
          </p:spPr>
          <p:txBody>
            <a:bodyPr wrap="square" lIns="0" tIns="0" rIns="0" bIns="0" rtlCol="0"/>
            <a:lstStyle/>
            <a:p>
              <a:endParaRPr/>
            </a:p>
          </p:txBody>
        </p:sp>
        <p:sp>
          <p:nvSpPr>
            <p:cNvPr id="55" name="object 55"/>
            <p:cNvSpPr/>
            <p:nvPr/>
          </p:nvSpPr>
          <p:spPr>
            <a:xfrm>
              <a:off x="18256546" y="3126831"/>
              <a:ext cx="1250315" cy="1250315"/>
            </a:xfrm>
            <a:custGeom>
              <a:avLst/>
              <a:gdLst/>
              <a:ahLst/>
              <a:cxnLst/>
              <a:rect l="l" t="t" r="r" b="b"/>
              <a:pathLst>
                <a:path w="1250315" h="1250314">
                  <a:moveTo>
                    <a:pt x="625153" y="1250307"/>
                  </a:moveTo>
                  <a:lnTo>
                    <a:pt x="674009" y="1248426"/>
                  </a:lnTo>
                  <a:lnTo>
                    <a:pt x="721837" y="1242876"/>
                  </a:lnTo>
                  <a:lnTo>
                    <a:pt x="768497" y="1233796"/>
                  </a:lnTo>
                  <a:lnTo>
                    <a:pt x="813850" y="1221326"/>
                  </a:lnTo>
                  <a:lnTo>
                    <a:pt x="857758" y="1205602"/>
                  </a:lnTo>
                  <a:lnTo>
                    <a:pt x="900082" y="1186766"/>
                  </a:lnTo>
                  <a:lnTo>
                    <a:pt x="940682" y="1164956"/>
                  </a:lnTo>
                  <a:lnTo>
                    <a:pt x="979420" y="1140311"/>
                  </a:lnTo>
                  <a:lnTo>
                    <a:pt x="1016157" y="1112969"/>
                  </a:lnTo>
                  <a:lnTo>
                    <a:pt x="1050753" y="1083070"/>
                  </a:lnTo>
                  <a:lnTo>
                    <a:pt x="1083070" y="1050753"/>
                  </a:lnTo>
                  <a:lnTo>
                    <a:pt x="1112969" y="1016157"/>
                  </a:lnTo>
                  <a:lnTo>
                    <a:pt x="1140311" y="979420"/>
                  </a:lnTo>
                  <a:lnTo>
                    <a:pt x="1164956" y="940682"/>
                  </a:lnTo>
                  <a:lnTo>
                    <a:pt x="1186766" y="900082"/>
                  </a:lnTo>
                  <a:lnTo>
                    <a:pt x="1205602" y="857758"/>
                  </a:lnTo>
                  <a:lnTo>
                    <a:pt x="1221326" y="813850"/>
                  </a:lnTo>
                  <a:lnTo>
                    <a:pt x="1233796" y="768497"/>
                  </a:lnTo>
                  <a:lnTo>
                    <a:pt x="1242876" y="721837"/>
                  </a:lnTo>
                  <a:lnTo>
                    <a:pt x="1248426" y="674009"/>
                  </a:lnTo>
                  <a:lnTo>
                    <a:pt x="1250307" y="625153"/>
                  </a:lnTo>
                  <a:lnTo>
                    <a:pt x="1248426" y="576297"/>
                  </a:lnTo>
                  <a:lnTo>
                    <a:pt x="1242876" y="528470"/>
                  </a:lnTo>
                  <a:lnTo>
                    <a:pt x="1233796" y="481810"/>
                  </a:lnTo>
                  <a:lnTo>
                    <a:pt x="1221326" y="436456"/>
                  </a:lnTo>
                  <a:lnTo>
                    <a:pt x="1205602" y="392548"/>
                  </a:lnTo>
                  <a:lnTo>
                    <a:pt x="1186766" y="350225"/>
                  </a:lnTo>
                  <a:lnTo>
                    <a:pt x="1164956" y="309624"/>
                  </a:lnTo>
                  <a:lnTo>
                    <a:pt x="1140311" y="270886"/>
                  </a:lnTo>
                  <a:lnTo>
                    <a:pt x="1112969" y="234150"/>
                  </a:lnTo>
                  <a:lnTo>
                    <a:pt x="1083070" y="199553"/>
                  </a:lnTo>
                  <a:lnTo>
                    <a:pt x="1050753" y="167236"/>
                  </a:lnTo>
                  <a:lnTo>
                    <a:pt x="1016157" y="137337"/>
                  </a:lnTo>
                  <a:lnTo>
                    <a:pt x="979420" y="109996"/>
                  </a:lnTo>
                  <a:lnTo>
                    <a:pt x="940682" y="85350"/>
                  </a:lnTo>
                  <a:lnTo>
                    <a:pt x="900082" y="63540"/>
                  </a:lnTo>
                  <a:lnTo>
                    <a:pt x="857758" y="44704"/>
                  </a:lnTo>
                  <a:lnTo>
                    <a:pt x="813850" y="28981"/>
                  </a:lnTo>
                  <a:lnTo>
                    <a:pt x="768497" y="16510"/>
                  </a:lnTo>
                  <a:lnTo>
                    <a:pt x="721837" y="7430"/>
                  </a:lnTo>
                  <a:lnTo>
                    <a:pt x="674009" y="1880"/>
                  </a:lnTo>
                  <a:lnTo>
                    <a:pt x="625153" y="0"/>
                  </a:lnTo>
                  <a:lnTo>
                    <a:pt x="576297" y="1880"/>
                  </a:lnTo>
                  <a:lnTo>
                    <a:pt x="528470" y="7430"/>
                  </a:lnTo>
                  <a:lnTo>
                    <a:pt x="481810" y="16510"/>
                  </a:lnTo>
                  <a:lnTo>
                    <a:pt x="436456" y="28981"/>
                  </a:lnTo>
                  <a:lnTo>
                    <a:pt x="392548" y="44704"/>
                  </a:lnTo>
                  <a:lnTo>
                    <a:pt x="350225" y="63540"/>
                  </a:lnTo>
                  <a:lnTo>
                    <a:pt x="309624" y="85350"/>
                  </a:lnTo>
                  <a:lnTo>
                    <a:pt x="270886" y="109996"/>
                  </a:lnTo>
                  <a:lnTo>
                    <a:pt x="234150" y="137337"/>
                  </a:lnTo>
                  <a:lnTo>
                    <a:pt x="199553" y="167236"/>
                  </a:lnTo>
                  <a:lnTo>
                    <a:pt x="167236" y="199553"/>
                  </a:lnTo>
                  <a:lnTo>
                    <a:pt x="137337" y="234150"/>
                  </a:lnTo>
                  <a:lnTo>
                    <a:pt x="109996" y="270886"/>
                  </a:lnTo>
                  <a:lnTo>
                    <a:pt x="85350" y="309624"/>
                  </a:lnTo>
                  <a:lnTo>
                    <a:pt x="63540" y="350225"/>
                  </a:lnTo>
                  <a:lnTo>
                    <a:pt x="44704" y="392548"/>
                  </a:lnTo>
                  <a:lnTo>
                    <a:pt x="28981" y="436456"/>
                  </a:lnTo>
                  <a:lnTo>
                    <a:pt x="16510" y="481810"/>
                  </a:lnTo>
                  <a:lnTo>
                    <a:pt x="7430" y="528470"/>
                  </a:lnTo>
                  <a:lnTo>
                    <a:pt x="1880" y="576297"/>
                  </a:lnTo>
                  <a:lnTo>
                    <a:pt x="0" y="625153"/>
                  </a:lnTo>
                  <a:lnTo>
                    <a:pt x="1880" y="674009"/>
                  </a:lnTo>
                  <a:lnTo>
                    <a:pt x="7430" y="721837"/>
                  </a:lnTo>
                  <a:lnTo>
                    <a:pt x="16510" y="768497"/>
                  </a:lnTo>
                  <a:lnTo>
                    <a:pt x="28981" y="813850"/>
                  </a:lnTo>
                  <a:lnTo>
                    <a:pt x="44704" y="857758"/>
                  </a:lnTo>
                  <a:lnTo>
                    <a:pt x="63540" y="900082"/>
                  </a:lnTo>
                  <a:lnTo>
                    <a:pt x="85350" y="940682"/>
                  </a:lnTo>
                  <a:lnTo>
                    <a:pt x="109996" y="979420"/>
                  </a:lnTo>
                  <a:lnTo>
                    <a:pt x="137337" y="1016157"/>
                  </a:lnTo>
                  <a:lnTo>
                    <a:pt x="167236" y="1050753"/>
                  </a:lnTo>
                  <a:lnTo>
                    <a:pt x="199553" y="1083070"/>
                  </a:lnTo>
                  <a:lnTo>
                    <a:pt x="234150" y="1112969"/>
                  </a:lnTo>
                  <a:lnTo>
                    <a:pt x="270886" y="1140311"/>
                  </a:lnTo>
                  <a:lnTo>
                    <a:pt x="309624" y="1164956"/>
                  </a:lnTo>
                  <a:lnTo>
                    <a:pt x="350225" y="1186766"/>
                  </a:lnTo>
                  <a:lnTo>
                    <a:pt x="392548" y="1205602"/>
                  </a:lnTo>
                  <a:lnTo>
                    <a:pt x="436456" y="1221326"/>
                  </a:lnTo>
                  <a:lnTo>
                    <a:pt x="481810" y="1233796"/>
                  </a:lnTo>
                  <a:lnTo>
                    <a:pt x="528470" y="1242876"/>
                  </a:lnTo>
                  <a:lnTo>
                    <a:pt x="576297" y="1248426"/>
                  </a:lnTo>
                  <a:lnTo>
                    <a:pt x="625153" y="1250307"/>
                  </a:lnTo>
                  <a:close/>
                </a:path>
              </a:pathLst>
            </a:custGeom>
            <a:ln w="41883">
              <a:solidFill>
                <a:srgbClr val="FFD13B"/>
              </a:solidFill>
            </a:ln>
          </p:spPr>
          <p:txBody>
            <a:bodyPr wrap="square" lIns="0" tIns="0" rIns="0" bIns="0" rtlCol="0"/>
            <a:lstStyle/>
            <a:p>
              <a:endParaRPr/>
            </a:p>
          </p:txBody>
        </p:sp>
        <p:sp>
          <p:nvSpPr>
            <p:cNvPr id="56" name="object 56"/>
            <p:cNvSpPr/>
            <p:nvPr/>
          </p:nvSpPr>
          <p:spPr>
            <a:xfrm>
              <a:off x="17619805" y="2511036"/>
              <a:ext cx="2484755" cy="2484755"/>
            </a:xfrm>
            <a:custGeom>
              <a:avLst/>
              <a:gdLst/>
              <a:ahLst/>
              <a:cxnLst/>
              <a:rect l="l" t="t" r="r" b="b"/>
              <a:pathLst>
                <a:path w="2484755" h="2484754">
                  <a:moveTo>
                    <a:pt x="2484290" y="0"/>
                  </a:moveTo>
                  <a:lnTo>
                    <a:pt x="0" y="0"/>
                  </a:lnTo>
                  <a:lnTo>
                    <a:pt x="2484290" y="2484290"/>
                  </a:lnTo>
                  <a:lnTo>
                    <a:pt x="2484290" y="0"/>
                  </a:lnTo>
                  <a:close/>
                </a:path>
              </a:pathLst>
            </a:custGeom>
            <a:solidFill>
              <a:srgbClr val="79C44F"/>
            </a:solidFill>
          </p:spPr>
          <p:txBody>
            <a:bodyPr wrap="square" lIns="0" tIns="0" rIns="0" bIns="0" rtlCol="0"/>
            <a:lstStyle/>
            <a:p>
              <a:endParaRPr/>
            </a:p>
          </p:txBody>
        </p:sp>
        <p:sp>
          <p:nvSpPr>
            <p:cNvPr id="57" name="object 57"/>
            <p:cNvSpPr/>
            <p:nvPr/>
          </p:nvSpPr>
          <p:spPr>
            <a:xfrm>
              <a:off x="18514573" y="2659815"/>
              <a:ext cx="1511300" cy="1776095"/>
            </a:xfrm>
            <a:custGeom>
              <a:avLst/>
              <a:gdLst/>
              <a:ahLst/>
              <a:cxnLst/>
              <a:rect l="l" t="t" r="r" b="b"/>
              <a:pathLst>
                <a:path w="1511300" h="1776095">
                  <a:moveTo>
                    <a:pt x="73055" y="224841"/>
                  </a:moveTo>
                  <a:lnTo>
                    <a:pt x="0" y="0"/>
                  </a:lnTo>
                </a:path>
                <a:path w="1511300" h="1776095">
                  <a:moveTo>
                    <a:pt x="640252" y="224841"/>
                  </a:moveTo>
                  <a:lnTo>
                    <a:pt x="713308" y="0"/>
                  </a:lnTo>
                </a:path>
                <a:path w="1511300" h="1776095">
                  <a:moveTo>
                    <a:pt x="1098982" y="558339"/>
                  </a:moveTo>
                  <a:lnTo>
                    <a:pt x="1290390" y="419275"/>
                  </a:lnTo>
                </a:path>
                <a:path w="1511300" h="1776095">
                  <a:moveTo>
                    <a:pt x="1274222" y="1097673"/>
                  </a:moveTo>
                  <a:lnTo>
                    <a:pt x="1510812" y="1097673"/>
                  </a:lnTo>
                </a:path>
                <a:path w="1511300" h="1776095">
                  <a:moveTo>
                    <a:pt x="1098982" y="1637007"/>
                  </a:moveTo>
                  <a:lnTo>
                    <a:pt x="1290390" y="1776061"/>
                  </a:lnTo>
                </a:path>
              </a:pathLst>
            </a:custGeom>
            <a:ln w="41883">
              <a:solidFill>
                <a:srgbClr val="FFD13B"/>
              </a:solidFill>
            </a:ln>
          </p:spPr>
          <p:txBody>
            <a:bodyPr wrap="square" lIns="0" tIns="0" rIns="0" bIns="0" rtlCol="0"/>
            <a:lstStyle/>
            <a:p>
              <a:endParaRPr/>
            </a:p>
          </p:txBody>
        </p:sp>
        <p:sp>
          <p:nvSpPr>
            <p:cNvPr id="58" name="object 58"/>
            <p:cNvSpPr/>
            <p:nvPr/>
          </p:nvSpPr>
          <p:spPr>
            <a:xfrm>
              <a:off x="18410646" y="3109518"/>
              <a:ext cx="1108710" cy="1108710"/>
            </a:xfrm>
            <a:custGeom>
              <a:avLst/>
              <a:gdLst/>
              <a:ahLst/>
              <a:cxnLst/>
              <a:rect l="l" t="t" r="r" b="b"/>
              <a:pathLst>
                <a:path w="1108709" h="1108710">
                  <a:moveTo>
                    <a:pt x="460581" y="0"/>
                  </a:moveTo>
                  <a:lnTo>
                    <a:pt x="412223" y="1777"/>
                  </a:lnTo>
                  <a:lnTo>
                    <a:pt x="364829" y="7025"/>
                  </a:lnTo>
                  <a:lnTo>
                    <a:pt x="318526" y="15619"/>
                  </a:lnTo>
                  <a:lnTo>
                    <a:pt x="273439" y="27433"/>
                  </a:lnTo>
                  <a:lnTo>
                    <a:pt x="229693" y="42343"/>
                  </a:lnTo>
                  <a:lnTo>
                    <a:pt x="187414" y="60222"/>
                  </a:lnTo>
                  <a:lnTo>
                    <a:pt x="146726" y="80946"/>
                  </a:lnTo>
                  <a:lnTo>
                    <a:pt x="107755" y="104389"/>
                  </a:lnTo>
                  <a:lnTo>
                    <a:pt x="70627" y="130426"/>
                  </a:lnTo>
                  <a:lnTo>
                    <a:pt x="35466" y="158932"/>
                  </a:lnTo>
                  <a:lnTo>
                    <a:pt x="2398" y="189782"/>
                  </a:lnTo>
                  <a:lnTo>
                    <a:pt x="0" y="192352"/>
                  </a:lnTo>
                  <a:lnTo>
                    <a:pt x="916197" y="1108549"/>
                  </a:lnTo>
                  <a:lnTo>
                    <a:pt x="949615" y="1073085"/>
                  </a:lnTo>
                  <a:lnTo>
                    <a:pt x="978121" y="1037924"/>
                  </a:lnTo>
                  <a:lnTo>
                    <a:pt x="1004159" y="1000795"/>
                  </a:lnTo>
                  <a:lnTo>
                    <a:pt x="1027603" y="961825"/>
                  </a:lnTo>
                  <a:lnTo>
                    <a:pt x="1048327" y="921137"/>
                  </a:lnTo>
                  <a:lnTo>
                    <a:pt x="1066207" y="878857"/>
                  </a:lnTo>
                  <a:lnTo>
                    <a:pt x="1081117" y="835111"/>
                  </a:lnTo>
                  <a:lnTo>
                    <a:pt x="1092931" y="790024"/>
                  </a:lnTo>
                  <a:lnTo>
                    <a:pt x="1101525" y="743721"/>
                  </a:lnTo>
                  <a:lnTo>
                    <a:pt x="1106774" y="696328"/>
                  </a:lnTo>
                  <a:lnTo>
                    <a:pt x="1108551" y="647969"/>
                  </a:lnTo>
                  <a:lnTo>
                    <a:pt x="1106774" y="599609"/>
                  </a:lnTo>
                  <a:lnTo>
                    <a:pt x="1101525" y="552215"/>
                  </a:lnTo>
                  <a:lnTo>
                    <a:pt x="1092931" y="505911"/>
                  </a:lnTo>
                  <a:lnTo>
                    <a:pt x="1081117" y="460823"/>
                  </a:lnTo>
                  <a:lnTo>
                    <a:pt x="1066207" y="417077"/>
                  </a:lnTo>
                  <a:lnTo>
                    <a:pt x="1048327" y="374797"/>
                  </a:lnTo>
                  <a:lnTo>
                    <a:pt x="1027603" y="334109"/>
                  </a:lnTo>
                  <a:lnTo>
                    <a:pt x="1004159" y="295139"/>
                  </a:lnTo>
                  <a:lnTo>
                    <a:pt x="978121" y="258010"/>
                  </a:lnTo>
                  <a:lnTo>
                    <a:pt x="949615" y="222849"/>
                  </a:lnTo>
                  <a:lnTo>
                    <a:pt x="918765" y="189782"/>
                  </a:lnTo>
                  <a:lnTo>
                    <a:pt x="885697" y="158932"/>
                  </a:lnTo>
                  <a:lnTo>
                    <a:pt x="850536" y="130426"/>
                  </a:lnTo>
                  <a:lnTo>
                    <a:pt x="813407" y="104389"/>
                  </a:lnTo>
                  <a:lnTo>
                    <a:pt x="774437" y="80946"/>
                  </a:lnTo>
                  <a:lnTo>
                    <a:pt x="733749" y="60222"/>
                  </a:lnTo>
                  <a:lnTo>
                    <a:pt x="691469" y="42343"/>
                  </a:lnTo>
                  <a:lnTo>
                    <a:pt x="647723" y="27433"/>
                  </a:lnTo>
                  <a:lnTo>
                    <a:pt x="602636" y="15619"/>
                  </a:lnTo>
                  <a:lnTo>
                    <a:pt x="556333" y="7025"/>
                  </a:lnTo>
                  <a:lnTo>
                    <a:pt x="508940" y="1777"/>
                  </a:lnTo>
                  <a:lnTo>
                    <a:pt x="460581" y="0"/>
                  </a:lnTo>
                  <a:close/>
                </a:path>
              </a:pathLst>
            </a:custGeom>
            <a:solidFill>
              <a:srgbClr val="FFD13B"/>
            </a:solidFill>
          </p:spPr>
          <p:txBody>
            <a:bodyPr wrap="square" lIns="0" tIns="0" rIns="0" bIns="0" rtlCol="0"/>
            <a:lstStyle/>
            <a:p>
              <a:endParaRPr/>
            </a:p>
          </p:txBody>
        </p:sp>
      </p:grpSp>
      <p:sp>
        <p:nvSpPr>
          <p:cNvPr id="59" name="object 59"/>
          <p:cNvSpPr txBox="1">
            <a:spLocks noGrp="1"/>
          </p:cNvSpPr>
          <p:nvPr>
            <p:ph type="title"/>
          </p:nvPr>
        </p:nvSpPr>
        <p:spPr>
          <a:xfrm>
            <a:off x="3044798" y="3155601"/>
            <a:ext cx="6743065" cy="1282065"/>
          </a:xfrm>
          <a:prstGeom prst="rect">
            <a:avLst/>
          </a:prstGeom>
        </p:spPr>
        <p:txBody>
          <a:bodyPr vert="horz" wrap="square" lIns="0" tIns="12065" rIns="0" bIns="0" rtlCol="0">
            <a:spAutoFit/>
          </a:bodyPr>
          <a:lstStyle/>
          <a:p>
            <a:pPr marL="12700">
              <a:lnSpc>
                <a:spcPct val="100000"/>
              </a:lnSpc>
              <a:spcBef>
                <a:spcPts val="95"/>
              </a:spcBef>
            </a:pPr>
            <a:r>
              <a:rPr sz="8250" spc="-130" dirty="0"/>
              <a:t>Air</a:t>
            </a:r>
            <a:r>
              <a:rPr sz="8250" spc="-265" dirty="0"/>
              <a:t> </a:t>
            </a:r>
            <a:r>
              <a:rPr sz="8250" spc="-175" dirty="0"/>
              <a:t>pollution</a:t>
            </a:r>
            <a:endParaRPr sz="8250"/>
          </a:p>
        </p:txBody>
      </p:sp>
      <p:sp>
        <p:nvSpPr>
          <p:cNvPr id="60" name="object 7">
            <a:extLst>
              <a:ext uri="{FF2B5EF4-FFF2-40B4-BE49-F238E27FC236}">
                <a16:creationId xmlns:a16="http://schemas.microsoft.com/office/drawing/2014/main" id="{445806DE-A479-4953-8E92-3A1184F8F411}"/>
              </a:ext>
            </a:extLst>
          </p:cNvPr>
          <p:cNvSpPr/>
          <p:nvPr/>
        </p:nvSpPr>
        <p:spPr>
          <a:xfrm>
            <a:off x="9747250" y="12249150"/>
            <a:ext cx="495934" cy="1006475"/>
          </a:xfrm>
          <a:custGeom>
            <a:avLst/>
            <a:gdLst/>
            <a:ahLst/>
            <a:cxnLst/>
            <a:rect l="l" t="t" r="r" b="b"/>
            <a:pathLst>
              <a:path w="495934" h="1006475">
                <a:moveTo>
                  <a:pt x="0" y="1005875"/>
                </a:moveTo>
                <a:lnTo>
                  <a:pt x="495838" y="502937"/>
                </a:lnTo>
                <a:lnTo>
                  <a:pt x="0" y="0"/>
                </a:lnTo>
              </a:path>
            </a:pathLst>
          </a:custGeom>
          <a:ln w="41883">
            <a:solidFill>
              <a:srgbClr val="0E9C4E"/>
            </a:solidFill>
          </a:ln>
        </p:spPr>
        <p:txBody>
          <a:bodyPr wrap="square" lIns="0" tIns="0" rIns="0" bIns="0" rtlCol="0"/>
          <a:lstStyle/>
          <a:p>
            <a:endParaRPr/>
          </a:p>
        </p:txBody>
      </p:sp>
      <p:sp>
        <p:nvSpPr>
          <p:cNvPr id="61" name="テキスト ボックス 60">
            <a:extLst>
              <a:ext uri="{FF2B5EF4-FFF2-40B4-BE49-F238E27FC236}">
                <a16:creationId xmlns:a16="http://schemas.microsoft.com/office/drawing/2014/main" id="{CD140114-47B9-47B9-BEA5-FC22BBEFF664}"/>
              </a:ext>
            </a:extLst>
          </p:cNvPr>
          <p:cNvSpPr txBox="1"/>
          <p:nvPr/>
        </p:nvSpPr>
        <p:spPr>
          <a:xfrm>
            <a:off x="374650" y="143326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7591405" cy="2513330"/>
          </a:xfrm>
          <a:custGeom>
            <a:avLst/>
            <a:gdLst/>
            <a:ahLst/>
            <a:cxnLst/>
            <a:rect l="l" t="t" r="r" b="b"/>
            <a:pathLst>
              <a:path w="17591405" h="2513330">
                <a:moveTo>
                  <a:pt x="17056852" y="0"/>
                </a:moveTo>
                <a:lnTo>
                  <a:pt x="534015" y="0"/>
                </a:lnTo>
                <a:lnTo>
                  <a:pt x="485408" y="2182"/>
                </a:lnTo>
                <a:lnTo>
                  <a:pt x="438023" y="8603"/>
                </a:lnTo>
                <a:lnTo>
                  <a:pt x="392051" y="19075"/>
                </a:lnTo>
                <a:lnTo>
                  <a:pt x="347677" y="33408"/>
                </a:lnTo>
                <a:lnTo>
                  <a:pt x="305093" y="51415"/>
                </a:lnTo>
                <a:lnTo>
                  <a:pt x="264485" y="72907"/>
                </a:lnTo>
                <a:lnTo>
                  <a:pt x="226042" y="97695"/>
                </a:lnTo>
                <a:lnTo>
                  <a:pt x="189953" y="125592"/>
                </a:lnTo>
                <a:lnTo>
                  <a:pt x="156407" y="156407"/>
                </a:lnTo>
                <a:lnTo>
                  <a:pt x="125592" y="189953"/>
                </a:lnTo>
                <a:lnTo>
                  <a:pt x="97695" y="226042"/>
                </a:lnTo>
                <a:lnTo>
                  <a:pt x="72907" y="264485"/>
                </a:lnTo>
                <a:lnTo>
                  <a:pt x="51415" y="305093"/>
                </a:lnTo>
                <a:lnTo>
                  <a:pt x="33408" y="347677"/>
                </a:lnTo>
                <a:lnTo>
                  <a:pt x="19075" y="392051"/>
                </a:lnTo>
                <a:lnTo>
                  <a:pt x="8603" y="438023"/>
                </a:lnTo>
                <a:lnTo>
                  <a:pt x="2182" y="485408"/>
                </a:lnTo>
                <a:lnTo>
                  <a:pt x="0" y="534015"/>
                </a:lnTo>
                <a:lnTo>
                  <a:pt x="0" y="1978777"/>
                </a:lnTo>
                <a:lnTo>
                  <a:pt x="2182" y="2027382"/>
                </a:lnTo>
                <a:lnTo>
                  <a:pt x="8603" y="2074765"/>
                </a:lnTo>
                <a:lnTo>
                  <a:pt x="19075" y="2120737"/>
                </a:lnTo>
                <a:lnTo>
                  <a:pt x="33408" y="2165110"/>
                </a:lnTo>
                <a:lnTo>
                  <a:pt x="51415" y="2207694"/>
                </a:lnTo>
                <a:lnTo>
                  <a:pt x="72907" y="2248302"/>
                </a:lnTo>
                <a:lnTo>
                  <a:pt x="97695" y="2286745"/>
                </a:lnTo>
                <a:lnTo>
                  <a:pt x="125592" y="2322834"/>
                </a:lnTo>
                <a:lnTo>
                  <a:pt x="156407" y="2356381"/>
                </a:lnTo>
                <a:lnTo>
                  <a:pt x="189953" y="2387197"/>
                </a:lnTo>
                <a:lnTo>
                  <a:pt x="226042" y="2415093"/>
                </a:lnTo>
                <a:lnTo>
                  <a:pt x="264485" y="2439882"/>
                </a:lnTo>
                <a:lnTo>
                  <a:pt x="305093" y="2461375"/>
                </a:lnTo>
                <a:lnTo>
                  <a:pt x="347677" y="2479382"/>
                </a:lnTo>
                <a:lnTo>
                  <a:pt x="392051" y="2493716"/>
                </a:lnTo>
                <a:lnTo>
                  <a:pt x="438023" y="2504188"/>
                </a:lnTo>
                <a:lnTo>
                  <a:pt x="485408" y="2510610"/>
                </a:lnTo>
                <a:lnTo>
                  <a:pt x="534015" y="2512792"/>
                </a:lnTo>
                <a:lnTo>
                  <a:pt x="17056852" y="2512792"/>
                </a:lnTo>
                <a:lnTo>
                  <a:pt x="17105457" y="2510610"/>
                </a:lnTo>
                <a:lnTo>
                  <a:pt x="17152840" y="2504188"/>
                </a:lnTo>
                <a:lnTo>
                  <a:pt x="17198812" y="2493716"/>
                </a:lnTo>
                <a:lnTo>
                  <a:pt x="17243185" y="2479382"/>
                </a:lnTo>
                <a:lnTo>
                  <a:pt x="17285769" y="2461375"/>
                </a:lnTo>
                <a:lnTo>
                  <a:pt x="17326377" y="2439882"/>
                </a:lnTo>
                <a:lnTo>
                  <a:pt x="17364820" y="2415093"/>
                </a:lnTo>
                <a:lnTo>
                  <a:pt x="17400909" y="2387197"/>
                </a:lnTo>
                <a:lnTo>
                  <a:pt x="17434456" y="2356381"/>
                </a:lnTo>
                <a:lnTo>
                  <a:pt x="17465272" y="2322834"/>
                </a:lnTo>
                <a:lnTo>
                  <a:pt x="17493168" y="2286745"/>
                </a:lnTo>
                <a:lnTo>
                  <a:pt x="17517957" y="2248302"/>
                </a:lnTo>
                <a:lnTo>
                  <a:pt x="17539450" y="2207694"/>
                </a:lnTo>
                <a:lnTo>
                  <a:pt x="17557457" y="2165110"/>
                </a:lnTo>
                <a:lnTo>
                  <a:pt x="17571791" y="2120737"/>
                </a:lnTo>
                <a:lnTo>
                  <a:pt x="17582263" y="2074765"/>
                </a:lnTo>
                <a:lnTo>
                  <a:pt x="17588685" y="2027382"/>
                </a:lnTo>
                <a:lnTo>
                  <a:pt x="17590867" y="1978777"/>
                </a:lnTo>
                <a:lnTo>
                  <a:pt x="17590867" y="534015"/>
                </a:lnTo>
                <a:lnTo>
                  <a:pt x="17588685" y="485408"/>
                </a:lnTo>
                <a:lnTo>
                  <a:pt x="17582263" y="438023"/>
                </a:lnTo>
                <a:lnTo>
                  <a:pt x="17571791" y="392051"/>
                </a:lnTo>
                <a:lnTo>
                  <a:pt x="17557457" y="347677"/>
                </a:lnTo>
                <a:lnTo>
                  <a:pt x="17539450" y="305093"/>
                </a:lnTo>
                <a:lnTo>
                  <a:pt x="17517957" y="264485"/>
                </a:lnTo>
                <a:lnTo>
                  <a:pt x="17493168" y="226042"/>
                </a:lnTo>
                <a:lnTo>
                  <a:pt x="17465272" y="189953"/>
                </a:lnTo>
                <a:lnTo>
                  <a:pt x="17434456" y="156407"/>
                </a:lnTo>
                <a:lnTo>
                  <a:pt x="17400909" y="125592"/>
                </a:lnTo>
                <a:lnTo>
                  <a:pt x="17364820" y="97695"/>
                </a:lnTo>
                <a:lnTo>
                  <a:pt x="17326377" y="72907"/>
                </a:lnTo>
                <a:lnTo>
                  <a:pt x="17285769" y="51415"/>
                </a:lnTo>
                <a:lnTo>
                  <a:pt x="17243185" y="33408"/>
                </a:lnTo>
                <a:lnTo>
                  <a:pt x="17198812" y="19075"/>
                </a:lnTo>
                <a:lnTo>
                  <a:pt x="17152840" y="8603"/>
                </a:lnTo>
                <a:lnTo>
                  <a:pt x="17105457" y="2182"/>
                </a:lnTo>
                <a:lnTo>
                  <a:pt x="17056852" y="0"/>
                </a:lnTo>
                <a:close/>
              </a:path>
            </a:pathLst>
          </a:custGeom>
          <a:solidFill>
            <a:srgbClr val="FFF5D4"/>
          </a:solidFill>
        </p:spPr>
        <p:txBody>
          <a:bodyPr wrap="square" lIns="0" tIns="0" rIns="0" bIns="0" rtlCol="0"/>
          <a:lstStyle/>
          <a:p>
            <a:endParaRPr/>
          </a:p>
        </p:txBody>
      </p:sp>
      <p:sp>
        <p:nvSpPr>
          <p:cNvPr id="3" name="object 3"/>
          <p:cNvSpPr/>
          <p:nvPr/>
        </p:nvSpPr>
        <p:spPr>
          <a:xfrm>
            <a:off x="994734" y="6701366"/>
            <a:ext cx="18171962" cy="8020684"/>
          </a:xfrm>
          <a:custGeom>
            <a:avLst/>
            <a:gdLst/>
            <a:ahLst/>
            <a:cxnLst/>
            <a:rect l="l" t="t" r="r" b="b"/>
            <a:pathLst>
              <a:path w="14592935" h="8020684">
                <a:moveTo>
                  <a:pt x="14058849" y="0"/>
                </a:moveTo>
                <a:lnTo>
                  <a:pt x="534015" y="0"/>
                </a:lnTo>
                <a:lnTo>
                  <a:pt x="485408" y="2182"/>
                </a:lnTo>
                <a:lnTo>
                  <a:pt x="438023" y="8603"/>
                </a:lnTo>
                <a:lnTo>
                  <a:pt x="392051" y="19075"/>
                </a:lnTo>
                <a:lnTo>
                  <a:pt x="347677" y="33408"/>
                </a:lnTo>
                <a:lnTo>
                  <a:pt x="305093" y="51415"/>
                </a:lnTo>
                <a:lnTo>
                  <a:pt x="264485" y="72907"/>
                </a:lnTo>
                <a:lnTo>
                  <a:pt x="226042" y="97695"/>
                </a:lnTo>
                <a:lnTo>
                  <a:pt x="189953" y="125592"/>
                </a:lnTo>
                <a:lnTo>
                  <a:pt x="156407" y="156407"/>
                </a:lnTo>
                <a:lnTo>
                  <a:pt x="125592" y="189953"/>
                </a:lnTo>
                <a:lnTo>
                  <a:pt x="97695" y="226042"/>
                </a:lnTo>
                <a:lnTo>
                  <a:pt x="72907" y="264485"/>
                </a:lnTo>
                <a:lnTo>
                  <a:pt x="51415" y="305093"/>
                </a:lnTo>
                <a:lnTo>
                  <a:pt x="33408" y="347677"/>
                </a:lnTo>
                <a:lnTo>
                  <a:pt x="19075" y="392051"/>
                </a:lnTo>
                <a:lnTo>
                  <a:pt x="8603" y="438023"/>
                </a:lnTo>
                <a:lnTo>
                  <a:pt x="2182" y="485408"/>
                </a:lnTo>
                <a:lnTo>
                  <a:pt x="0" y="534015"/>
                </a:lnTo>
                <a:lnTo>
                  <a:pt x="0" y="7486515"/>
                </a:lnTo>
                <a:lnTo>
                  <a:pt x="2182" y="7535120"/>
                </a:lnTo>
                <a:lnTo>
                  <a:pt x="8603" y="7582503"/>
                </a:lnTo>
                <a:lnTo>
                  <a:pt x="19075" y="7628475"/>
                </a:lnTo>
                <a:lnTo>
                  <a:pt x="33408" y="7672848"/>
                </a:lnTo>
                <a:lnTo>
                  <a:pt x="51415" y="7715432"/>
                </a:lnTo>
                <a:lnTo>
                  <a:pt x="72907" y="7756040"/>
                </a:lnTo>
                <a:lnTo>
                  <a:pt x="97695" y="7794483"/>
                </a:lnTo>
                <a:lnTo>
                  <a:pt x="125592" y="7830572"/>
                </a:lnTo>
                <a:lnTo>
                  <a:pt x="156407" y="7864119"/>
                </a:lnTo>
                <a:lnTo>
                  <a:pt x="189953" y="7894935"/>
                </a:lnTo>
                <a:lnTo>
                  <a:pt x="226042" y="7922831"/>
                </a:lnTo>
                <a:lnTo>
                  <a:pt x="264485" y="7947620"/>
                </a:lnTo>
                <a:lnTo>
                  <a:pt x="305093" y="7969113"/>
                </a:lnTo>
                <a:lnTo>
                  <a:pt x="347677" y="7987120"/>
                </a:lnTo>
                <a:lnTo>
                  <a:pt x="392051" y="8001454"/>
                </a:lnTo>
                <a:lnTo>
                  <a:pt x="438023" y="8011926"/>
                </a:lnTo>
                <a:lnTo>
                  <a:pt x="485408" y="8018348"/>
                </a:lnTo>
                <a:lnTo>
                  <a:pt x="534015" y="8020530"/>
                </a:lnTo>
                <a:lnTo>
                  <a:pt x="14058849" y="8020530"/>
                </a:lnTo>
                <a:lnTo>
                  <a:pt x="14107456" y="8018348"/>
                </a:lnTo>
                <a:lnTo>
                  <a:pt x="14154840" y="8011926"/>
                </a:lnTo>
                <a:lnTo>
                  <a:pt x="14200813" y="8001454"/>
                </a:lnTo>
                <a:lnTo>
                  <a:pt x="14245186" y="7987120"/>
                </a:lnTo>
                <a:lnTo>
                  <a:pt x="14287771" y="7969113"/>
                </a:lnTo>
                <a:lnTo>
                  <a:pt x="14328379" y="7947620"/>
                </a:lnTo>
                <a:lnTo>
                  <a:pt x="14366821" y="7922831"/>
                </a:lnTo>
                <a:lnTo>
                  <a:pt x="14402910" y="7894935"/>
                </a:lnTo>
                <a:lnTo>
                  <a:pt x="14436457" y="7864119"/>
                </a:lnTo>
                <a:lnTo>
                  <a:pt x="14467272" y="7830572"/>
                </a:lnTo>
                <a:lnTo>
                  <a:pt x="14495168" y="7794483"/>
                </a:lnTo>
                <a:lnTo>
                  <a:pt x="14519956" y="7756040"/>
                </a:lnTo>
                <a:lnTo>
                  <a:pt x="14541448" y="7715432"/>
                </a:lnTo>
                <a:lnTo>
                  <a:pt x="14559455" y="7672848"/>
                </a:lnTo>
                <a:lnTo>
                  <a:pt x="14573789" y="7628475"/>
                </a:lnTo>
                <a:lnTo>
                  <a:pt x="14584261" y="7582503"/>
                </a:lnTo>
                <a:lnTo>
                  <a:pt x="14590682" y="7535120"/>
                </a:lnTo>
                <a:lnTo>
                  <a:pt x="14592864" y="7486515"/>
                </a:lnTo>
                <a:lnTo>
                  <a:pt x="14592864" y="534015"/>
                </a:lnTo>
                <a:lnTo>
                  <a:pt x="14590682" y="485408"/>
                </a:lnTo>
                <a:lnTo>
                  <a:pt x="14584261" y="438023"/>
                </a:lnTo>
                <a:lnTo>
                  <a:pt x="14573789" y="392051"/>
                </a:lnTo>
                <a:lnTo>
                  <a:pt x="14559455" y="347677"/>
                </a:lnTo>
                <a:lnTo>
                  <a:pt x="14541448" y="305093"/>
                </a:lnTo>
                <a:lnTo>
                  <a:pt x="14519956" y="264485"/>
                </a:lnTo>
                <a:lnTo>
                  <a:pt x="14495168" y="226042"/>
                </a:lnTo>
                <a:lnTo>
                  <a:pt x="14467272" y="189953"/>
                </a:lnTo>
                <a:lnTo>
                  <a:pt x="14436457" y="156407"/>
                </a:lnTo>
                <a:lnTo>
                  <a:pt x="14402910" y="125592"/>
                </a:lnTo>
                <a:lnTo>
                  <a:pt x="14366821" y="97695"/>
                </a:lnTo>
                <a:lnTo>
                  <a:pt x="14328379" y="72907"/>
                </a:lnTo>
                <a:lnTo>
                  <a:pt x="14287771" y="51415"/>
                </a:lnTo>
                <a:lnTo>
                  <a:pt x="14245186" y="33408"/>
                </a:lnTo>
                <a:lnTo>
                  <a:pt x="14200813" y="19075"/>
                </a:lnTo>
                <a:lnTo>
                  <a:pt x="14154840" y="8603"/>
                </a:lnTo>
                <a:lnTo>
                  <a:pt x="14107456" y="2182"/>
                </a:lnTo>
                <a:lnTo>
                  <a:pt x="14058849" y="0"/>
                </a:lnTo>
                <a:close/>
              </a:path>
            </a:pathLst>
          </a:custGeom>
          <a:solidFill>
            <a:srgbClr val="FFF5D4"/>
          </a:solidFill>
        </p:spPr>
        <p:txBody>
          <a:bodyPr wrap="square" lIns="0" tIns="0" rIns="0" bIns="0" rtlCol="0"/>
          <a:lstStyle/>
          <a:p>
            <a:endParaRPr/>
          </a:p>
        </p:txBody>
      </p:sp>
      <p:sp>
        <p:nvSpPr>
          <p:cNvPr id="4" name="object 4"/>
          <p:cNvSpPr txBox="1"/>
          <p:nvPr/>
        </p:nvSpPr>
        <p:spPr>
          <a:xfrm>
            <a:off x="2709730" y="7464425"/>
            <a:ext cx="15489969" cy="6887848"/>
          </a:xfrm>
          <a:prstGeom prst="rect">
            <a:avLst/>
          </a:prstGeom>
        </p:spPr>
        <p:txBody>
          <a:bodyPr vert="horz" wrap="square" lIns="0" tIns="12065" rIns="0" bIns="0" rtlCol="0">
            <a:spAutoFit/>
          </a:bodyPr>
          <a:lstStyle/>
          <a:p>
            <a:pPr marL="12700" marR="1713864">
              <a:lnSpc>
                <a:spcPct val="100299"/>
              </a:lnSpc>
              <a:spcBef>
                <a:spcPts val="95"/>
              </a:spcBef>
            </a:pPr>
            <a:r>
              <a:rPr lang="en-US" altLang="ja-JP" sz="4000" b="1" spc="-55" dirty="0">
                <a:solidFill>
                  <a:srgbClr val="333333"/>
                </a:solidFill>
                <a:latin typeface="Arial"/>
                <a:cs typeface="Arial"/>
              </a:rPr>
              <a:t>Exposure to lead</a:t>
            </a:r>
            <a:r>
              <a:rPr lang="en-US" altLang="ja-JP" sz="4000" b="1" spc="-75" dirty="0">
                <a:solidFill>
                  <a:srgbClr val="333333"/>
                </a:solidFill>
                <a:latin typeface="Arial"/>
                <a:cs typeface="Arial"/>
              </a:rPr>
              <a:t> in utero </a:t>
            </a:r>
            <a:r>
              <a:rPr lang="en-US" altLang="ja-JP" sz="4000" b="1" spc="-40" dirty="0">
                <a:solidFill>
                  <a:srgbClr val="333333"/>
                </a:solidFill>
                <a:latin typeface="Arial"/>
                <a:cs typeface="Arial"/>
              </a:rPr>
              <a:t>can</a:t>
            </a:r>
            <a:r>
              <a:rPr lang="en-US" altLang="ja-JP" sz="4000" b="1" spc="-70" dirty="0">
                <a:solidFill>
                  <a:srgbClr val="333333"/>
                </a:solidFill>
                <a:latin typeface="Arial"/>
                <a:cs typeface="Arial"/>
              </a:rPr>
              <a:t> </a:t>
            </a:r>
            <a:r>
              <a:rPr lang="en-US" altLang="ja-JP" sz="4000" b="1" spc="-60" dirty="0">
                <a:solidFill>
                  <a:srgbClr val="333333"/>
                </a:solidFill>
                <a:latin typeface="Arial"/>
                <a:cs typeface="Arial"/>
              </a:rPr>
              <a:t>cause</a:t>
            </a:r>
            <a:r>
              <a:rPr lang="en-US" altLang="ja-JP" sz="4000" b="1" spc="-70" dirty="0">
                <a:solidFill>
                  <a:srgbClr val="333333"/>
                </a:solidFill>
                <a:latin typeface="Arial"/>
                <a:cs typeface="Arial"/>
              </a:rPr>
              <a:t> </a:t>
            </a:r>
            <a:r>
              <a:rPr lang="en-US" altLang="ja-JP" sz="4000" b="1" spc="-60" dirty="0">
                <a:solidFill>
                  <a:srgbClr val="333333"/>
                </a:solidFill>
                <a:latin typeface="Arial"/>
                <a:cs typeface="Arial"/>
              </a:rPr>
              <a:t>reduced</a:t>
            </a:r>
            <a:r>
              <a:rPr lang="en-US" altLang="ja-JP" sz="4000" b="1" spc="-75" dirty="0">
                <a:solidFill>
                  <a:srgbClr val="333333"/>
                </a:solidFill>
                <a:latin typeface="Arial"/>
                <a:cs typeface="Arial"/>
              </a:rPr>
              <a:t> </a:t>
            </a:r>
            <a:r>
              <a:rPr lang="en-US" altLang="ja-JP" sz="4000" b="1" spc="-30" dirty="0">
                <a:solidFill>
                  <a:srgbClr val="333333"/>
                </a:solidFill>
                <a:latin typeface="Arial"/>
                <a:cs typeface="Arial"/>
              </a:rPr>
              <a:t>IQ,</a:t>
            </a:r>
            <a:r>
              <a:rPr lang="en-US" altLang="ja-JP" sz="4000" b="1" spc="-70" dirty="0">
                <a:solidFill>
                  <a:srgbClr val="333333"/>
                </a:solidFill>
                <a:latin typeface="Arial"/>
                <a:cs typeface="Arial"/>
              </a:rPr>
              <a:t> </a:t>
            </a:r>
            <a:r>
              <a:rPr lang="en-US" altLang="ja-JP" sz="4000" b="1" spc="-65" dirty="0">
                <a:solidFill>
                  <a:srgbClr val="333333"/>
                </a:solidFill>
                <a:latin typeface="Arial"/>
                <a:cs typeface="Arial"/>
              </a:rPr>
              <a:t>increased</a:t>
            </a:r>
            <a:r>
              <a:rPr lang="en-US" altLang="ja-JP" sz="4000" b="1" spc="-70" dirty="0">
                <a:solidFill>
                  <a:srgbClr val="333333"/>
                </a:solidFill>
                <a:latin typeface="Arial"/>
                <a:cs typeface="Arial"/>
              </a:rPr>
              <a:t> </a:t>
            </a:r>
            <a:r>
              <a:rPr lang="en-US" altLang="ja-JP" sz="4000" b="1" spc="-75" dirty="0">
                <a:solidFill>
                  <a:srgbClr val="333333"/>
                </a:solidFill>
                <a:latin typeface="Arial"/>
                <a:cs typeface="Arial"/>
              </a:rPr>
              <a:t>antisocial </a:t>
            </a:r>
            <a:r>
              <a:rPr lang="en-US" altLang="ja-JP" sz="4000" b="1" spc="-1015" dirty="0">
                <a:solidFill>
                  <a:srgbClr val="333333"/>
                </a:solidFill>
                <a:latin typeface="Arial"/>
                <a:cs typeface="Arial"/>
              </a:rPr>
              <a:t> </a:t>
            </a:r>
            <a:r>
              <a:rPr lang="en-US" altLang="ja-JP" sz="4000" b="1" spc="-70" dirty="0" err="1">
                <a:solidFill>
                  <a:srgbClr val="333333"/>
                </a:solidFill>
                <a:latin typeface="Arial"/>
                <a:cs typeface="Arial"/>
              </a:rPr>
              <a:t>behaviour</a:t>
            </a:r>
            <a:r>
              <a:rPr lang="en-US" altLang="ja-JP" sz="4000" b="1" spc="-85" dirty="0">
                <a:solidFill>
                  <a:srgbClr val="333333"/>
                </a:solidFill>
                <a:latin typeface="Arial"/>
                <a:cs typeface="Arial"/>
              </a:rPr>
              <a:t> </a:t>
            </a:r>
            <a:r>
              <a:rPr lang="en-US" altLang="ja-JP" sz="4000" b="1" spc="-50" dirty="0">
                <a:solidFill>
                  <a:srgbClr val="333333"/>
                </a:solidFill>
                <a:latin typeface="Arial"/>
                <a:cs typeface="Arial"/>
              </a:rPr>
              <a:t>and</a:t>
            </a:r>
            <a:r>
              <a:rPr lang="en-US" altLang="ja-JP" sz="4000" b="1" spc="-80" dirty="0">
                <a:solidFill>
                  <a:srgbClr val="333333"/>
                </a:solidFill>
                <a:latin typeface="Arial"/>
                <a:cs typeface="Arial"/>
              </a:rPr>
              <a:t> </a:t>
            </a:r>
            <a:r>
              <a:rPr lang="en-US" altLang="ja-JP" sz="4000" b="1" spc="-60" dirty="0">
                <a:solidFill>
                  <a:srgbClr val="333333"/>
                </a:solidFill>
                <a:latin typeface="Arial"/>
                <a:cs typeface="Arial"/>
              </a:rPr>
              <a:t>reduced</a:t>
            </a:r>
            <a:r>
              <a:rPr lang="en-US" altLang="ja-JP" sz="4000" b="1" spc="-85" dirty="0">
                <a:solidFill>
                  <a:srgbClr val="333333"/>
                </a:solidFill>
                <a:latin typeface="Arial"/>
                <a:cs typeface="Arial"/>
              </a:rPr>
              <a:t> </a:t>
            </a:r>
            <a:r>
              <a:rPr lang="en-US" altLang="ja-JP" sz="4000" b="1" spc="-60" dirty="0">
                <a:solidFill>
                  <a:srgbClr val="333333"/>
                </a:solidFill>
                <a:latin typeface="Arial"/>
                <a:cs typeface="Arial"/>
              </a:rPr>
              <a:t>educational</a:t>
            </a:r>
            <a:r>
              <a:rPr lang="en-US" altLang="ja-JP" sz="4000" b="1" spc="-80" dirty="0">
                <a:solidFill>
                  <a:srgbClr val="333333"/>
                </a:solidFill>
                <a:latin typeface="Arial"/>
                <a:cs typeface="Arial"/>
              </a:rPr>
              <a:t> </a:t>
            </a:r>
            <a:r>
              <a:rPr lang="en-US" altLang="ja-JP" sz="4000" b="1" spc="-55" dirty="0">
                <a:solidFill>
                  <a:srgbClr val="333333"/>
                </a:solidFill>
                <a:latin typeface="Arial"/>
                <a:cs typeface="Arial"/>
              </a:rPr>
              <a:t>attainment</a:t>
            </a:r>
          </a:p>
          <a:p>
            <a:pPr marL="12700" marR="1713864">
              <a:lnSpc>
                <a:spcPct val="100299"/>
              </a:lnSpc>
              <a:spcBef>
                <a:spcPts val="95"/>
              </a:spcBef>
            </a:pPr>
            <a:endParaRPr lang="en-US" sz="4000" b="1" spc="-40" dirty="0">
              <a:solidFill>
                <a:srgbClr val="333333"/>
              </a:solidFill>
              <a:latin typeface="Arial"/>
              <a:cs typeface="Arial"/>
            </a:endParaRPr>
          </a:p>
          <a:p>
            <a:pPr marL="12700" marR="1713864">
              <a:lnSpc>
                <a:spcPct val="100299"/>
              </a:lnSpc>
              <a:spcBef>
                <a:spcPts val="95"/>
              </a:spcBef>
            </a:pPr>
            <a:r>
              <a:rPr lang="en-US" sz="4000" b="1" spc="-40" dirty="0">
                <a:solidFill>
                  <a:srgbClr val="333333"/>
                </a:solidFill>
                <a:latin typeface="Arial"/>
                <a:cs typeface="Arial"/>
              </a:rPr>
              <a:t>Exposure to m</a:t>
            </a:r>
            <a:r>
              <a:rPr sz="4000" b="1" spc="-40" dirty="0">
                <a:solidFill>
                  <a:srgbClr val="333333"/>
                </a:solidFill>
                <a:latin typeface="Arial"/>
                <a:cs typeface="Arial"/>
              </a:rPr>
              <a:t>ercury</a:t>
            </a:r>
            <a:r>
              <a:rPr lang="en-US" altLang="ja-JP" sz="4000" b="1" spc="-40" dirty="0">
                <a:solidFill>
                  <a:srgbClr val="333333"/>
                </a:solidFill>
                <a:latin typeface="Arial"/>
                <a:cs typeface="Arial"/>
              </a:rPr>
              <a:t> in utero</a:t>
            </a:r>
            <a:r>
              <a:rPr sz="4000" b="1" spc="-40" dirty="0">
                <a:solidFill>
                  <a:srgbClr val="333333"/>
                </a:solidFill>
                <a:latin typeface="Arial"/>
                <a:cs typeface="Arial"/>
              </a:rPr>
              <a:t> can </a:t>
            </a:r>
            <a:r>
              <a:rPr sz="4000" b="1" spc="-60" dirty="0">
                <a:solidFill>
                  <a:srgbClr val="333333"/>
                </a:solidFill>
                <a:latin typeface="Arial"/>
                <a:cs typeface="Arial"/>
              </a:rPr>
              <a:t>cause </a:t>
            </a:r>
            <a:r>
              <a:rPr sz="4000" b="1" spc="-70" dirty="0">
                <a:solidFill>
                  <a:srgbClr val="333333"/>
                </a:solidFill>
                <a:latin typeface="Arial"/>
                <a:cs typeface="Arial"/>
              </a:rPr>
              <a:t>neurological </a:t>
            </a:r>
            <a:r>
              <a:rPr sz="4000" b="1" spc="-50" dirty="0">
                <a:solidFill>
                  <a:srgbClr val="333333"/>
                </a:solidFill>
                <a:latin typeface="Arial"/>
                <a:cs typeface="Arial"/>
              </a:rPr>
              <a:t>and </a:t>
            </a:r>
            <a:r>
              <a:rPr sz="4000" b="1" spc="-80" dirty="0" err="1">
                <a:solidFill>
                  <a:srgbClr val="333333"/>
                </a:solidFill>
                <a:latin typeface="Arial"/>
                <a:cs typeface="Arial"/>
              </a:rPr>
              <a:t>behavioural</a:t>
            </a:r>
            <a:r>
              <a:rPr sz="4000" b="1" spc="-80" dirty="0">
                <a:solidFill>
                  <a:srgbClr val="333333"/>
                </a:solidFill>
                <a:latin typeface="Arial"/>
                <a:cs typeface="Arial"/>
              </a:rPr>
              <a:t> </a:t>
            </a:r>
            <a:r>
              <a:rPr sz="4000" b="1" spc="-1015" dirty="0">
                <a:solidFill>
                  <a:srgbClr val="333333"/>
                </a:solidFill>
                <a:latin typeface="Arial"/>
                <a:cs typeface="Arial"/>
              </a:rPr>
              <a:t> </a:t>
            </a:r>
            <a:r>
              <a:rPr sz="4000" b="1" spc="-70" dirty="0">
                <a:solidFill>
                  <a:srgbClr val="333333"/>
                </a:solidFill>
                <a:latin typeface="Arial"/>
                <a:cs typeface="Arial"/>
              </a:rPr>
              <a:t>disorders</a:t>
            </a:r>
            <a:endParaRPr lang="en-US" altLang="ja-JP" sz="4000" b="1" spc="-70" dirty="0">
              <a:solidFill>
                <a:srgbClr val="333333"/>
              </a:solidFill>
              <a:latin typeface="Arial"/>
              <a:cs typeface="Arial"/>
            </a:endParaRPr>
          </a:p>
          <a:p>
            <a:pPr marL="12700" marR="5080">
              <a:lnSpc>
                <a:spcPct val="111400"/>
              </a:lnSpc>
            </a:pPr>
            <a:endParaRPr lang="en-US" altLang="ja-JP" sz="3200" dirty="0">
              <a:latin typeface="Arial"/>
              <a:cs typeface="Arial"/>
            </a:endParaRPr>
          </a:p>
          <a:p>
            <a:pPr marL="12700" marR="5080">
              <a:lnSpc>
                <a:spcPct val="111400"/>
              </a:lnSpc>
            </a:pPr>
            <a:r>
              <a:rPr sz="4000" b="1" spc="-60" dirty="0">
                <a:solidFill>
                  <a:srgbClr val="333333"/>
                </a:solidFill>
                <a:latin typeface="Arial"/>
                <a:cs typeface="Arial"/>
              </a:rPr>
              <a:t>Acute</a:t>
            </a:r>
            <a:r>
              <a:rPr sz="4000" b="1" spc="-80" dirty="0">
                <a:solidFill>
                  <a:srgbClr val="333333"/>
                </a:solidFill>
                <a:latin typeface="Arial"/>
                <a:cs typeface="Arial"/>
              </a:rPr>
              <a:t> </a:t>
            </a:r>
            <a:r>
              <a:rPr sz="4000" b="1" spc="-55" dirty="0">
                <a:solidFill>
                  <a:srgbClr val="333333"/>
                </a:solidFill>
                <a:latin typeface="Arial"/>
                <a:cs typeface="Arial"/>
              </a:rPr>
              <a:t>pesticide</a:t>
            </a:r>
            <a:r>
              <a:rPr sz="4000" b="1" spc="-80" dirty="0">
                <a:solidFill>
                  <a:srgbClr val="333333"/>
                </a:solidFill>
                <a:latin typeface="Arial"/>
                <a:cs typeface="Arial"/>
              </a:rPr>
              <a:t> </a:t>
            </a:r>
            <a:r>
              <a:rPr sz="4000" b="1" spc="-70" dirty="0">
                <a:solidFill>
                  <a:srgbClr val="333333"/>
                </a:solidFill>
                <a:latin typeface="Arial"/>
                <a:cs typeface="Arial"/>
              </a:rPr>
              <a:t>poisoning</a:t>
            </a:r>
            <a:r>
              <a:rPr sz="4000" b="1" spc="-75" dirty="0">
                <a:solidFill>
                  <a:srgbClr val="333333"/>
                </a:solidFill>
                <a:latin typeface="Arial"/>
                <a:cs typeface="Arial"/>
              </a:rPr>
              <a:t> </a:t>
            </a:r>
            <a:r>
              <a:rPr sz="4000" b="1" spc="-30" dirty="0">
                <a:solidFill>
                  <a:srgbClr val="333333"/>
                </a:solidFill>
                <a:latin typeface="Arial"/>
                <a:cs typeface="Arial"/>
              </a:rPr>
              <a:t>is</a:t>
            </a:r>
            <a:r>
              <a:rPr sz="4000" b="1" spc="-80" dirty="0">
                <a:solidFill>
                  <a:srgbClr val="333333"/>
                </a:solidFill>
                <a:latin typeface="Arial"/>
                <a:cs typeface="Arial"/>
              </a:rPr>
              <a:t> </a:t>
            </a:r>
            <a:r>
              <a:rPr sz="4000" b="1" spc="-60" dirty="0">
                <a:solidFill>
                  <a:srgbClr val="333333"/>
                </a:solidFill>
                <a:latin typeface="Arial"/>
                <a:cs typeface="Arial"/>
              </a:rPr>
              <a:t>also</a:t>
            </a:r>
            <a:r>
              <a:rPr sz="4000" b="1" spc="-75" dirty="0">
                <a:solidFill>
                  <a:srgbClr val="333333"/>
                </a:solidFill>
                <a:latin typeface="Arial"/>
                <a:cs typeface="Arial"/>
              </a:rPr>
              <a:t> </a:t>
            </a:r>
            <a:r>
              <a:rPr sz="4000" b="1" spc="5" dirty="0">
                <a:solidFill>
                  <a:srgbClr val="333333"/>
                </a:solidFill>
                <a:latin typeface="Arial"/>
                <a:cs typeface="Arial"/>
              </a:rPr>
              <a:t>a</a:t>
            </a:r>
            <a:r>
              <a:rPr sz="4000" b="1" spc="-80" dirty="0">
                <a:solidFill>
                  <a:srgbClr val="333333"/>
                </a:solidFill>
                <a:latin typeface="Arial"/>
                <a:cs typeface="Arial"/>
              </a:rPr>
              <a:t> </a:t>
            </a:r>
            <a:r>
              <a:rPr sz="4000" b="1" spc="-60" dirty="0">
                <a:solidFill>
                  <a:srgbClr val="333333"/>
                </a:solidFill>
                <a:latin typeface="Arial"/>
                <a:cs typeface="Arial"/>
              </a:rPr>
              <a:t>serious</a:t>
            </a:r>
            <a:r>
              <a:rPr sz="4000" b="1" spc="-80" dirty="0">
                <a:solidFill>
                  <a:srgbClr val="333333"/>
                </a:solidFill>
                <a:latin typeface="Arial"/>
                <a:cs typeface="Arial"/>
              </a:rPr>
              <a:t> </a:t>
            </a:r>
            <a:r>
              <a:rPr sz="4000" b="1" spc="-65" dirty="0">
                <a:solidFill>
                  <a:srgbClr val="333333"/>
                </a:solidFill>
                <a:latin typeface="Arial"/>
                <a:cs typeface="Arial"/>
              </a:rPr>
              <a:t>public</a:t>
            </a:r>
            <a:r>
              <a:rPr sz="4000" b="1" spc="-70" dirty="0">
                <a:solidFill>
                  <a:srgbClr val="333333"/>
                </a:solidFill>
                <a:latin typeface="Arial"/>
                <a:cs typeface="Arial"/>
              </a:rPr>
              <a:t> </a:t>
            </a:r>
            <a:r>
              <a:rPr sz="4000" b="1" spc="-50" dirty="0">
                <a:solidFill>
                  <a:srgbClr val="333333"/>
                </a:solidFill>
                <a:latin typeface="Arial"/>
                <a:cs typeface="Arial"/>
              </a:rPr>
              <a:t>health </a:t>
            </a:r>
            <a:r>
              <a:rPr sz="4000" b="1" spc="-1015" dirty="0">
                <a:solidFill>
                  <a:srgbClr val="333333"/>
                </a:solidFill>
                <a:latin typeface="Arial"/>
                <a:cs typeface="Arial"/>
              </a:rPr>
              <a:t> </a:t>
            </a:r>
            <a:r>
              <a:rPr sz="4000" b="1" spc="-60" dirty="0">
                <a:solidFill>
                  <a:srgbClr val="333333"/>
                </a:solidFill>
                <a:latin typeface="Arial"/>
                <a:cs typeface="Arial"/>
              </a:rPr>
              <a:t>problem</a:t>
            </a:r>
            <a:r>
              <a:rPr lang="en-US" altLang="ja-JP" sz="4000" b="1" spc="-60" dirty="0">
                <a:solidFill>
                  <a:srgbClr val="333333"/>
                </a:solidFill>
                <a:latin typeface="Arial"/>
                <a:cs typeface="Arial"/>
              </a:rPr>
              <a:t> and c</a:t>
            </a:r>
            <a:r>
              <a:rPr sz="4000" b="1" spc="-75" dirty="0">
                <a:solidFill>
                  <a:srgbClr val="333333"/>
                </a:solidFill>
                <a:latin typeface="Arial"/>
                <a:cs typeface="Arial"/>
              </a:rPr>
              <a:t>hildren</a:t>
            </a:r>
            <a:r>
              <a:rPr sz="4000" b="1" spc="-65" dirty="0">
                <a:solidFill>
                  <a:srgbClr val="333333"/>
                </a:solidFill>
                <a:latin typeface="Arial"/>
                <a:cs typeface="Arial"/>
              </a:rPr>
              <a:t> </a:t>
            </a:r>
            <a:r>
              <a:rPr sz="4000" b="1" spc="-45" dirty="0">
                <a:solidFill>
                  <a:srgbClr val="333333"/>
                </a:solidFill>
                <a:latin typeface="Arial"/>
                <a:cs typeface="Arial"/>
              </a:rPr>
              <a:t>are</a:t>
            </a:r>
            <a:r>
              <a:rPr sz="4000" b="1" spc="-75" dirty="0">
                <a:solidFill>
                  <a:srgbClr val="333333"/>
                </a:solidFill>
                <a:latin typeface="Arial"/>
                <a:cs typeface="Arial"/>
              </a:rPr>
              <a:t> </a:t>
            </a:r>
            <a:r>
              <a:rPr lang="en-US" sz="4000" b="1" spc="-55" dirty="0">
                <a:solidFill>
                  <a:srgbClr val="333333"/>
                </a:solidFill>
                <a:latin typeface="Arial"/>
                <a:cs typeface="Arial"/>
              </a:rPr>
              <a:t>particularly</a:t>
            </a:r>
            <a:r>
              <a:rPr sz="4000" b="1" spc="-70" dirty="0">
                <a:solidFill>
                  <a:srgbClr val="333333"/>
                </a:solidFill>
                <a:latin typeface="Arial"/>
                <a:cs typeface="Arial"/>
              </a:rPr>
              <a:t> </a:t>
            </a:r>
            <a:r>
              <a:rPr sz="4000" b="1" spc="-65" dirty="0">
                <a:solidFill>
                  <a:srgbClr val="333333"/>
                </a:solidFill>
                <a:latin typeface="Arial"/>
                <a:cs typeface="Arial"/>
              </a:rPr>
              <a:t>vulnerable</a:t>
            </a:r>
            <a:r>
              <a:rPr sz="4000" b="1" spc="-70" dirty="0">
                <a:solidFill>
                  <a:srgbClr val="333333"/>
                </a:solidFill>
                <a:latin typeface="Arial"/>
                <a:cs typeface="Arial"/>
              </a:rPr>
              <a:t> </a:t>
            </a:r>
            <a:r>
              <a:rPr sz="4000" b="1" spc="-40" dirty="0">
                <a:solidFill>
                  <a:srgbClr val="333333"/>
                </a:solidFill>
                <a:latin typeface="Arial"/>
                <a:cs typeface="Arial"/>
              </a:rPr>
              <a:t>to</a:t>
            </a:r>
            <a:r>
              <a:rPr sz="4000" b="1" spc="-70" dirty="0">
                <a:solidFill>
                  <a:srgbClr val="333333"/>
                </a:solidFill>
                <a:latin typeface="Arial"/>
                <a:cs typeface="Arial"/>
              </a:rPr>
              <a:t> </a:t>
            </a:r>
            <a:r>
              <a:rPr lang="en-US" sz="4000" b="1" spc="-55" dirty="0">
                <a:solidFill>
                  <a:srgbClr val="333333"/>
                </a:solidFill>
                <a:latin typeface="Arial"/>
                <a:cs typeface="Arial"/>
              </a:rPr>
              <a:t>its</a:t>
            </a:r>
            <a:r>
              <a:rPr sz="4000" b="1" spc="-70" dirty="0">
                <a:solidFill>
                  <a:srgbClr val="333333"/>
                </a:solidFill>
                <a:latin typeface="Arial"/>
                <a:cs typeface="Arial"/>
              </a:rPr>
              <a:t> </a:t>
            </a:r>
            <a:r>
              <a:rPr sz="4000" b="1" spc="-35" dirty="0">
                <a:solidFill>
                  <a:srgbClr val="333333"/>
                </a:solidFill>
                <a:latin typeface="Arial"/>
                <a:cs typeface="Arial"/>
              </a:rPr>
              <a:t>effects</a:t>
            </a:r>
            <a:endParaRPr lang="en-US" altLang="ja-JP" sz="4000" b="1" spc="-35" dirty="0">
              <a:solidFill>
                <a:srgbClr val="333333"/>
              </a:solidFill>
              <a:latin typeface="Arial"/>
              <a:cs typeface="Arial"/>
            </a:endParaRPr>
          </a:p>
          <a:p>
            <a:pPr marL="12700" marR="5080">
              <a:lnSpc>
                <a:spcPct val="111400"/>
              </a:lnSpc>
            </a:pPr>
            <a:endParaRPr lang="en-US" altLang="ja-JP" sz="3200" b="1" spc="-35" dirty="0">
              <a:solidFill>
                <a:srgbClr val="333333"/>
              </a:solidFill>
              <a:latin typeface="Arial"/>
              <a:cs typeface="Arial"/>
            </a:endParaRPr>
          </a:p>
          <a:p>
            <a:pPr marL="12700" marR="5080">
              <a:lnSpc>
                <a:spcPct val="111400"/>
              </a:lnSpc>
            </a:pPr>
            <a:r>
              <a:rPr sz="4000" b="1" spc="-65" dirty="0">
                <a:solidFill>
                  <a:srgbClr val="333333"/>
                </a:solidFill>
                <a:latin typeface="Arial"/>
                <a:cs typeface="Arial"/>
              </a:rPr>
              <a:t>Many </a:t>
            </a:r>
            <a:r>
              <a:rPr sz="4000" b="1" spc="-70" dirty="0">
                <a:solidFill>
                  <a:srgbClr val="333333"/>
                </a:solidFill>
                <a:latin typeface="Arial"/>
                <a:cs typeface="Arial"/>
              </a:rPr>
              <a:t>POPs </a:t>
            </a:r>
            <a:r>
              <a:rPr sz="4000" b="1" spc="-50" dirty="0">
                <a:solidFill>
                  <a:srgbClr val="333333"/>
                </a:solidFill>
                <a:latin typeface="Arial"/>
                <a:cs typeface="Arial"/>
              </a:rPr>
              <a:t>and </a:t>
            </a:r>
            <a:r>
              <a:rPr sz="4000" b="1" spc="-65" dirty="0">
                <a:solidFill>
                  <a:srgbClr val="333333"/>
                </a:solidFill>
                <a:latin typeface="Arial"/>
                <a:cs typeface="Arial"/>
              </a:rPr>
              <a:t>EDCs </a:t>
            </a:r>
            <a:r>
              <a:rPr lang="en-US" sz="4000" b="1" spc="-65" dirty="0">
                <a:solidFill>
                  <a:srgbClr val="333333"/>
                </a:solidFill>
                <a:latin typeface="Arial"/>
                <a:cs typeface="Arial"/>
              </a:rPr>
              <a:t>may impact</a:t>
            </a:r>
            <a:r>
              <a:rPr sz="4000" b="1" spc="-35" dirty="0">
                <a:solidFill>
                  <a:srgbClr val="333333"/>
                </a:solidFill>
                <a:latin typeface="Arial"/>
                <a:cs typeface="Arial"/>
              </a:rPr>
              <a:t> the </a:t>
            </a:r>
            <a:r>
              <a:rPr sz="4000" b="1" spc="-65" dirty="0">
                <a:solidFill>
                  <a:srgbClr val="333333"/>
                </a:solidFill>
                <a:latin typeface="Arial"/>
                <a:cs typeface="Arial"/>
              </a:rPr>
              <a:t>immune, </a:t>
            </a:r>
            <a:r>
              <a:rPr sz="4000" b="1" spc="-60" dirty="0">
                <a:solidFill>
                  <a:srgbClr val="333333"/>
                </a:solidFill>
                <a:latin typeface="Arial"/>
                <a:cs typeface="Arial"/>
              </a:rPr>
              <a:t> </a:t>
            </a:r>
            <a:r>
              <a:rPr sz="4000" b="1" spc="-70" dirty="0">
                <a:solidFill>
                  <a:srgbClr val="333333"/>
                </a:solidFill>
                <a:latin typeface="Arial"/>
                <a:cs typeface="Arial"/>
              </a:rPr>
              <a:t>reproductive</a:t>
            </a:r>
            <a:r>
              <a:rPr sz="4000" b="1" spc="-60" dirty="0">
                <a:solidFill>
                  <a:srgbClr val="333333"/>
                </a:solidFill>
                <a:latin typeface="Arial"/>
                <a:cs typeface="Arial"/>
              </a:rPr>
              <a:t> </a:t>
            </a:r>
            <a:r>
              <a:rPr sz="4000" b="1" spc="-50" dirty="0">
                <a:solidFill>
                  <a:srgbClr val="333333"/>
                </a:solidFill>
                <a:latin typeface="Arial"/>
                <a:cs typeface="Arial"/>
              </a:rPr>
              <a:t>and</a:t>
            </a:r>
            <a:r>
              <a:rPr sz="4000" b="1" spc="-60" dirty="0">
                <a:solidFill>
                  <a:srgbClr val="333333"/>
                </a:solidFill>
                <a:latin typeface="Arial"/>
                <a:cs typeface="Arial"/>
              </a:rPr>
              <a:t> </a:t>
            </a:r>
            <a:r>
              <a:rPr sz="4000" b="1" spc="-75" dirty="0">
                <a:solidFill>
                  <a:srgbClr val="333333"/>
                </a:solidFill>
                <a:latin typeface="Arial"/>
                <a:cs typeface="Arial"/>
              </a:rPr>
              <a:t>neurodevelopmental</a:t>
            </a:r>
            <a:r>
              <a:rPr sz="4000" b="1" spc="-60" dirty="0">
                <a:solidFill>
                  <a:srgbClr val="333333"/>
                </a:solidFill>
                <a:latin typeface="Arial"/>
                <a:cs typeface="Arial"/>
              </a:rPr>
              <a:t> </a:t>
            </a:r>
            <a:r>
              <a:rPr sz="4000" b="1" spc="-75" dirty="0">
                <a:solidFill>
                  <a:srgbClr val="333333"/>
                </a:solidFill>
                <a:latin typeface="Arial"/>
                <a:cs typeface="Arial"/>
              </a:rPr>
              <a:t>systems</a:t>
            </a:r>
            <a:endParaRPr sz="4000" dirty="0">
              <a:latin typeface="Arial"/>
              <a:cs typeface="Arial"/>
            </a:endParaRPr>
          </a:p>
        </p:txBody>
      </p:sp>
      <p:grpSp>
        <p:nvGrpSpPr>
          <p:cNvPr id="5" name="object 5"/>
          <p:cNvGrpSpPr/>
          <p:nvPr/>
        </p:nvGrpSpPr>
        <p:grpSpPr>
          <a:xfrm>
            <a:off x="1691681" y="7784465"/>
            <a:ext cx="569595" cy="6309360"/>
            <a:chOff x="1691681" y="7684666"/>
            <a:chExt cx="569595" cy="6309360"/>
          </a:xfrm>
        </p:grpSpPr>
        <p:sp>
          <p:nvSpPr>
            <p:cNvPr id="6" name="object 6"/>
            <p:cNvSpPr/>
            <p:nvPr/>
          </p:nvSpPr>
          <p:spPr>
            <a:xfrm>
              <a:off x="1744035" y="7705608"/>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sp>
          <p:nvSpPr>
            <p:cNvPr id="7" name="object 7"/>
            <p:cNvSpPr/>
            <p:nvPr/>
          </p:nvSpPr>
          <p:spPr>
            <a:xfrm>
              <a:off x="1712623" y="9417509"/>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sp>
          <p:nvSpPr>
            <p:cNvPr id="8" name="object 8"/>
            <p:cNvSpPr/>
            <p:nvPr/>
          </p:nvSpPr>
          <p:spPr>
            <a:xfrm>
              <a:off x="1712623" y="11192235"/>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sp>
          <p:nvSpPr>
            <p:cNvPr id="9" name="object 9"/>
            <p:cNvSpPr/>
            <p:nvPr/>
          </p:nvSpPr>
          <p:spPr>
            <a:xfrm>
              <a:off x="1712623" y="12966961"/>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grpSp>
      <p:sp>
        <p:nvSpPr>
          <p:cNvPr id="10" name="object 10"/>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spc="-185" dirty="0"/>
              <a:t>Chemicals: </a:t>
            </a:r>
            <a:r>
              <a:rPr spc="-25" dirty="0"/>
              <a:t>heavy</a:t>
            </a:r>
            <a:r>
              <a:rPr spc="-75" dirty="0"/>
              <a:t> </a:t>
            </a:r>
            <a:r>
              <a:rPr spc="-35" dirty="0"/>
              <a:t>metals,</a:t>
            </a:r>
            <a:r>
              <a:rPr spc="-80" dirty="0"/>
              <a:t> </a:t>
            </a:r>
            <a:r>
              <a:rPr spc="-45" dirty="0"/>
              <a:t>persistent</a:t>
            </a:r>
            <a:endParaRPr sz="8250"/>
          </a:p>
        </p:txBody>
      </p:sp>
      <p:sp>
        <p:nvSpPr>
          <p:cNvPr id="11" name="object 11"/>
          <p:cNvSpPr txBox="1"/>
          <p:nvPr/>
        </p:nvSpPr>
        <p:spPr>
          <a:xfrm>
            <a:off x="3013176" y="4305304"/>
            <a:ext cx="14139544" cy="1257300"/>
          </a:xfrm>
          <a:prstGeom prst="rect">
            <a:avLst/>
          </a:prstGeom>
        </p:spPr>
        <p:txBody>
          <a:bodyPr vert="horz" wrap="square" lIns="0" tIns="11430" rIns="0" bIns="0" rtlCol="0">
            <a:spAutoFit/>
          </a:bodyPr>
          <a:lstStyle/>
          <a:p>
            <a:pPr marL="12700" marR="5080">
              <a:lnSpc>
                <a:spcPct val="101000"/>
              </a:lnSpc>
              <a:spcBef>
                <a:spcPts val="90"/>
              </a:spcBef>
            </a:pPr>
            <a:r>
              <a:rPr sz="4000" spc="-40" dirty="0">
                <a:solidFill>
                  <a:srgbClr val="333333"/>
                </a:solidFill>
                <a:latin typeface="Arial Black"/>
                <a:cs typeface="Arial Black"/>
              </a:rPr>
              <a:t>organic </a:t>
            </a:r>
            <a:r>
              <a:rPr sz="4000" spc="-45" dirty="0">
                <a:solidFill>
                  <a:srgbClr val="333333"/>
                </a:solidFill>
                <a:latin typeface="Arial Black"/>
                <a:cs typeface="Arial Black"/>
              </a:rPr>
              <a:t>pollutants </a:t>
            </a:r>
            <a:r>
              <a:rPr sz="4000" spc="-100" dirty="0">
                <a:solidFill>
                  <a:srgbClr val="333333"/>
                </a:solidFill>
                <a:latin typeface="Arial Black"/>
                <a:cs typeface="Arial Black"/>
              </a:rPr>
              <a:t>(POPs), </a:t>
            </a:r>
            <a:r>
              <a:rPr sz="4000" spc="-45" dirty="0">
                <a:solidFill>
                  <a:srgbClr val="333333"/>
                </a:solidFill>
                <a:latin typeface="Arial Black"/>
                <a:cs typeface="Arial Black"/>
              </a:rPr>
              <a:t>pesticides </a:t>
            </a:r>
            <a:r>
              <a:rPr sz="4000" spc="-15" dirty="0">
                <a:solidFill>
                  <a:srgbClr val="333333"/>
                </a:solidFill>
                <a:latin typeface="Arial Black"/>
                <a:cs typeface="Arial Black"/>
              </a:rPr>
              <a:t>and </a:t>
            </a:r>
            <a:r>
              <a:rPr sz="4000" spc="-45" dirty="0">
                <a:solidFill>
                  <a:srgbClr val="333333"/>
                </a:solidFill>
                <a:latin typeface="Arial Black"/>
                <a:cs typeface="Arial Black"/>
              </a:rPr>
              <a:t>endocrine </a:t>
            </a:r>
            <a:r>
              <a:rPr sz="4000" spc="-1320" dirty="0">
                <a:solidFill>
                  <a:srgbClr val="333333"/>
                </a:solidFill>
                <a:latin typeface="Arial Black"/>
                <a:cs typeface="Arial Black"/>
              </a:rPr>
              <a:t> </a:t>
            </a:r>
            <a:r>
              <a:rPr sz="4000" spc="-40" dirty="0">
                <a:solidFill>
                  <a:srgbClr val="333333"/>
                </a:solidFill>
                <a:latin typeface="Arial Black"/>
                <a:cs typeface="Arial Black"/>
              </a:rPr>
              <a:t>disrupt</a:t>
            </a:r>
            <a:r>
              <a:rPr lang="en-US" sz="4000" spc="-40" dirty="0">
                <a:solidFill>
                  <a:srgbClr val="333333"/>
                </a:solidFill>
                <a:latin typeface="Arial Black"/>
                <a:cs typeface="Arial Black"/>
              </a:rPr>
              <a:t>ing chemicals</a:t>
            </a:r>
            <a:r>
              <a:rPr sz="4000" spc="-75" dirty="0">
                <a:solidFill>
                  <a:srgbClr val="333333"/>
                </a:solidFill>
                <a:latin typeface="Arial Black"/>
                <a:cs typeface="Arial Black"/>
              </a:rPr>
              <a:t> </a:t>
            </a:r>
            <a:r>
              <a:rPr sz="4000" spc="-80" dirty="0">
                <a:solidFill>
                  <a:srgbClr val="333333"/>
                </a:solidFill>
                <a:latin typeface="Arial Black"/>
                <a:cs typeface="Arial Black"/>
              </a:rPr>
              <a:t>(EDCs)</a:t>
            </a:r>
            <a:endParaRPr sz="4000" dirty="0">
              <a:latin typeface="Arial Black"/>
              <a:cs typeface="Arial Black"/>
            </a:endParaRPr>
          </a:p>
        </p:txBody>
      </p:sp>
      <p:sp>
        <p:nvSpPr>
          <p:cNvPr id="12" name="object 12"/>
          <p:cNvSpPr txBox="1"/>
          <p:nvPr/>
        </p:nvSpPr>
        <p:spPr>
          <a:xfrm>
            <a:off x="1675341" y="6471007"/>
            <a:ext cx="3476625" cy="801370"/>
          </a:xfrm>
          <a:prstGeom prst="rect">
            <a:avLst/>
          </a:prstGeom>
          <a:solidFill>
            <a:srgbClr val="FF831A"/>
          </a:solidFill>
        </p:spPr>
        <p:txBody>
          <a:bodyPr vert="horz" wrap="square" lIns="0" tIns="139700" rIns="0" bIns="0" rtlCol="0">
            <a:spAutoFit/>
          </a:bodyPr>
          <a:lstStyle/>
          <a:p>
            <a:pPr marL="215265">
              <a:lnSpc>
                <a:spcPct val="100000"/>
              </a:lnSpc>
              <a:spcBef>
                <a:spcPts val="1100"/>
              </a:spcBef>
            </a:pPr>
            <a:r>
              <a:rPr sz="3100" spc="-25" dirty="0">
                <a:solidFill>
                  <a:srgbClr val="FFFFFF"/>
                </a:solidFill>
                <a:latin typeface="Arial Black"/>
                <a:cs typeface="Arial Black"/>
              </a:rPr>
              <a:t>Health</a:t>
            </a:r>
            <a:r>
              <a:rPr sz="3100" spc="-95" dirty="0">
                <a:solidFill>
                  <a:srgbClr val="FFFFFF"/>
                </a:solidFill>
                <a:latin typeface="Arial Black"/>
                <a:cs typeface="Arial Black"/>
              </a:rPr>
              <a:t> </a:t>
            </a:r>
            <a:r>
              <a:rPr sz="3100" spc="-20" dirty="0">
                <a:solidFill>
                  <a:srgbClr val="FFFFFF"/>
                </a:solidFill>
                <a:latin typeface="Arial Black"/>
                <a:cs typeface="Arial Black"/>
              </a:rPr>
              <a:t>effects</a:t>
            </a:r>
            <a:endParaRPr sz="3100">
              <a:latin typeface="Arial Black"/>
              <a:cs typeface="Arial Black"/>
            </a:endParaRPr>
          </a:p>
        </p:txBody>
      </p:sp>
      <p:sp>
        <p:nvSpPr>
          <p:cNvPr id="13" name="object 13"/>
          <p:cNvSpPr txBox="1"/>
          <p:nvPr/>
        </p:nvSpPr>
        <p:spPr>
          <a:xfrm>
            <a:off x="3048554" y="945692"/>
            <a:ext cx="11605895" cy="566420"/>
          </a:xfrm>
          <a:prstGeom prst="rect">
            <a:avLst/>
          </a:prstGeom>
        </p:spPr>
        <p:txBody>
          <a:bodyPr vert="horz" wrap="square" lIns="0" tIns="12065" rIns="0" bIns="0" rtlCol="0">
            <a:spAutoFit/>
          </a:bodyPr>
          <a:lstStyle/>
          <a:p>
            <a:pPr marL="12700">
              <a:lnSpc>
                <a:spcPct val="100000"/>
              </a:lnSpc>
              <a:spcBef>
                <a:spcPts val="95"/>
              </a:spcBef>
            </a:pPr>
            <a:r>
              <a:rPr sz="3550" spc="-65" dirty="0">
                <a:solidFill>
                  <a:srgbClr val="338D7D"/>
                </a:solidFill>
                <a:latin typeface="Arial Black"/>
                <a:cs typeface="Arial Black"/>
              </a:rPr>
              <a:t>Environmental</a:t>
            </a:r>
            <a:r>
              <a:rPr sz="3550" spc="-70" dirty="0">
                <a:solidFill>
                  <a:srgbClr val="338D7D"/>
                </a:solidFill>
                <a:latin typeface="Arial Black"/>
                <a:cs typeface="Arial Black"/>
              </a:rPr>
              <a:t> </a:t>
            </a:r>
            <a:r>
              <a:rPr sz="3550" spc="-50" dirty="0">
                <a:solidFill>
                  <a:srgbClr val="338D7D"/>
                </a:solidFill>
                <a:latin typeface="Arial Black"/>
                <a:cs typeface="Arial Black"/>
              </a:rPr>
              <a:t>issues</a:t>
            </a:r>
            <a:r>
              <a:rPr sz="3550" spc="-65" dirty="0">
                <a:solidFill>
                  <a:srgbClr val="338D7D"/>
                </a:solidFill>
                <a:latin typeface="Arial Black"/>
                <a:cs typeface="Arial Black"/>
              </a:rPr>
              <a:t> </a:t>
            </a:r>
            <a:r>
              <a:rPr sz="3550" spc="-40" dirty="0">
                <a:solidFill>
                  <a:srgbClr val="338D7D"/>
                </a:solidFill>
                <a:latin typeface="Arial Black"/>
                <a:cs typeface="Arial Black"/>
              </a:rPr>
              <a:t>affecting</a:t>
            </a:r>
            <a:r>
              <a:rPr sz="3550" spc="-65" dirty="0">
                <a:solidFill>
                  <a:srgbClr val="338D7D"/>
                </a:solidFill>
                <a:latin typeface="Arial Black"/>
                <a:cs typeface="Arial Black"/>
              </a:rPr>
              <a:t> children’s </a:t>
            </a:r>
            <a:r>
              <a:rPr sz="3550" spc="-50" dirty="0">
                <a:solidFill>
                  <a:srgbClr val="338D7D"/>
                </a:solidFill>
                <a:latin typeface="Arial Black"/>
                <a:cs typeface="Arial Black"/>
              </a:rPr>
              <a:t>health</a:t>
            </a:r>
            <a:endParaRPr sz="3550">
              <a:latin typeface="Arial Black"/>
              <a:cs typeface="Arial Black"/>
            </a:endParaRPr>
          </a:p>
        </p:txBody>
      </p:sp>
      <p:grpSp>
        <p:nvGrpSpPr>
          <p:cNvPr id="14" name="object 14"/>
          <p:cNvGrpSpPr/>
          <p:nvPr/>
        </p:nvGrpSpPr>
        <p:grpSpPr>
          <a:xfrm>
            <a:off x="-26177" y="0"/>
            <a:ext cx="2564765" cy="2512060"/>
            <a:chOff x="-26177" y="0"/>
            <a:chExt cx="2564765" cy="2512060"/>
          </a:xfrm>
        </p:grpSpPr>
        <p:sp>
          <p:nvSpPr>
            <p:cNvPr id="15" name="object 15"/>
            <p:cNvSpPr/>
            <p:nvPr/>
          </p:nvSpPr>
          <p:spPr>
            <a:xfrm>
              <a:off x="0" y="0"/>
              <a:ext cx="2512695" cy="2512060"/>
            </a:xfrm>
            <a:custGeom>
              <a:avLst/>
              <a:gdLst/>
              <a:ahLst/>
              <a:cxnLst/>
              <a:rect l="l" t="t" r="r" b="b"/>
              <a:pathLst>
                <a:path w="2512695" h="2512060">
                  <a:moveTo>
                    <a:pt x="2512279" y="0"/>
                  </a:moveTo>
                  <a:lnTo>
                    <a:pt x="0" y="0"/>
                  </a:lnTo>
                  <a:lnTo>
                    <a:pt x="0" y="2512007"/>
                  </a:lnTo>
                  <a:lnTo>
                    <a:pt x="2512279" y="2512007"/>
                  </a:lnTo>
                  <a:lnTo>
                    <a:pt x="2512279" y="0"/>
                  </a:lnTo>
                  <a:close/>
                </a:path>
              </a:pathLst>
            </a:custGeom>
            <a:solidFill>
              <a:srgbClr val="00705C"/>
            </a:solidFill>
          </p:spPr>
          <p:txBody>
            <a:bodyPr wrap="square" lIns="0" tIns="0" rIns="0" bIns="0" rtlCol="0"/>
            <a:lstStyle/>
            <a:p>
              <a:endParaRPr/>
            </a:p>
          </p:txBody>
        </p:sp>
        <p:sp>
          <p:nvSpPr>
            <p:cNvPr id="16" name="object 16"/>
            <p:cNvSpPr/>
            <p:nvPr/>
          </p:nvSpPr>
          <p:spPr>
            <a:xfrm>
              <a:off x="0" y="207861"/>
              <a:ext cx="2512695" cy="2139315"/>
            </a:xfrm>
            <a:custGeom>
              <a:avLst/>
              <a:gdLst/>
              <a:ahLst/>
              <a:cxnLst/>
              <a:rect l="l" t="t" r="r" b="b"/>
              <a:pathLst>
                <a:path w="2512695" h="2139315">
                  <a:moveTo>
                    <a:pt x="2512279" y="182573"/>
                  </a:moveTo>
                  <a:lnTo>
                    <a:pt x="2487367" y="162865"/>
                  </a:lnTo>
                  <a:lnTo>
                    <a:pt x="2446146" y="130239"/>
                  </a:lnTo>
                  <a:lnTo>
                    <a:pt x="2405518" y="98097"/>
                  </a:lnTo>
                  <a:lnTo>
                    <a:pt x="2365267" y="66298"/>
                  </a:lnTo>
                  <a:lnTo>
                    <a:pt x="2325180" y="34704"/>
                  </a:lnTo>
                  <a:lnTo>
                    <a:pt x="2280086" y="8828"/>
                  </a:lnTo>
                  <a:lnTo>
                    <a:pt x="2233340" y="0"/>
                  </a:lnTo>
                  <a:lnTo>
                    <a:pt x="2186618" y="8254"/>
                  </a:lnTo>
                  <a:lnTo>
                    <a:pt x="2141594" y="33625"/>
                  </a:lnTo>
                  <a:lnTo>
                    <a:pt x="2100969" y="65227"/>
                  </a:lnTo>
                  <a:lnTo>
                    <a:pt x="2060359" y="96855"/>
                  </a:lnTo>
                  <a:lnTo>
                    <a:pt x="2019810" y="128565"/>
                  </a:lnTo>
                  <a:lnTo>
                    <a:pt x="1979370" y="160414"/>
                  </a:lnTo>
                  <a:lnTo>
                    <a:pt x="1939087" y="192458"/>
                  </a:lnTo>
                  <a:lnTo>
                    <a:pt x="1897731" y="220917"/>
                  </a:lnTo>
                  <a:lnTo>
                    <a:pt x="1854069" y="242304"/>
                  </a:lnTo>
                  <a:lnTo>
                    <a:pt x="1808759" y="256614"/>
                  </a:lnTo>
                  <a:lnTo>
                    <a:pt x="1762458" y="263843"/>
                  </a:lnTo>
                  <a:lnTo>
                    <a:pt x="1715821" y="263985"/>
                  </a:lnTo>
                  <a:lnTo>
                    <a:pt x="1669508" y="257035"/>
                  </a:lnTo>
                  <a:lnTo>
                    <a:pt x="1624173" y="242987"/>
                  </a:lnTo>
                  <a:lnTo>
                    <a:pt x="1580474" y="221837"/>
                  </a:lnTo>
                  <a:lnTo>
                    <a:pt x="1539068" y="193579"/>
                  </a:lnTo>
                  <a:lnTo>
                    <a:pt x="1498049" y="161093"/>
                  </a:lnTo>
                  <a:lnTo>
                    <a:pt x="1456942" y="128722"/>
                  </a:lnTo>
                  <a:lnTo>
                    <a:pt x="1415762" y="96443"/>
                  </a:lnTo>
                  <a:lnTo>
                    <a:pt x="1374527" y="64235"/>
                  </a:lnTo>
                  <a:lnTo>
                    <a:pt x="1333252" y="32076"/>
                  </a:lnTo>
                  <a:lnTo>
                    <a:pt x="1287461" y="7585"/>
                  </a:lnTo>
                  <a:lnTo>
                    <a:pt x="1237599" y="243"/>
                  </a:lnTo>
                  <a:lnTo>
                    <a:pt x="1187429" y="9987"/>
                  </a:lnTo>
                  <a:lnTo>
                    <a:pt x="1140713" y="36756"/>
                  </a:lnTo>
                  <a:lnTo>
                    <a:pt x="1104015" y="66479"/>
                  </a:lnTo>
                  <a:lnTo>
                    <a:pt x="1067420" y="96327"/>
                  </a:lnTo>
                  <a:lnTo>
                    <a:pt x="1030883" y="126247"/>
                  </a:lnTo>
                  <a:lnTo>
                    <a:pt x="994361" y="156183"/>
                  </a:lnTo>
                  <a:lnTo>
                    <a:pt x="957808" y="186082"/>
                  </a:lnTo>
                  <a:lnTo>
                    <a:pt x="915417" y="216157"/>
                  </a:lnTo>
                  <a:lnTo>
                    <a:pt x="870969" y="239109"/>
                  </a:lnTo>
                  <a:lnTo>
                    <a:pt x="825009" y="254895"/>
                  </a:lnTo>
                  <a:lnTo>
                    <a:pt x="778081" y="263470"/>
                  </a:lnTo>
                  <a:lnTo>
                    <a:pt x="730727" y="264791"/>
                  </a:lnTo>
                  <a:lnTo>
                    <a:pt x="683492" y="258814"/>
                  </a:lnTo>
                  <a:lnTo>
                    <a:pt x="636919" y="245495"/>
                  </a:lnTo>
                  <a:lnTo>
                    <a:pt x="591553" y="224791"/>
                  </a:lnTo>
                  <a:lnTo>
                    <a:pt x="547936" y="196657"/>
                  </a:lnTo>
                  <a:lnTo>
                    <a:pt x="509163" y="166876"/>
                  </a:lnTo>
                  <a:lnTo>
                    <a:pt x="470972" y="136316"/>
                  </a:lnTo>
                  <a:lnTo>
                    <a:pt x="433149" y="105267"/>
                  </a:lnTo>
                  <a:lnTo>
                    <a:pt x="395480" y="74019"/>
                  </a:lnTo>
                  <a:lnTo>
                    <a:pt x="357753" y="42861"/>
                  </a:lnTo>
                  <a:lnTo>
                    <a:pt x="315931" y="15779"/>
                  </a:lnTo>
                  <a:lnTo>
                    <a:pt x="273188" y="2097"/>
                  </a:lnTo>
                  <a:lnTo>
                    <a:pt x="230094" y="1857"/>
                  </a:lnTo>
                  <a:lnTo>
                    <a:pt x="187225" y="15099"/>
                  </a:lnTo>
                  <a:lnTo>
                    <a:pt x="145152" y="41866"/>
                  </a:lnTo>
                  <a:lnTo>
                    <a:pt x="104629" y="74639"/>
                  </a:lnTo>
                  <a:lnTo>
                    <a:pt x="64113" y="107423"/>
                  </a:lnTo>
                  <a:lnTo>
                    <a:pt x="23597" y="140205"/>
                  </a:lnTo>
                  <a:lnTo>
                    <a:pt x="0" y="159286"/>
                  </a:lnTo>
                </a:path>
                <a:path w="2512695" h="2139315">
                  <a:moveTo>
                    <a:pt x="2512279" y="651145"/>
                  </a:moveTo>
                  <a:lnTo>
                    <a:pt x="2487367" y="631437"/>
                  </a:lnTo>
                  <a:lnTo>
                    <a:pt x="2446146" y="598811"/>
                  </a:lnTo>
                  <a:lnTo>
                    <a:pt x="2405518" y="566669"/>
                  </a:lnTo>
                  <a:lnTo>
                    <a:pt x="2365267" y="534870"/>
                  </a:lnTo>
                  <a:lnTo>
                    <a:pt x="2325180" y="503276"/>
                  </a:lnTo>
                  <a:lnTo>
                    <a:pt x="2280086" y="477400"/>
                  </a:lnTo>
                  <a:lnTo>
                    <a:pt x="2233340" y="468572"/>
                  </a:lnTo>
                  <a:lnTo>
                    <a:pt x="2186618" y="476826"/>
                  </a:lnTo>
                  <a:lnTo>
                    <a:pt x="2141594" y="502198"/>
                  </a:lnTo>
                  <a:lnTo>
                    <a:pt x="2100969" y="533799"/>
                  </a:lnTo>
                  <a:lnTo>
                    <a:pt x="2060359" y="565427"/>
                  </a:lnTo>
                  <a:lnTo>
                    <a:pt x="2019810" y="597137"/>
                  </a:lnTo>
                  <a:lnTo>
                    <a:pt x="1979370" y="628986"/>
                  </a:lnTo>
                  <a:lnTo>
                    <a:pt x="1939087" y="661030"/>
                  </a:lnTo>
                  <a:lnTo>
                    <a:pt x="1897731" y="689489"/>
                  </a:lnTo>
                  <a:lnTo>
                    <a:pt x="1854069" y="710876"/>
                  </a:lnTo>
                  <a:lnTo>
                    <a:pt x="1808759" y="725186"/>
                  </a:lnTo>
                  <a:lnTo>
                    <a:pt x="1762458" y="732415"/>
                  </a:lnTo>
                  <a:lnTo>
                    <a:pt x="1715821" y="732557"/>
                  </a:lnTo>
                  <a:lnTo>
                    <a:pt x="1669508" y="725607"/>
                  </a:lnTo>
                  <a:lnTo>
                    <a:pt x="1624173" y="711559"/>
                  </a:lnTo>
                  <a:lnTo>
                    <a:pt x="1580474" y="690409"/>
                  </a:lnTo>
                  <a:lnTo>
                    <a:pt x="1539068" y="662151"/>
                  </a:lnTo>
                  <a:lnTo>
                    <a:pt x="1498049" y="629665"/>
                  </a:lnTo>
                  <a:lnTo>
                    <a:pt x="1456942" y="597294"/>
                  </a:lnTo>
                  <a:lnTo>
                    <a:pt x="1415762" y="565015"/>
                  </a:lnTo>
                  <a:lnTo>
                    <a:pt x="1374527" y="532807"/>
                  </a:lnTo>
                  <a:lnTo>
                    <a:pt x="1333252" y="500648"/>
                  </a:lnTo>
                  <a:lnTo>
                    <a:pt x="1287461" y="476157"/>
                  </a:lnTo>
                  <a:lnTo>
                    <a:pt x="1237599" y="468815"/>
                  </a:lnTo>
                  <a:lnTo>
                    <a:pt x="1187429" y="478559"/>
                  </a:lnTo>
                  <a:lnTo>
                    <a:pt x="1140713" y="505328"/>
                  </a:lnTo>
                  <a:lnTo>
                    <a:pt x="1104015" y="535051"/>
                  </a:lnTo>
                  <a:lnTo>
                    <a:pt x="1067420" y="564899"/>
                  </a:lnTo>
                  <a:lnTo>
                    <a:pt x="1030883" y="594819"/>
                  </a:lnTo>
                  <a:lnTo>
                    <a:pt x="994361" y="624755"/>
                  </a:lnTo>
                  <a:lnTo>
                    <a:pt x="957808" y="654654"/>
                  </a:lnTo>
                  <a:lnTo>
                    <a:pt x="915417" y="684729"/>
                  </a:lnTo>
                  <a:lnTo>
                    <a:pt x="870969" y="707681"/>
                  </a:lnTo>
                  <a:lnTo>
                    <a:pt x="825009" y="723467"/>
                  </a:lnTo>
                  <a:lnTo>
                    <a:pt x="778081" y="732042"/>
                  </a:lnTo>
                  <a:lnTo>
                    <a:pt x="730727" y="733363"/>
                  </a:lnTo>
                  <a:lnTo>
                    <a:pt x="683492" y="727386"/>
                  </a:lnTo>
                  <a:lnTo>
                    <a:pt x="636919" y="714067"/>
                  </a:lnTo>
                  <a:lnTo>
                    <a:pt x="591553" y="693363"/>
                  </a:lnTo>
                  <a:lnTo>
                    <a:pt x="547936" y="665229"/>
                  </a:lnTo>
                  <a:lnTo>
                    <a:pt x="509163" y="635448"/>
                  </a:lnTo>
                  <a:lnTo>
                    <a:pt x="470972" y="604888"/>
                  </a:lnTo>
                  <a:lnTo>
                    <a:pt x="433149" y="573840"/>
                  </a:lnTo>
                  <a:lnTo>
                    <a:pt x="395480" y="542591"/>
                  </a:lnTo>
                  <a:lnTo>
                    <a:pt x="357753" y="511433"/>
                  </a:lnTo>
                  <a:lnTo>
                    <a:pt x="315931" y="484351"/>
                  </a:lnTo>
                  <a:lnTo>
                    <a:pt x="273188" y="470669"/>
                  </a:lnTo>
                  <a:lnTo>
                    <a:pt x="230094" y="470429"/>
                  </a:lnTo>
                  <a:lnTo>
                    <a:pt x="187225" y="483671"/>
                  </a:lnTo>
                  <a:lnTo>
                    <a:pt x="145152" y="510438"/>
                  </a:lnTo>
                  <a:lnTo>
                    <a:pt x="104629" y="543211"/>
                  </a:lnTo>
                  <a:lnTo>
                    <a:pt x="64113" y="575995"/>
                  </a:lnTo>
                  <a:lnTo>
                    <a:pt x="23597" y="608777"/>
                  </a:lnTo>
                  <a:lnTo>
                    <a:pt x="0" y="627858"/>
                  </a:lnTo>
                </a:path>
                <a:path w="2512695" h="2139315">
                  <a:moveTo>
                    <a:pt x="2512279" y="1119717"/>
                  </a:moveTo>
                  <a:lnTo>
                    <a:pt x="2487367" y="1100009"/>
                  </a:lnTo>
                  <a:lnTo>
                    <a:pt x="2446146" y="1067384"/>
                  </a:lnTo>
                  <a:lnTo>
                    <a:pt x="2405518" y="1035241"/>
                  </a:lnTo>
                  <a:lnTo>
                    <a:pt x="2365267" y="1003442"/>
                  </a:lnTo>
                  <a:lnTo>
                    <a:pt x="2325180" y="971848"/>
                  </a:lnTo>
                  <a:lnTo>
                    <a:pt x="2280086" y="945972"/>
                  </a:lnTo>
                  <a:lnTo>
                    <a:pt x="2233340" y="937144"/>
                  </a:lnTo>
                  <a:lnTo>
                    <a:pt x="2186618" y="945398"/>
                  </a:lnTo>
                  <a:lnTo>
                    <a:pt x="2141594" y="970770"/>
                  </a:lnTo>
                  <a:lnTo>
                    <a:pt x="2100969" y="1002371"/>
                  </a:lnTo>
                  <a:lnTo>
                    <a:pt x="2060359" y="1033999"/>
                  </a:lnTo>
                  <a:lnTo>
                    <a:pt x="2019810" y="1065710"/>
                  </a:lnTo>
                  <a:lnTo>
                    <a:pt x="1979370" y="1097559"/>
                  </a:lnTo>
                  <a:lnTo>
                    <a:pt x="1939087" y="1129603"/>
                  </a:lnTo>
                  <a:lnTo>
                    <a:pt x="1897731" y="1158061"/>
                  </a:lnTo>
                  <a:lnTo>
                    <a:pt x="1854069" y="1179448"/>
                  </a:lnTo>
                  <a:lnTo>
                    <a:pt x="1808759" y="1193758"/>
                  </a:lnTo>
                  <a:lnTo>
                    <a:pt x="1762458" y="1200987"/>
                  </a:lnTo>
                  <a:lnTo>
                    <a:pt x="1715821" y="1201129"/>
                  </a:lnTo>
                  <a:lnTo>
                    <a:pt x="1669508" y="1194179"/>
                  </a:lnTo>
                  <a:lnTo>
                    <a:pt x="1624173" y="1180132"/>
                  </a:lnTo>
                  <a:lnTo>
                    <a:pt x="1580474" y="1158981"/>
                  </a:lnTo>
                  <a:lnTo>
                    <a:pt x="1539068" y="1130723"/>
                  </a:lnTo>
                  <a:lnTo>
                    <a:pt x="1498049" y="1098237"/>
                  </a:lnTo>
                  <a:lnTo>
                    <a:pt x="1456942" y="1065866"/>
                  </a:lnTo>
                  <a:lnTo>
                    <a:pt x="1415762" y="1033587"/>
                  </a:lnTo>
                  <a:lnTo>
                    <a:pt x="1374527" y="1001379"/>
                  </a:lnTo>
                  <a:lnTo>
                    <a:pt x="1333252" y="969220"/>
                  </a:lnTo>
                  <a:lnTo>
                    <a:pt x="1287461" y="944729"/>
                  </a:lnTo>
                  <a:lnTo>
                    <a:pt x="1237599" y="937387"/>
                  </a:lnTo>
                  <a:lnTo>
                    <a:pt x="1187429" y="947131"/>
                  </a:lnTo>
                  <a:lnTo>
                    <a:pt x="1140713" y="973900"/>
                  </a:lnTo>
                  <a:lnTo>
                    <a:pt x="1104015" y="1003623"/>
                  </a:lnTo>
                  <a:lnTo>
                    <a:pt x="1067420" y="1033471"/>
                  </a:lnTo>
                  <a:lnTo>
                    <a:pt x="1030883" y="1063391"/>
                  </a:lnTo>
                  <a:lnTo>
                    <a:pt x="994361" y="1093328"/>
                  </a:lnTo>
                  <a:lnTo>
                    <a:pt x="957808" y="1123226"/>
                  </a:lnTo>
                  <a:lnTo>
                    <a:pt x="915417" y="1153301"/>
                  </a:lnTo>
                  <a:lnTo>
                    <a:pt x="870969" y="1176253"/>
                  </a:lnTo>
                  <a:lnTo>
                    <a:pt x="825009" y="1192039"/>
                  </a:lnTo>
                  <a:lnTo>
                    <a:pt x="778081" y="1200614"/>
                  </a:lnTo>
                  <a:lnTo>
                    <a:pt x="730727" y="1201935"/>
                  </a:lnTo>
                  <a:lnTo>
                    <a:pt x="683492" y="1195958"/>
                  </a:lnTo>
                  <a:lnTo>
                    <a:pt x="636919" y="1182639"/>
                  </a:lnTo>
                  <a:lnTo>
                    <a:pt x="591553" y="1161935"/>
                  </a:lnTo>
                  <a:lnTo>
                    <a:pt x="547936" y="1133801"/>
                  </a:lnTo>
                  <a:lnTo>
                    <a:pt x="509163" y="1104020"/>
                  </a:lnTo>
                  <a:lnTo>
                    <a:pt x="470972" y="1073460"/>
                  </a:lnTo>
                  <a:lnTo>
                    <a:pt x="433149" y="1042412"/>
                  </a:lnTo>
                  <a:lnTo>
                    <a:pt x="395480" y="1011163"/>
                  </a:lnTo>
                  <a:lnTo>
                    <a:pt x="357753" y="980005"/>
                  </a:lnTo>
                  <a:lnTo>
                    <a:pt x="315931" y="952923"/>
                  </a:lnTo>
                  <a:lnTo>
                    <a:pt x="273188" y="939241"/>
                  </a:lnTo>
                  <a:lnTo>
                    <a:pt x="230094" y="939001"/>
                  </a:lnTo>
                  <a:lnTo>
                    <a:pt x="187225" y="952244"/>
                  </a:lnTo>
                  <a:lnTo>
                    <a:pt x="145152" y="979010"/>
                  </a:lnTo>
                  <a:lnTo>
                    <a:pt x="104629" y="1011783"/>
                  </a:lnTo>
                  <a:lnTo>
                    <a:pt x="64113" y="1044567"/>
                  </a:lnTo>
                  <a:lnTo>
                    <a:pt x="23597" y="1077349"/>
                  </a:lnTo>
                  <a:lnTo>
                    <a:pt x="0" y="1096430"/>
                  </a:lnTo>
                </a:path>
                <a:path w="2512695" h="2139315">
                  <a:moveTo>
                    <a:pt x="2512279" y="1588289"/>
                  </a:moveTo>
                  <a:lnTo>
                    <a:pt x="2487367" y="1568581"/>
                  </a:lnTo>
                  <a:lnTo>
                    <a:pt x="2446146" y="1535956"/>
                  </a:lnTo>
                  <a:lnTo>
                    <a:pt x="2405518" y="1503813"/>
                  </a:lnTo>
                  <a:lnTo>
                    <a:pt x="2365267" y="1472014"/>
                  </a:lnTo>
                  <a:lnTo>
                    <a:pt x="2325180" y="1440420"/>
                  </a:lnTo>
                  <a:lnTo>
                    <a:pt x="2280086" y="1414544"/>
                  </a:lnTo>
                  <a:lnTo>
                    <a:pt x="2233340" y="1405716"/>
                  </a:lnTo>
                  <a:lnTo>
                    <a:pt x="2186618" y="1413970"/>
                  </a:lnTo>
                  <a:lnTo>
                    <a:pt x="2141594" y="1439342"/>
                  </a:lnTo>
                  <a:lnTo>
                    <a:pt x="2100969" y="1470944"/>
                  </a:lnTo>
                  <a:lnTo>
                    <a:pt x="2060359" y="1502571"/>
                  </a:lnTo>
                  <a:lnTo>
                    <a:pt x="2019810" y="1534282"/>
                  </a:lnTo>
                  <a:lnTo>
                    <a:pt x="1979370" y="1566131"/>
                  </a:lnTo>
                  <a:lnTo>
                    <a:pt x="1939087" y="1598175"/>
                  </a:lnTo>
                  <a:lnTo>
                    <a:pt x="1897731" y="1626633"/>
                  </a:lnTo>
                  <a:lnTo>
                    <a:pt x="1854069" y="1648020"/>
                  </a:lnTo>
                  <a:lnTo>
                    <a:pt x="1808759" y="1662331"/>
                  </a:lnTo>
                  <a:lnTo>
                    <a:pt x="1762458" y="1669559"/>
                  </a:lnTo>
                  <a:lnTo>
                    <a:pt x="1715821" y="1669702"/>
                  </a:lnTo>
                  <a:lnTo>
                    <a:pt x="1669508" y="1662751"/>
                  </a:lnTo>
                  <a:lnTo>
                    <a:pt x="1624173" y="1648704"/>
                  </a:lnTo>
                  <a:lnTo>
                    <a:pt x="1580474" y="1627553"/>
                  </a:lnTo>
                  <a:lnTo>
                    <a:pt x="1539068" y="1599295"/>
                  </a:lnTo>
                  <a:lnTo>
                    <a:pt x="1498049" y="1566809"/>
                  </a:lnTo>
                  <a:lnTo>
                    <a:pt x="1456942" y="1534438"/>
                  </a:lnTo>
                  <a:lnTo>
                    <a:pt x="1415762" y="1502159"/>
                  </a:lnTo>
                  <a:lnTo>
                    <a:pt x="1374527" y="1469951"/>
                  </a:lnTo>
                  <a:lnTo>
                    <a:pt x="1333252" y="1437792"/>
                  </a:lnTo>
                  <a:lnTo>
                    <a:pt x="1287461" y="1413302"/>
                  </a:lnTo>
                  <a:lnTo>
                    <a:pt x="1237599" y="1405959"/>
                  </a:lnTo>
                  <a:lnTo>
                    <a:pt x="1187429" y="1415704"/>
                  </a:lnTo>
                  <a:lnTo>
                    <a:pt x="1140713" y="1442473"/>
                  </a:lnTo>
                  <a:lnTo>
                    <a:pt x="1104015" y="1472195"/>
                  </a:lnTo>
                  <a:lnTo>
                    <a:pt x="1067420" y="1502043"/>
                  </a:lnTo>
                  <a:lnTo>
                    <a:pt x="1030883" y="1531963"/>
                  </a:lnTo>
                  <a:lnTo>
                    <a:pt x="994361" y="1561900"/>
                  </a:lnTo>
                  <a:lnTo>
                    <a:pt x="957808" y="1591798"/>
                  </a:lnTo>
                  <a:lnTo>
                    <a:pt x="915417" y="1621873"/>
                  </a:lnTo>
                  <a:lnTo>
                    <a:pt x="870969" y="1644825"/>
                  </a:lnTo>
                  <a:lnTo>
                    <a:pt x="825009" y="1660611"/>
                  </a:lnTo>
                  <a:lnTo>
                    <a:pt x="778081" y="1669186"/>
                  </a:lnTo>
                  <a:lnTo>
                    <a:pt x="730727" y="1670507"/>
                  </a:lnTo>
                  <a:lnTo>
                    <a:pt x="683492" y="1664530"/>
                  </a:lnTo>
                  <a:lnTo>
                    <a:pt x="636919" y="1651211"/>
                  </a:lnTo>
                  <a:lnTo>
                    <a:pt x="591553" y="1630507"/>
                  </a:lnTo>
                  <a:lnTo>
                    <a:pt x="547936" y="1602373"/>
                  </a:lnTo>
                  <a:lnTo>
                    <a:pt x="509163" y="1572592"/>
                  </a:lnTo>
                  <a:lnTo>
                    <a:pt x="470972" y="1542033"/>
                  </a:lnTo>
                  <a:lnTo>
                    <a:pt x="433149" y="1510984"/>
                  </a:lnTo>
                  <a:lnTo>
                    <a:pt x="395480" y="1479735"/>
                  </a:lnTo>
                  <a:lnTo>
                    <a:pt x="357753" y="1448577"/>
                  </a:lnTo>
                  <a:lnTo>
                    <a:pt x="315931" y="1421495"/>
                  </a:lnTo>
                  <a:lnTo>
                    <a:pt x="273188" y="1407813"/>
                  </a:lnTo>
                  <a:lnTo>
                    <a:pt x="230094" y="1407573"/>
                  </a:lnTo>
                  <a:lnTo>
                    <a:pt x="187225" y="1420816"/>
                  </a:lnTo>
                  <a:lnTo>
                    <a:pt x="145152" y="1447582"/>
                  </a:lnTo>
                  <a:lnTo>
                    <a:pt x="104629" y="1480355"/>
                  </a:lnTo>
                  <a:lnTo>
                    <a:pt x="64113" y="1513139"/>
                  </a:lnTo>
                  <a:lnTo>
                    <a:pt x="23597" y="1545921"/>
                  </a:lnTo>
                  <a:lnTo>
                    <a:pt x="0" y="1565002"/>
                  </a:lnTo>
                </a:path>
                <a:path w="2512695" h="2139315">
                  <a:moveTo>
                    <a:pt x="2512279" y="2056862"/>
                  </a:moveTo>
                  <a:lnTo>
                    <a:pt x="2487367" y="2037153"/>
                  </a:lnTo>
                  <a:lnTo>
                    <a:pt x="2446146" y="2004528"/>
                  </a:lnTo>
                  <a:lnTo>
                    <a:pt x="2405518" y="1972385"/>
                  </a:lnTo>
                  <a:lnTo>
                    <a:pt x="2365267" y="1940587"/>
                  </a:lnTo>
                  <a:lnTo>
                    <a:pt x="2325180" y="1908992"/>
                  </a:lnTo>
                  <a:lnTo>
                    <a:pt x="2280086" y="1883116"/>
                  </a:lnTo>
                  <a:lnTo>
                    <a:pt x="2233340" y="1874288"/>
                  </a:lnTo>
                  <a:lnTo>
                    <a:pt x="2186618" y="1882542"/>
                  </a:lnTo>
                  <a:lnTo>
                    <a:pt x="2141594" y="1907914"/>
                  </a:lnTo>
                  <a:lnTo>
                    <a:pt x="2100969" y="1939516"/>
                  </a:lnTo>
                  <a:lnTo>
                    <a:pt x="2060359" y="1971143"/>
                  </a:lnTo>
                  <a:lnTo>
                    <a:pt x="2019810" y="2002854"/>
                  </a:lnTo>
                  <a:lnTo>
                    <a:pt x="1979370" y="2034703"/>
                  </a:lnTo>
                  <a:lnTo>
                    <a:pt x="1939087" y="2066747"/>
                  </a:lnTo>
                  <a:lnTo>
                    <a:pt x="1897731" y="2095205"/>
                  </a:lnTo>
                  <a:lnTo>
                    <a:pt x="1854069" y="2116592"/>
                  </a:lnTo>
                  <a:lnTo>
                    <a:pt x="1808759" y="2130903"/>
                  </a:lnTo>
                  <a:lnTo>
                    <a:pt x="1762458" y="2138132"/>
                  </a:lnTo>
                  <a:lnTo>
                    <a:pt x="1715821" y="2138274"/>
                  </a:lnTo>
                  <a:lnTo>
                    <a:pt x="1669508" y="2131323"/>
                  </a:lnTo>
                  <a:lnTo>
                    <a:pt x="1624173" y="2117276"/>
                  </a:lnTo>
                  <a:lnTo>
                    <a:pt x="1580474" y="2096125"/>
                  </a:lnTo>
                  <a:lnTo>
                    <a:pt x="1539068" y="2067867"/>
                  </a:lnTo>
                  <a:lnTo>
                    <a:pt x="1498049" y="2035382"/>
                  </a:lnTo>
                  <a:lnTo>
                    <a:pt x="1456942" y="2003010"/>
                  </a:lnTo>
                  <a:lnTo>
                    <a:pt x="1415762" y="1970731"/>
                  </a:lnTo>
                  <a:lnTo>
                    <a:pt x="1374527" y="1938523"/>
                  </a:lnTo>
                  <a:lnTo>
                    <a:pt x="1333252" y="1906364"/>
                  </a:lnTo>
                  <a:lnTo>
                    <a:pt x="1287461" y="1881874"/>
                  </a:lnTo>
                  <a:lnTo>
                    <a:pt x="1237599" y="1874531"/>
                  </a:lnTo>
                  <a:lnTo>
                    <a:pt x="1187429" y="1884276"/>
                  </a:lnTo>
                  <a:lnTo>
                    <a:pt x="1140713" y="1911045"/>
                  </a:lnTo>
                  <a:lnTo>
                    <a:pt x="1104015" y="1940767"/>
                  </a:lnTo>
                  <a:lnTo>
                    <a:pt x="1067420" y="1970616"/>
                  </a:lnTo>
                  <a:lnTo>
                    <a:pt x="1030883" y="2000535"/>
                  </a:lnTo>
                  <a:lnTo>
                    <a:pt x="994361" y="2030472"/>
                  </a:lnTo>
                  <a:lnTo>
                    <a:pt x="957808" y="2060370"/>
                  </a:lnTo>
                  <a:lnTo>
                    <a:pt x="915417" y="2090445"/>
                  </a:lnTo>
                  <a:lnTo>
                    <a:pt x="870969" y="2113397"/>
                  </a:lnTo>
                  <a:lnTo>
                    <a:pt x="825009" y="2129183"/>
                  </a:lnTo>
                  <a:lnTo>
                    <a:pt x="778081" y="2137758"/>
                  </a:lnTo>
                  <a:lnTo>
                    <a:pt x="730727" y="2139079"/>
                  </a:lnTo>
                  <a:lnTo>
                    <a:pt x="683492" y="2133102"/>
                  </a:lnTo>
                  <a:lnTo>
                    <a:pt x="636919" y="2119784"/>
                  </a:lnTo>
                  <a:lnTo>
                    <a:pt x="591553" y="2099079"/>
                  </a:lnTo>
                  <a:lnTo>
                    <a:pt x="547936" y="2070946"/>
                  </a:lnTo>
                  <a:lnTo>
                    <a:pt x="509163" y="2041164"/>
                  </a:lnTo>
                  <a:lnTo>
                    <a:pt x="470972" y="2010605"/>
                  </a:lnTo>
                  <a:lnTo>
                    <a:pt x="433149" y="1979556"/>
                  </a:lnTo>
                  <a:lnTo>
                    <a:pt x="395480" y="1948308"/>
                  </a:lnTo>
                  <a:lnTo>
                    <a:pt x="357753" y="1917149"/>
                  </a:lnTo>
                  <a:lnTo>
                    <a:pt x="315931" y="1890067"/>
                  </a:lnTo>
                  <a:lnTo>
                    <a:pt x="273188" y="1876385"/>
                  </a:lnTo>
                  <a:lnTo>
                    <a:pt x="230094" y="1876145"/>
                  </a:lnTo>
                  <a:lnTo>
                    <a:pt x="187225" y="1889388"/>
                  </a:lnTo>
                  <a:lnTo>
                    <a:pt x="145152" y="1916155"/>
                  </a:lnTo>
                  <a:lnTo>
                    <a:pt x="104629" y="1948928"/>
                  </a:lnTo>
                  <a:lnTo>
                    <a:pt x="64113" y="1981711"/>
                  </a:lnTo>
                  <a:lnTo>
                    <a:pt x="23597" y="2014493"/>
                  </a:lnTo>
                  <a:lnTo>
                    <a:pt x="0" y="2033574"/>
                  </a:lnTo>
                </a:path>
              </a:pathLst>
            </a:custGeom>
            <a:ln w="52354">
              <a:solidFill>
                <a:srgbClr val="FFFFFF"/>
              </a:solidFill>
            </a:ln>
          </p:spPr>
          <p:txBody>
            <a:bodyPr wrap="square" lIns="0" tIns="0" rIns="0" bIns="0" rtlCol="0"/>
            <a:lstStyle/>
            <a:p>
              <a:endParaRPr/>
            </a:p>
          </p:txBody>
        </p:sp>
      </p:grpSp>
      <p:grpSp>
        <p:nvGrpSpPr>
          <p:cNvPr id="17" name="object 17"/>
          <p:cNvGrpSpPr/>
          <p:nvPr/>
        </p:nvGrpSpPr>
        <p:grpSpPr>
          <a:xfrm>
            <a:off x="15078075" y="0"/>
            <a:ext cx="5026025" cy="2513330"/>
            <a:chOff x="15078075" y="0"/>
            <a:chExt cx="5026025" cy="2513330"/>
          </a:xfrm>
        </p:grpSpPr>
        <p:sp>
          <p:nvSpPr>
            <p:cNvPr id="18" name="object 18"/>
            <p:cNvSpPr/>
            <p:nvPr/>
          </p:nvSpPr>
          <p:spPr>
            <a:xfrm>
              <a:off x="15078075"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79C44F"/>
            </a:solidFill>
          </p:spPr>
          <p:txBody>
            <a:bodyPr wrap="square" lIns="0" tIns="0" rIns="0" bIns="0" rtlCol="0"/>
            <a:lstStyle/>
            <a:p>
              <a:endParaRPr/>
            </a:p>
          </p:txBody>
        </p:sp>
        <p:pic>
          <p:nvPicPr>
            <p:cNvPr id="19" name="object 19"/>
            <p:cNvPicPr/>
            <p:nvPr/>
          </p:nvPicPr>
          <p:blipFill>
            <a:blip r:embed="rId3" cstate="print"/>
            <a:stretch>
              <a:fillRect/>
            </a:stretch>
          </p:blipFill>
          <p:spPr>
            <a:xfrm>
              <a:off x="17093609" y="1963178"/>
              <a:ext cx="146592" cy="146592"/>
            </a:xfrm>
            <a:prstGeom prst="rect">
              <a:avLst/>
            </a:prstGeom>
          </p:spPr>
        </p:pic>
        <p:pic>
          <p:nvPicPr>
            <p:cNvPr id="20" name="object 20"/>
            <p:cNvPicPr/>
            <p:nvPr/>
          </p:nvPicPr>
          <p:blipFill>
            <a:blip r:embed="rId4" cstate="print"/>
            <a:stretch>
              <a:fillRect/>
            </a:stretch>
          </p:blipFill>
          <p:spPr>
            <a:xfrm>
              <a:off x="15941812" y="1963178"/>
              <a:ext cx="146592" cy="146592"/>
            </a:xfrm>
            <a:prstGeom prst="rect">
              <a:avLst/>
            </a:prstGeom>
          </p:spPr>
        </p:pic>
        <p:pic>
          <p:nvPicPr>
            <p:cNvPr id="21" name="object 21"/>
            <p:cNvPicPr/>
            <p:nvPr/>
          </p:nvPicPr>
          <p:blipFill>
            <a:blip r:embed="rId4" cstate="print"/>
            <a:stretch>
              <a:fillRect/>
            </a:stretch>
          </p:blipFill>
          <p:spPr>
            <a:xfrm>
              <a:off x="16580536" y="1443124"/>
              <a:ext cx="146592" cy="146592"/>
            </a:xfrm>
            <a:prstGeom prst="rect">
              <a:avLst/>
            </a:prstGeom>
          </p:spPr>
        </p:pic>
        <p:pic>
          <p:nvPicPr>
            <p:cNvPr id="22" name="object 22"/>
            <p:cNvPicPr/>
            <p:nvPr/>
          </p:nvPicPr>
          <p:blipFill>
            <a:blip r:embed="rId5" cstate="print"/>
            <a:stretch>
              <a:fillRect/>
            </a:stretch>
          </p:blipFill>
          <p:spPr>
            <a:xfrm>
              <a:off x="15428738" y="1443124"/>
              <a:ext cx="146592" cy="146592"/>
            </a:xfrm>
            <a:prstGeom prst="rect">
              <a:avLst/>
            </a:prstGeom>
          </p:spPr>
        </p:pic>
        <p:pic>
          <p:nvPicPr>
            <p:cNvPr id="23" name="object 23"/>
            <p:cNvPicPr/>
            <p:nvPr/>
          </p:nvPicPr>
          <p:blipFill>
            <a:blip r:embed="rId6" cstate="print"/>
            <a:stretch>
              <a:fillRect/>
            </a:stretch>
          </p:blipFill>
          <p:spPr>
            <a:xfrm>
              <a:off x="17093609" y="923070"/>
              <a:ext cx="146592" cy="146592"/>
            </a:xfrm>
            <a:prstGeom prst="rect">
              <a:avLst/>
            </a:prstGeom>
          </p:spPr>
        </p:pic>
        <p:pic>
          <p:nvPicPr>
            <p:cNvPr id="24" name="object 24"/>
            <p:cNvPicPr/>
            <p:nvPr/>
          </p:nvPicPr>
          <p:blipFill>
            <a:blip r:embed="rId7" cstate="print"/>
            <a:stretch>
              <a:fillRect/>
            </a:stretch>
          </p:blipFill>
          <p:spPr>
            <a:xfrm>
              <a:off x="15941812" y="923070"/>
              <a:ext cx="146592" cy="146592"/>
            </a:xfrm>
            <a:prstGeom prst="rect">
              <a:avLst/>
            </a:prstGeom>
          </p:spPr>
        </p:pic>
        <p:pic>
          <p:nvPicPr>
            <p:cNvPr id="25" name="object 25"/>
            <p:cNvPicPr/>
            <p:nvPr/>
          </p:nvPicPr>
          <p:blipFill>
            <a:blip r:embed="rId8" cstate="print"/>
            <a:stretch>
              <a:fillRect/>
            </a:stretch>
          </p:blipFill>
          <p:spPr>
            <a:xfrm>
              <a:off x="16580536" y="403017"/>
              <a:ext cx="146592" cy="146592"/>
            </a:xfrm>
            <a:prstGeom prst="rect">
              <a:avLst/>
            </a:prstGeom>
          </p:spPr>
        </p:pic>
        <p:pic>
          <p:nvPicPr>
            <p:cNvPr id="26" name="object 26"/>
            <p:cNvPicPr/>
            <p:nvPr/>
          </p:nvPicPr>
          <p:blipFill>
            <a:blip r:embed="rId9" cstate="print"/>
            <a:stretch>
              <a:fillRect/>
            </a:stretch>
          </p:blipFill>
          <p:spPr>
            <a:xfrm>
              <a:off x="15428738" y="403017"/>
              <a:ext cx="146592" cy="146592"/>
            </a:xfrm>
            <a:prstGeom prst="rect">
              <a:avLst/>
            </a:prstGeom>
          </p:spPr>
        </p:pic>
        <p:sp>
          <p:nvSpPr>
            <p:cNvPr id="27" name="object 27"/>
            <p:cNvSpPr/>
            <p:nvPr/>
          </p:nvSpPr>
          <p:spPr>
            <a:xfrm>
              <a:off x="17591307"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28" name="object 28"/>
            <p:cNvSpPr/>
            <p:nvPr/>
          </p:nvSpPr>
          <p:spPr>
            <a:xfrm>
              <a:off x="19344515" y="523322"/>
              <a:ext cx="575945" cy="1607185"/>
            </a:xfrm>
            <a:custGeom>
              <a:avLst/>
              <a:gdLst/>
              <a:ahLst/>
              <a:cxnLst/>
              <a:rect l="l" t="t" r="r" b="b"/>
              <a:pathLst>
                <a:path w="575944" h="1607185">
                  <a:moveTo>
                    <a:pt x="450248" y="0"/>
                  </a:moveTo>
                  <a:lnTo>
                    <a:pt x="125650" y="0"/>
                  </a:lnTo>
                  <a:lnTo>
                    <a:pt x="76743" y="9874"/>
                  </a:lnTo>
                  <a:lnTo>
                    <a:pt x="36803" y="36803"/>
                  </a:lnTo>
                  <a:lnTo>
                    <a:pt x="9874" y="76743"/>
                  </a:lnTo>
                  <a:lnTo>
                    <a:pt x="0" y="125650"/>
                  </a:lnTo>
                  <a:lnTo>
                    <a:pt x="0" y="1481326"/>
                  </a:lnTo>
                  <a:lnTo>
                    <a:pt x="9874" y="1530233"/>
                  </a:lnTo>
                  <a:lnTo>
                    <a:pt x="36803" y="1570173"/>
                  </a:lnTo>
                  <a:lnTo>
                    <a:pt x="76743" y="1597102"/>
                  </a:lnTo>
                  <a:lnTo>
                    <a:pt x="125650" y="1606977"/>
                  </a:lnTo>
                  <a:lnTo>
                    <a:pt x="450248" y="1606977"/>
                  </a:lnTo>
                  <a:lnTo>
                    <a:pt x="499155" y="1597102"/>
                  </a:lnTo>
                  <a:lnTo>
                    <a:pt x="539094" y="1570173"/>
                  </a:lnTo>
                  <a:lnTo>
                    <a:pt x="566023" y="1530233"/>
                  </a:lnTo>
                  <a:lnTo>
                    <a:pt x="575898" y="1481326"/>
                  </a:lnTo>
                  <a:lnTo>
                    <a:pt x="575898" y="125650"/>
                  </a:lnTo>
                  <a:lnTo>
                    <a:pt x="566023" y="76743"/>
                  </a:lnTo>
                  <a:lnTo>
                    <a:pt x="539094" y="36803"/>
                  </a:lnTo>
                  <a:lnTo>
                    <a:pt x="499155" y="9874"/>
                  </a:lnTo>
                  <a:lnTo>
                    <a:pt x="450248" y="0"/>
                  </a:lnTo>
                  <a:close/>
                </a:path>
              </a:pathLst>
            </a:custGeom>
            <a:solidFill>
              <a:srgbClr val="FFFFFF"/>
            </a:solidFill>
          </p:spPr>
          <p:txBody>
            <a:bodyPr wrap="square" lIns="0" tIns="0" rIns="0" bIns="0" rtlCol="0"/>
            <a:lstStyle/>
            <a:p>
              <a:endParaRPr/>
            </a:p>
          </p:txBody>
        </p:sp>
        <p:pic>
          <p:nvPicPr>
            <p:cNvPr id="29" name="object 29"/>
            <p:cNvPicPr/>
            <p:nvPr/>
          </p:nvPicPr>
          <p:blipFill>
            <a:blip r:embed="rId10" cstate="print"/>
            <a:stretch>
              <a:fillRect/>
            </a:stretch>
          </p:blipFill>
          <p:spPr>
            <a:xfrm>
              <a:off x="18728525" y="709164"/>
              <a:ext cx="80713" cy="81811"/>
            </a:xfrm>
            <a:prstGeom prst="rect">
              <a:avLst/>
            </a:prstGeom>
          </p:spPr>
        </p:pic>
        <p:pic>
          <p:nvPicPr>
            <p:cNvPr id="30" name="object 30"/>
            <p:cNvPicPr/>
            <p:nvPr/>
          </p:nvPicPr>
          <p:blipFill>
            <a:blip r:embed="rId11" cstate="print"/>
            <a:stretch>
              <a:fillRect/>
            </a:stretch>
          </p:blipFill>
          <p:spPr>
            <a:xfrm>
              <a:off x="18310081" y="285029"/>
              <a:ext cx="80714" cy="81811"/>
            </a:xfrm>
            <a:prstGeom prst="rect">
              <a:avLst/>
            </a:prstGeom>
          </p:spPr>
        </p:pic>
        <p:pic>
          <p:nvPicPr>
            <p:cNvPr id="31" name="object 31"/>
            <p:cNvPicPr/>
            <p:nvPr/>
          </p:nvPicPr>
          <p:blipFill>
            <a:blip r:embed="rId12" cstate="print"/>
            <a:stretch>
              <a:fillRect/>
            </a:stretch>
          </p:blipFill>
          <p:spPr>
            <a:xfrm>
              <a:off x="18728303" y="283122"/>
              <a:ext cx="80713" cy="81812"/>
            </a:xfrm>
            <a:prstGeom prst="rect">
              <a:avLst/>
            </a:prstGeom>
          </p:spPr>
        </p:pic>
        <p:pic>
          <p:nvPicPr>
            <p:cNvPr id="32" name="object 32"/>
            <p:cNvPicPr/>
            <p:nvPr/>
          </p:nvPicPr>
          <p:blipFill>
            <a:blip r:embed="rId10" cstate="print"/>
            <a:stretch>
              <a:fillRect/>
            </a:stretch>
          </p:blipFill>
          <p:spPr>
            <a:xfrm>
              <a:off x="18518253" y="496031"/>
              <a:ext cx="80713" cy="81810"/>
            </a:xfrm>
            <a:prstGeom prst="rect">
              <a:avLst/>
            </a:prstGeom>
          </p:spPr>
        </p:pic>
        <p:pic>
          <p:nvPicPr>
            <p:cNvPr id="33" name="object 33"/>
            <p:cNvPicPr/>
            <p:nvPr/>
          </p:nvPicPr>
          <p:blipFill>
            <a:blip r:embed="rId13" cstate="print"/>
            <a:stretch>
              <a:fillRect/>
            </a:stretch>
          </p:blipFill>
          <p:spPr>
            <a:xfrm>
              <a:off x="18518770" y="921769"/>
              <a:ext cx="80714" cy="81811"/>
            </a:xfrm>
            <a:prstGeom prst="rect">
              <a:avLst/>
            </a:prstGeom>
          </p:spPr>
        </p:pic>
        <p:pic>
          <p:nvPicPr>
            <p:cNvPr id="34" name="object 34"/>
            <p:cNvPicPr/>
            <p:nvPr/>
          </p:nvPicPr>
          <p:blipFill>
            <a:blip r:embed="rId14" cstate="print"/>
            <a:stretch>
              <a:fillRect/>
            </a:stretch>
          </p:blipFill>
          <p:spPr>
            <a:xfrm>
              <a:off x="18100329" y="497634"/>
              <a:ext cx="80714" cy="81811"/>
            </a:xfrm>
            <a:prstGeom prst="rect">
              <a:avLst/>
            </a:prstGeom>
          </p:spPr>
        </p:pic>
        <p:pic>
          <p:nvPicPr>
            <p:cNvPr id="35" name="object 35"/>
            <p:cNvPicPr/>
            <p:nvPr/>
          </p:nvPicPr>
          <p:blipFill>
            <a:blip r:embed="rId13" cstate="print"/>
            <a:stretch>
              <a:fillRect/>
            </a:stretch>
          </p:blipFill>
          <p:spPr>
            <a:xfrm>
              <a:off x="18308499" y="708636"/>
              <a:ext cx="80713" cy="81811"/>
            </a:xfrm>
            <a:prstGeom prst="rect">
              <a:avLst/>
            </a:prstGeom>
          </p:spPr>
        </p:pic>
        <p:pic>
          <p:nvPicPr>
            <p:cNvPr id="36" name="object 36"/>
            <p:cNvPicPr/>
            <p:nvPr/>
          </p:nvPicPr>
          <p:blipFill>
            <a:blip r:embed="rId13" cstate="print"/>
            <a:stretch>
              <a:fillRect/>
            </a:stretch>
          </p:blipFill>
          <p:spPr>
            <a:xfrm>
              <a:off x="18728525" y="1134372"/>
              <a:ext cx="80713" cy="81815"/>
            </a:xfrm>
            <a:prstGeom prst="rect">
              <a:avLst/>
            </a:prstGeom>
          </p:spPr>
        </p:pic>
        <p:pic>
          <p:nvPicPr>
            <p:cNvPr id="37" name="object 37"/>
            <p:cNvPicPr/>
            <p:nvPr/>
          </p:nvPicPr>
          <p:blipFill>
            <a:blip r:embed="rId15" cstate="print"/>
            <a:stretch>
              <a:fillRect/>
            </a:stretch>
          </p:blipFill>
          <p:spPr>
            <a:xfrm>
              <a:off x="17890575" y="285029"/>
              <a:ext cx="80714" cy="81811"/>
            </a:xfrm>
            <a:prstGeom prst="rect">
              <a:avLst/>
            </a:prstGeom>
          </p:spPr>
        </p:pic>
        <p:sp>
          <p:nvSpPr>
            <p:cNvPr id="38" name="object 38"/>
            <p:cNvSpPr/>
            <p:nvPr/>
          </p:nvSpPr>
          <p:spPr>
            <a:xfrm>
              <a:off x="17771490" y="1048006"/>
              <a:ext cx="563880" cy="552450"/>
            </a:xfrm>
            <a:custGeom>
              <a:avLst/>
              <a:gdLst/>
              <a:ahLst/>
              <a:cxnLst/>
              <a:rect l="l" t="t" r="r" b="b"/>
              <a:pathLst>
                <a:path w="563880" h="552450">
                  <a:moveTo>
                    <a:pt x="174329" y="0"/>
                  </a:moveTo>
                  <a:lnTo>
                    <a:pt x="19527" y="52"/>
                  </a:lnTo>
                  <a:lnTo>
                    <a:pt x="972" y="52"/>
                  </a:lnTo>
                  <a:lnTo>
                    <a:pt x="772" y="53091"/>
                  </a:lnTo>
                  <a:lnTo>
                    <a:pt x="69" y="149768"/>
                  </a:lnTo>
                  <a:lnTo>
                    <a:pt x="0" y="199152"/>
                  </a:lnTo>
                  <a:lnTo>
                    <a:pt x="441" y="248299"/>
                  </a:lnTo>
                  <a:lnTo>
                    <a:pt x="1632" y="297341"/>
                  </a:lnTo>
                  <a:lnTo>
                    <a:pt x="8143" y="344775"/>
                  </a:lnTo>
                  <a:lnTo>
                    <a:pt x="23758" y="389938"/>
                  </a:lnTo>
                  <a:lnTo>
                    <a:pt x="47425" y="431692"/>
                  </a:lnTo>
                  <a:lnTo>
                    <a:pt x="78094" y="468902"/>
                  </a:lnTo>
                  <a:lnTo>
                    <a:pt x="114716" y="500431"/>
                  </a:lnTo>
                  <a:lnTo>
                    <a:pt x="156239" y="525142"/>
                  </a:lnTo>
                  <a:lnTo>
                    <a:pt x="201615" y="541898"/>
                  </a:lnTo>
                  <a:lnTo>
                    <a:pt x="249792" y="549564"/>
                  </a:lnTo>
                  <a:lnTo>
                    <a:pt x="301562" y="551649"/>
                  </a:lnTo>
                  <a:lnTo>
                    <a:pt x="353488" y="552424"/>
                  </a:lnTo>
                  <a:lnTo>
                    <a:pt x="563856" y="550726"/>
                  </a:lnTo>
                  <a:lnTo>
                    <a:pt x="563859" y="538883"/>
                  </a:lnTo>
                  <a:lnTo>
                    <a:pt x="551950" y="538883"/>
                  </a:lnTo>
                  <a:lnTo>
                    <a:pt x="7673" y="5852"/>
                  </a:lnTo>
                  <a:lnTo>
                    <a:pt x="334184" y="5852"/>
                  </a:lnTo>
                  <a:lnTo>
                    <a:pt x="324990" y="3715"/>
                  </a:lnTo>
                  <a:lnTo>
                    <a:pt x="277529" y="83"/>
                  </a:lnTo>
                  <a:lnTo>
                    <a:pt x="174329" y="0"/>
                  </a:lnTo>
                  <a:close/>
                </a:path>
                <a:path w="563880" h="552450">
                  <a:moveTo>
                    <a:pt x="334184" y="5852"/>
                  </a:moveTo>
                  <a:lnTo>
                    <a:pt x="7673" y="5852"/>
                  </a:lnTo>
                  <a:lnTo>
                    <a:pt x="551950" y="538883"/>
                  </a:lnTo>
                  <a:lnTo>
                    <a:pt x="563859" y="538883"/>
                  </a:lnTo>
                  <a:lnTo>
                    <a:pt x="563824" y="280347"/>
                  </a:lnTo>
                  <a:lnTo>
                    <a:pt x="560110" y="233881"/>
                  </a:lnTo>
                  <a:lnTo>
                    <a:pt x="549507" y="190189"/>
                  </a:lnTo>
                  <a:lnTo>
                    <a:pt x="532523" y="149768"/>
                  </a:lnTo>
                  <a:lnTo>
                    <a:pt x="509664" y="113114"/>
                  </a:lnTo>
                  <a:lnTo>
                    <a:pt x="481437" y="80723"/>
                  </a:lnTo>
                  <a:lnTo>
                    <a:pt x="448349" y="53091"/>
                  </a:lnTo>
                  <a:lnTo>
                    <a:pt x="410907" y="30715"/>
                  </a:lnTo>
                  <a:lnTo>
                    <a:pt x="369618" y="14091"/>
                  </a:lnTo>
                  <a:lnTo>
                    <a:pt x="334184" y="5852"/>
                  </a:lnTo>
                  <a:close/>
                </a:path>
              </a:pathLst>
            </a:custGeom>
            <a:solidFill>
              <a:srgbClr val="79C44F"/>
            </a:solidFill>
          </p:spPr>
          <p:txBody>
            <a:bodyPr wrap="square" lIns="0" tIns="0" rIns="0" bIns="0" rtlCol="0"/>
            <a:lstStyle/>
            <a:p>
              <a:endParaRPr/>
            </a:p>
          </p:txBody>
        </p:sp>
        <p:sp>
          <p:nvSpPr>
            <p:cNvPr id="39" name="object 39"/>
            <p:cNvSpPr/>
            <p:nvPr/>
          </p:nvSpPr>
          <p:spPr>
            <a:xfrm>
              <a:off x="17773883" y="1049179"/>
              <a:ext cx="568960" cy="556260"/>
            </a:xfrm>
            <a:custGeom>
              <a:avLst/>
              <a:gdLst/>
              <a:ahLst/>
              <a:cxnLst/>
              <a:rect l="l" t="t" r="r" b="b"/>
              <a:pathLst>
                <a:path w="568959" h="556260">
                  <a:moveTo>
                    <a:pt x="0" y="0"/>
                  </a:moveTo>
                  <a:lnTo>
                    <a:pt x="568443" y="555815"/>
                  </a:lnTo>
                </a:path>
              </a:pathLst>
            </a:custGeom>
            <a:solidFill>
              <a:srgbClr val="0E9C4E"/>
            </a:solidFill>
          </p:spPr>
          <p:txBody>
            <a:bodyPr wrap="square" lIns="0" tIns="0" rIns="0" bIns="0" rtlCol="0"/>
            <a:lstStyle/>
            <a:p>
              <a:endParaRPr/>
            </a:p>
          </p:txBody>
        </p:sp>
        <p:sp>
          <p:nvSpPr>
            <p:cNvPr id="40" name="object 40"/>
            <p:cNvSpPr/>
            <p:nvPr/>
          </p:nvSpPr>
          <p:spPr>
            <a:xfrm>
              <a:off x="17773883" y="1049179"/>
              <a:ext cx="568960" cy="556260"/>
            </a:xfrm>
            <a:custGeom>
              <a:avLst/>
              <a:gdLst/>
              <a:ahLst/>
              <a:cxnLst/>
              <a:rect l="l" t="t" r="r" b="b"/>
              <a:pathLst>
                <a:path w="568959" h="556260">
                  <a:moveTo>
                    <a:pt x="0" y="0"/>
                  </a:moveTo>
                  <a:lnTo>
                    <a:pt x="568443" y="555815"/>
                  </a:lnTo>
                </a:path>
              </a:pathLst>
            </a:custGeom>
            <a:ln w="31412">
              <a:solidFill>
                <a:srgbClr val="00705C"/>
              </a:solidFill>
            </a:ln>
          </p:spPr>
          <p:txBody>
            <a:bodyPr wrap="square" lIns="0" tIns="0" rIns="0" bIns="0" rtlCol="0"/>
            <a:lstStyle/>
            <a:p>
              <a:endParaRPr/>
            </a:p>
          </p:txBody>
        </p:sp>
        <p:sp>
          <p:nvSpPr>
            <p:cNvPr id="41" name="object 41"/>
            <p:cNvSpPr/>
            <p:nvPr/>
          </p:nvSpPr>
          <p:spPr>
            <a:xfrm>
              <a:off x="17872392" y="1140323"/>
              <a:ext cx="312420" cy="312420"/>
            </a:xfrm>
            <a:custGeom>
              <a:avLst/>
              <a:gdLst/>
              <a:ahLst/>
              <a:cxnLst/>
              <a:rect l="l" t="t" r="r" b="b"/>
              <a:pathLst>
                <a:path w="312419" h="312419">
                  <a:moveTo>
                    <a:pt x="136582" y="312021"/>
                  </a:moveTo>
                  <a:lnTo>
                    <a:pt x="306063" y="312021"/>
                  </a:lnTo>
                </a:path>
                <a:path w="312419" h="312419">
                  <a:moveTo>
                    <a:pt x="172099" y="0"/>
                  </a:moveTo>
                  <a:lnTo>
                    <a:pt x="172099" y="165869"/>
                  </a:lnTo>
                </a:path>
                <a:path w="312419" h="312419">
                  <a:moveTo>
                    <a:pt x="312147" y="137053"/>
                  </a:moveTo>
                  <a:lnTo>
                    <a:pt x="312147" y="302922"/>
                  </a:lnTo>
                </a:path>
                <a:path w="312419" h="312419">
                  <a:moveTo>
                    <a:pt x="0" y="178361"/>
                  </a:moveTo>
                  <a:lnTo>
                    <a:pt x="169481" y="178361"/>
                  </a:lnTo>
                </a:path>
              </a:pathLst>
            </a:custGeom>
            <a:ln w="31412">
              <a:solidFill>
                <a:srgbClr val="00705C"/>
              </a:solidFill>
            </a:ln>
          </p:spPr>
          <p:txBody>
            <a:bodyPr wrap="square" lIns="0" tIns="0" rIns="0" bIns="0" rtlCol="0"/>
            <a:lstStyle/>
            <a:p>
              <a:endParaRPr/>
            </a:p>
          </p:txBody>
        </p:sp>
        <p:sp>
          <p:nvSpPr>
            <p:cNvPr id="42" name="object 42"/>
            <p:cNvSpPr/>
            <p:nvPr/>
          </p:nvSpPr>
          <p:spPr>
            <a:xfrm>
              <a:off x="18199699" y="1751090"/>
              <a:ext cx="563245" cy="552450"/>
            </a:xfrm>
            <a:custGeom>
              <a:avLst/>
              <a:gdLst/>
              <a:ahLst/>
              <a:cxnLst/>
              <a:rect l="l" t="t" r="r" b="b"/>
              <a:pathLst>
                <a:path w="563244" h="552450">
                  <a:moveTo>
                    <a:pt x="389531" y="0"/>
                  </a:moveTo>
                  <a:lnTo>
                    <a:pt x="286326" y="83"/>
                  </a:lnTo>
                  <a:lnTo>
                    <a:pt x="238865" y="3717"/>
                  </a:lnTo>
                  <a:lnTo>
                    <a:pt x="194238" y="14095"/>
                  </a:lnTo>
                  <a:lnTo>
                    <a:pt x="152950" y="30720"/>
                  </a:lnTo>
                  <a:lnTo>
                    <a:pt x="115509" y="53096"/>
                  </a:lnTo>
                  <a:lnTo>
                    <a:pt x="82422" y="80727"/>
                  </a:lnTo>
                  <a:lnTo>
                    <a:pt x="54196" y="113117"/>
                  </a:lnTo>
                  <a:lnTo>
                    <a:pt x="31313" y="149827"/>
                  </a:lnTo>
                  <a:lnTo>
                    <a:pt x="14352" y="190190"/>
                  </a:lnTo>
                  <a:lnTo>
                    <a:pt x="3747" y="233881"/>
                  </a:lnTo>
                  <a:lnTo>
                    <a:pt x="31" y="280347"/>
                  </a:lnTo>
                  <a:lnTo>
                    <a:pt x="0" y="550726"/>
                  </a:lnTo>
                  <a:lnTo>
                    <a:pt x="210367" y="552424"/>
                  </a:lnTo>
                  <a:lnTo>
                    <a:pt x="262293" y="551649"/>
                  </a:lnTo>
                  <a:lnTo>
                    <a:pt x="314063" y="549564"/>
                  </a:lnTo>
                  <a:lnTo>
                    <a:pt x="362240" y="541898"/>
                  </a:lnTo>
                  <a:lnTo>
                    <a:pt x="11905" y="538883"/>
                  </a:lnTo>
                  <a:lnTo>
                    <a:pt x="556182" y="5852"/>
                  </a:lnTo>
                  <a:lnTo>
                    <a:pt x="562904" y="5852"/>
                  </a:lnTo>
                  <a:lnTo>
                    <a:pt x="562883" y="52"/>
                  </a:lnTo>
                  <a:lnTo>
                    <a:pt x="389531" y="0"/>
                  </a:lnTo>
                  <a:close/>
                </a:path>
              </a:pathLst>
            </a:custGeom>
            <a:solidFill>
              <a:srgbClr val="79C44F"/>
            </a:solidFill>
          </p:spPr>
          <p:txBody>
            <a:bodyPr wrap="square" lIns="0" tIns="0" rIns="0" bIns="0" rtlCol="0"/>
            <a:lstStyle/>
            <a:p>
              <a:endParaRPr/>
            </a:p>
          </p:txBody>
        </p:sp>
        <p:sp>
          <p:nvSpPr>
            <p:cNvPr id="43" name="object 43"/>
            <p:cNvSpPr/>
            <p:nvPr/>
          </p:nvSpPr>
          <p:spPr>
            <a:xfrm>
              <a:off x="18192720" y="1752263"/>
              <a:ext cx="568960" cy="556260"/>
            </a:xfrm>
            <a:custGeom>
              <a:avLst/>
              <a:gdLst/>
              <a:ahLst/>
              <a:cxnLst/>
              <a:rect l="l" t="t" r="r" b="b"/>
              <a:pathLst>
                <a:path w="568959" h="556260">
                  <a:moveTo>
                    <a:pt x="568443" y="0"/>
                  </a:moveTo>
                  <a:lnTo>
                    <a:pt x="0" y="555815"/>
                  </a:lnTo>
                </a:path>
              </a:pathLst>
            </a:custGeom>
            <a:solidFill>
              <a:srgbClr val="0E9C4E"/>
            </a:solidFill>
          </p:spPr>
          <p:txBody>
            <a:bodyPr wrap="square" lIns="0" tIns="0" rIns="0" bIns="0" rtlCol="0"/>
            <a:lstStyle/>
            <a:p>
              <a:endParaRPr/>
            </a:p>
          </p:txBody>
        </p:sp>
        <p:sp>
          <p:nvSpPr>
            <p:cNvPr id="44" name="object 44"/>
            <p:cNvSpPr/>
            <p:nvPr/>
          </p:nvSpPr>
          <p:spPr>
            <a:xfrm>
              <a:off x="18192720" y="1752263"/>
              <a:ext cx="568960" cy="556260"/>
            </a:xfrm>
            <a:custGeom>
              <a:avLst/>
              <a:gdLst/>
              <a:ahLst/>
              <a:cxnLst/>
              <a:rect l="l" t="t" r="r" b="b"/>
              <a:pathLst>
                <a:path w="568959" h="556260">
                  <a:moveTo>
                    <a:pt x="568443" y="0"/>
                  </a:moveTo>
                  <a:lnTo>
                    <a:pt x="0" y="555815"/>
                  </a:lnTo>
                </a:path>
              </a:pathLst>
            </a:custGeom>
            <a:ln w="31412">
              <a:solidFill>
                <a:srgbClr val="00705C"/>
              </a:solidFill>
            </a:ln>
          </p:spPr>
          <p:txBody>
            <a:bodyPr wrap="square" lIns="0" tIns="0" rIns="0" bIns="0" rtlCol="0"/>
            <a:lstStyle/>
            <a:p>
              <a:endParaRPr/>
            </a:p>
          </p:txBody>
        </p:sp>
        <p:sp>
          <p:nvSpPr>
            <p:cNvPr id="45" name="object 45"/>
            <p:cNvSpPr/>
            <p:nvPr/>
          </p:nvSpPr>
          <p:spPr>
            <a:xfrm>
              <a:off x="18350508" y="1843408"/>
              <a:ext cx="312420" cy="312420"/>
            </a:xfrm>
            <a:custGeom>
              <a:avLst/>
              <a:gdLst/>
              <a:ahLst/>
              <a:cxnLst/>
              <a:rect l="l" t="t" r="r" b="b"/>
              <a:pathLst>
                <a:path w="312419" h="312419">
                  <a:moveTo>
                    <a:pt x="175565" y="312021"/>
                  </a:moveTo>
                  <a:lnTo>
                    <a:pt x="6083" y="312021"/>
                  </a:lnTo>
                </a:path>
                <a:path w="312419" h="312419">
                  <a:moveTo>
                    <a:pt x="140048" y="0"/>
                  </a:moveTo>
                  <a:lnTo>
                    <a:pt x="140048" y="165869"/>
                  </a:lnTo>
                </a:path>
                <a:path w="312419" h="312419">
                  <a:moveTo>
                    <a:pt x="0" y="137063"/>
                  </a:moveTo>
                  <a:lnTo>
                    <a:pt x="0" y="302922"/>
                  </a:lnTo>
                </a:path>
                <a:path w="312419" h="312419">
                  <a:moveTo>
                    <a:pt x="312147" y="178371"/>
                  </a:moveTo>
                  <a:lnTo>
                    <a:pt x="142665" y="178371"/>
                  </a:lnTo>
                </a:path>
              </a:pathLst>
            </a:custGeom>
            <a:ln w="31412">
              <a:solidFill>
                <a:srgbClr val="00705C"/>
              </a:solidFill>
            </a:ln>
          </p:spPr>
          <p:txBody>
            <a:bodyPr wrap="square" lIns="0" tIns="0" rIns="0" bIns="0" rtlCol="0"/>
            <a:lstStyle/>
            <a:p>
              <a:endParaRPr/>
            </a:p>
          </p:txBody>
        </p:sp>
        <p:sp>
          <p:nvSpPr>
            <p:cNvPr id="46" name="object 46"/>
            <p:cNvSpPr/>
            <p:nvPr/>
          </p:nvSpPr>
          <p:spPr>
            <a:xfrm>
              <a:off x="19135186" y="280773"/>
              <a:ext cx="0" cy="1743075"/>
            </a:xfrm>
            <a:custGeom>
              <a:avLst/>
              <a:gdLst/>
              <a:ahLst/>
              <a:cxnLst/>
              <a:rect l="l" t="t" r="r" b="b"/>
              <a:pathLst>
                <a:path h="1743075">
                  <a:moveTo>
                    <a:pt x="0" y="0"/>
                  </a:moveTo>
                  <a:lnTo>
                    <a:pt x="0" y="1742669"/>
                  </a:lnTo>
                </a:path>
              </a:pathLst>
            </a:custGeom>
            <a:ln w="83767">
              <a:solidFill>
                <a:srgbClr val="79C44F"/>
              </a:solidFill>
            </a:ln>
          </p:spPr>
          <p:txBody>
            <a:bodyPr wrap="square" lIns="0" tIns="0" rIns="0" bIns="0" rtlCol="0"/>
            <a:lstStyle/>
            <a:p>
              <a:endParaRPr/>
            </a:p>
          </p:txBody>
        </p:sp>
        <p:sp>
          <p:nvSpPr>
            <p:cNvPr id="47" name="object 47"/>
            <p:cNvSpPr/>
            <p:nvPr/>
          </p:nvSpPr>
          <p:spPr>
            <a:xfrm>
              <a:off x="18965401" y="314435"/>
              <a:ext cx="201295" cy="0"/>
            </a:xfrm>
            <a:custGeom>
              <a:avLst/>
              <a:gdLst/>
              <a:ahLst/>
              <a:cxnLst/>
              <a:rect l="l" t="t" r="r" b="b"/>
              <a:pathLst>
                <a:path w="201294">
                  <a:moveTo>
                    <a:pt x="0" y="0"/>
                  </a:moveTo>
                  <a:lnTo>
                    <a:pt x="201198" y="0"/>
                  </a:lnTo>
                </a:path>
              </a:pathLst>
            </a:custGeom>
            <a:ln w="83767">
              <a:solidFill>
                <a:srgbClr val="79C44F"/>
              </a:solidFill>
            </a:ln>
          </p:spPr>
          <p:txBody>
            <a:bodyPr wrap="square" lIns="0" tIns="0" rIns="0" bIns="0" rtlCol="0"/>
            <a:lstStyle/>
            <a:p>
              <a:endParaRPr/>
            </a:p>
          </p:txBody>
        </p:sp>
        <p:sp>
          <p:nvSpPr>
            <p:cNvPr id="48" name="object 48"/>
            <p:cNvSpPr/>
            <p:nvPr/>
          </p:nvSpPr>
          <p:spPr>
            <a:xfrm>
              <a:off x="19135186" y="1991944"/>
              <a:ext cx="508000" cy="254000"/>
            </a:xfrm>
            <a:custGeom>
              <a:avLst/>
              <a:gdLst/>
              <a:ahLst/>
              <a:cxnLst/>
              <a:rect l="l" t="t" r="r" b="b"/>
              <a:pathLst>
                <a:path w="508000" h="254000">
                  <a:moveTo>
                    <a:pt x="0" y="0"/>
                  </a:moveTo>
                  <a:lnTo>
                    <a:pt x="4090" y="45635"/>
                  </a:lnTo>
                  <a:lnTo>
                    <a:pt x="15882" y="88587"/>
                  </a:lnTo>
                  <a:lnTo>
                    <a:pt x="34660" y="128138"/>
                  </a:lnTo>
                  <a:lnTo>
                    <a:pt x="59707" y="163571"/>
                  </a:lnTo>
                  <a:lnTo>
                    <a:pt x="90306" y="194169"/>
                  </a:lnTo>
                  <a:lnTo>
                    <a:pt x="125739" y="219216"/>
                  </a:lnTo>
                  <a:lnTo>
                    <a:pt x="165289" y="237994"/>
                  </a:lnTo>
                  <a:lnTo>
                    <a:pt x="208241" y="249786"/>
                  </a:lnTo>
                  <a:lnTo>
                    <a:pt x="253877" y="253877"/>
                  </a:lnTo>
                  <a:lnTo>
                    <a:pt x="299509" y="249786"/>
                  </a:lnTo>
                  <a:lnTo>
                    <a:pt x="342460" y="237994"/>
                  </a:lnTo>
                  <a:lnTo>
                    <a:pt x="382010" y="219216"/>
                  </a:lnTo>
                  <a:lnTo>
                    <a:pt x="417443" y="194169"/>
                  </a:lnTo>
                  <a:lnTo>
                    <a:pt x="448043" y="163571"/>
                  </a:lnTo>
                  <a:lnTo>
                    <a:pt x="473090" y="128138"/>
                  </a:lnTo>
                  <a:lnTo>
                    <a:pt x="491870" y="88587"/>
                  </a:lnTo>
                  <a:lnTo>
                    <a:pt x="503663" y="45635"/>
                  </a:lnTo>
                  <a:lnTo>
                    <a:pt x="507754" y="0"/>
                  </a:lnTo>
                </a:path>
              </a:pathLst>
            </a:custGeom>
            <a:ln w="83767">
              <a:solidFill>
                <a:srgbClr val="79C44F"/>
              </a:solidFill>
            </a:ln>
          </p:spPr>
          <p:txBody>
            <a:bodyPr wrap="square" lIns="0" tIns="0" rIns="0" bIns="0" rtlCol="0"/>
            <a:lstStyle/>
            <a:p>
              <a:endParaRPr/>
            </a:p>
          </p:txBody>
        </p:sp>
        <p:sp>
          <p:nvSpPr>
            <p:cNvPr id="49" name="object 49"/>
            <p:cNvSpPr/>
            <p:nvPr/>
          </p:nvSpPr>
          <p:spPr>
            <a:xfrm>
              <a:off x="19522520" y="1788913"/>
              <a:ext cx="241300" cy="241300"/>
            </a:xfrm>
            <a:custGeom>
              <a:avLst/>
              <a:gdLst/>
              <a:ahLst/>
              <a:cxnLst/>
              <a:rect l="l" t="t" r="r" b="b"/>
              <a:pathLst>
                <a:path w="241300" h="241300">
                  <a:moveTo>
                    <a:pt x="120415" y="0"/>
                  </a:moveTo>
                  <a:lnTo>
                    <a:pt x="73545" y="9463"/>
                  </a:lnTo>
                  <a:lnTo>
                    <a:pt x="35269" y="35269"/>
                  </a:lnTo>
                  <a:lnTo>
                    <a:pt x="9463" y="73545"/>
                  </a:lnTo>
                  <a:lnTo>
                    <a:pt x="0" y="120415"/>
                  </a:lnTo>
                  <a:lnTo>
                    <a:pt x="9463" y="167284"/>
                  </a:lnTo>
                  <a:lnTo>
                    <a:pt x="35269" y="205560"/>
                  </a:lnTo>
                  <a:lnTo>
                    <a:pt x="73545" y="231367"/>
                  </a:lnTo>
                  <a:lnTo>
                    <a:pt x="120415" y="240830"/>
                  </a:lnTo>
                  <a:lnTo>
                    <a:pt x="167284" y="231367"/>
                  </a:lnTo>
                  <a:lnTo>
                    <a:pt x="205560" y="205560"/>
                  </a:lnTo>
                  <a:lnTo>
                    <a:pt x="231367" y="167284"/>
                  </a:lnTo>
                  <a:lnTo>
                    <a:pt x="240830" y="120415"/>
                  </a:lnTo>
                  <a:lnTo>
                    <a:pt x="231367" y="73545"/>
                  </a:lnTo>
                  <a:lnTo>
                    <a:pt x="205560" y="35269"/>
                  </a:lnTo>
                  <a:lnTo>
                    <a:pt x="167284" y="9463"/>
                  </a:lnTo>
                  <a:lnTo>
                    <a:pt x="120415" y="0"/>
                  </a:lnTo>
                  <a:close/>
                </a:path>
              </a:pathLst>
            </a:custGeom>
            <a:solidFill>
              <a:srgbClr val="00705C"/>
            </a:solidFill>
          </p:spPr>
          <p:txBody>
            <a:bodyPr wrap="square" lIns="0" tIns="0" rIns="0" bIns="0" rtlCol="0"/>
            <a:lstStyle/>
            <a:p>
              <a:endParaRPr/>
            </a:p>
          </p:txBody>
        </p:sp>
        <p:sp>
          <p:nvSpPr>
            <p:cNvPr id="50" name="object 50"/>
            <p:cNvSpPr/>
            <p:nvPr/>
          </p:nvSpPr>
          <p:spPr>
            <a:xfrm>
              <a:off x="19642936" y="1898732"/>
              <a:ext cx="0" cy="123825"/>
            </a:xfrm>
            <a:custGeom>
              <a:avLst/>
              <a:gdLst/>
              <a:ahLst/>
              <a:cxnLst/>
              <a:rect l="l" t="t" r="r" b="b"/>
              <a:pathLst>
                <a:path h="123825">
                  <a:moveTo>
                    <a:pt x="0" y="0"/>
                  </a:moveTo>
                  <a:lnTo>
                    <a:pt x="0" y="123556"/>
                  </a:lnTo>
                </a:path>
              </a:pathLst>
            </a:custGeom>
            <a:ln w="83767">
              <a:solidFill>
                <a:srgbClr val="79C44F"/>
              </a:solidFill>
            </a:ln>
          </p:spPr>
          <p:txBody>
            <a:bodyPr wrap="square" lIns="0" tIns="0" rIns="0" bIns="0" rtlCol="0"/>
            <a:lstStyle/>
            <a:p>
              <a:endParaRPr/>
            </a:p>
          </p:txBody>
        </p:sp>
        <p:sp>
          <p:nvSpPr>
            <p:cNvPr id="51" name="object 51"/>
            <p:cNvSpPr/>
            <p:nvPr/>
          </p:nvSpPr>
          <p:spPr>
            <a:xfrm>
              <a:off x="19344515" y="266785"/>
              <a:ext cx="429895" cy="450850"/>
            </a:xfrm>
            <a:custGeom>
              <a:avLst/>
              <a:gdLst/>
              <a:ahLst/>
              <a:cxnLst/>
              <a:rect l="l" t="t" r="r" b="b"/>
              <a:pathLst>
                <a:path w="429894" h="450850">
                  <a:moveTo>
                    <a:pt x="303655" y="0"/>
                  </a:moveTo>
                  <a:lnTo>
                    <a:pt x="125650" y="0"/>
                  </a:lnTo>
                  <a:lnTo>
                    <a:pt x="76743" y="9874"/>
                  </a:lnTo>
                  <a:lnTo>
                    <a:pt x="36803" y="36803"/>
                  </a:lnTo>
                  <a:lnTo>
                    <a:pt x="9874" y="76743"/>
                  </a:lnTo>
                  <a:lnTo>
                    <a:pt x="0" y="125650"/>
                  </a:lnTo>
                  <a:lnTo>
                    <a:pt x="0" y="324597"/>
                  </a:lnTo>
                  <a:lnTo>
                    <a:pt x="9874" y="373504"/>
                  </a:lnTo>
                  <a:lnTo>
                    <a:pt x="36803" y="413444"/>
                  </a:lnTo>
                  <a:lnTo>
                    <a:pt x="76743" y="440373"/>
                  </a:lnTo>
                  <a:lnTo>
                    <a:pt x="125650" y="450248"/>
                  </a:lnTo>
                  <a:lnTo>
                    <a:pt x="303655" y="450248"/>
                  </a:lnTo>
                  <a:lnTo>
                    <a:pt x="352562" y="440373"/>
                  </a:lnTo>
                  <a:lnTo>
                    <a:pt x="392502" y="413444"/>
                  </a:lnTo>
                  <a:lnTo>
                    <a:pt x="419431" y="373504"/>
                  </a:lnTo>
                  <a:lnTo>
                    <a:pt x="429306" y="324597"/>
                  </a:lnTo>
                  <a:lnTo>
                    <a:pt x="429306" y="125650"/>
                  </a:lnTo>
                  <a:lnTo>
                    <a:pt x="419431" y="76743"/>
                  </a:lnTo>
                  <a:lnTo>
                    <a:pt x="392502" y="36803"/>
                  </a:lnTo>
                  <a:lnTo>
                    <a:pt x="352562" y="9874"/>
                  </a:lnTo>
                  <a:lnTo>
                    <a:pt x="303655" y="0"/>
                  </a:lnTo>
                  <a:close/>
                </a:path>
              </a:pathLst>
            </a:custGeom>
            <a:solidFill>
              <a:srgbClr val="FFFFFF"/>
            </a:solidFill>
          </p:spPr>
          <p:txBody>
            <a:bodyPr wrap="square" lIns="0" tIns="0" rIns="0" bIns="0" rtlCol="0"/>
            <a:lstStyle/>
            <a:p>
              <a:endParaRPr/>
            </a:p>
          </p:txBody>
        </p:sp>
      </p:grpSp>
      <p:grpSp>
        <p:nvGrpSpPr>
          <p:cNvPr id="52" name="object 52"/>
          <p:cNvGrpSpPr/>
          <p:nvPr/>
        </p:nvGrpSpPr>
        <p:grpSpPr>
          <a:xfrm>
            <a:off x="816729" y="3382095"/>
            <a:ext cx="1885314" cy="1885314"/>
            <a:chOff x="816729" y="3382095"/>
            <a:chExt cx="1885314" cy="1885314"/>
          </a:xfrm>
        </p:grpSpPr>
        <p:sp>
          <p:nvSpPr>
            <p:cNvPr id="53" name="object 53"/>
            <p:cNvSpPr/>
            <p:nvPr/>
          </p:nvSpPr>
          <p:spPr>
            <a:xfrm>
              <a:off x="816729" y="3382095"/>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54" name="object 54"/>
            <p:cNvSpPr/>
            <p:nvPr/>
          </p:nvSpPr>
          <p:spPr>
            <a:xfrm>
              <a:off x="1289048" y="3889192"/>
              <a:ext cx="943610" cy="1110615"/>
            </a:xfrm>
            <a:custGeom>
              <a:avLst/>
              <a:gdLst/>
              <a:ahLst/>
              <a:cxnLst/>
              <a:rect l="l" t="t" r="r" b="b"/>
              <a:pathLst>
                <a:path w="943610" h="1110614">
                  <a:moveTo>
                    <a:pt x="336513" y="0"/>
                  </a:moveTo>
                  <a:lnTo>
                    <a:pt x="92698" y="125"/>
                  </a:lnTo>
                  <a:lnTo>
                    <a:pt x="27148" y="27306"/>
                  </a:lnTo>
                  <a:lnTo>
                    <a:pt x="0" y="92866"/>
                  </a:lnTo>
                  <a:lnTo>
                    <a:pt x="0" y="979153"/>
                  </a:lnTo>
                  <a:lnTo>
                    <a:pt x="10299" y="1030171"/>
                  </a:lnTo>
                  <a:lnTo>
                    <a:pt x="38388" y="1071835"/>
                  </a:lnTo>
                  <a:lnTo>
                    <a:pt x="80052" y="1099926"/>
                  </a:lnTo>
                  <a:lnTo>
                    <a:pt x="131074" y="1110227"/>
                  </a:lnTo>
                  <a:lnTo>
                    <a:pt x="943374" y="1110227"/>
                  </a:lnTo>
                  <a:lnTo>
                    <a:pt x="943374" y="172643"/>
                  </a:lnTo>
                  <a:lnTo>
                    <a:pt x="336513" y="0"/>
                  </a:lnTo>
                  <a:close/>
                </a:path>
              </a:pathLst>
            </a:custGeom>
            <a:solidFill>
              <a:srgbClr val="FFD13B"/>
            </a:solidFill>
          </p:spPr>
          <p:txBody>
            <a:bodyPr wrap="square" lIns="0" tIns="0" rIns="0" bIns="0" rtlCol="0"/>
            <a:lstStyle/>
            <a:p>
              <a:endParaRPr/>
            </a:p>
          </p:txBody>
        </p:sp>
        <p:sp>
          <p:nvSpPr>
            <p:cNvPr id="55" name="object 55"/>
            <p:cNvSpPr/>
            <p:nvPr/>
          </p:nvSpPr>
          <p:spPr>
            <a:xfrm>
              <a:off x="1281736" y="3670992"/>
              <a:ext cx="405765" cy="206375"/>
            </a:xfrm>
            <a:custGeom>
              <a:avLst/>
              <a:gdLst/>
              <a:ahLst/>
              <a:cxnLst/>
              <a:rect l="l" t="t" r="r" b="b"/>
              <a:pathLst>
                <a:path w="405764" h="206375">
                  <a:moveTo>
                    <a:pt x="357695" y="0"/>
                  </a:moveTo>
                  <a:lnTo>
                    <a:pt x="47506" y="0"/>
                  </a:lnTo>
                  <a:lnTo>
                    <a:pt x="29017" y="3350"/>
                  </a:lnTo>
                  <a:lnTo>
                    <a:pt x="13917" y="12486"/>
                  </a:lnTo>
                  <a:lnTo>
                    <a:pt x="3734" y="26036"/>
                  </a:lnTo>
                  <a:lnTo>
                    <a:pt x="0" y="42626"/>
                  </a:lnTo>
                  <a:lnTo>
                    <a:pt x="0" y="163743"/>
                  </a:lnTo>
                  <a:lnTo>
                    <a:pt x="3734" y="180332"/>
                  </a:lnTo>
                  <a:lnTo>
                    <a:pt x="13917" y="193878"/>
                  </a:lnTo>
                  <a:lnTo>
                    <a:pt x="29017" y="203011"/>
                  </a:lnTo>
                  <a:lnTo>
                    <a:pt x="47506" y="206360"/>
                  </a:lnTo>
                  <a:lnTo>
                    <a:pt x="357695" y="206360"/>
                  </a:lnTo>
                  <a:lnTo>
                    <a:pt x="376184" y="203011"/>
                  </a:lnTo>
                  <a:lnTo>
                    <a:pt x="391285" y="193878"/>
                  </a:lnTo>
                  <a:lnTo>
                    <a:pt x="401467" y="180332"/>
                  </a:lnTo>
                  <a:lnTo>
                    <a:pt x="405202" y="163743"/>
                  </a:lnTo>
                  <a:lnTo>
                    <a:pt x="405202" y="42626"/>
                  </a:lnTo>
                  <a:lnTo>
                    <a:pt x="401467" y="26036"/>
                  </a:lnTo>
                  <a:lnTo>
                    <a:pt x="391285" y="12486"/>
                  </a:lnTo>
                  <a:lnTo>
                    <a:pt x="376184" y="3350"/>
                  </a:lnTo>
                  <a:lnTo>
                    <a:pt x="357695" y="0"/>
                  </a:lnTo>
                  <a:close/>
                </a:path>
              </a:pathLst>
            </a:custGeom>
            <a:solidFill>
              <a:srgbClr val="79C44F"/>
            </a:solidFill>
          </p:spPr>
          <p:txBody>
            <a:bodyPr wrap="square" lIns="0" tIns="0" rIns="0" bIns="0" rtlCol="0"/>
            <a:lstStyle/>
            <a:p>
              <a:endParaRPr/>
            </a:p>
          </p:txBody>
        </p:sp>
        <p:sp>
          <p:nvSpPr>
            <p:cNvPr id="56" name="object 56"/>
            <p:cNvSpPr/>
            <p:nvPr/>
          </p:nvSpPr>
          <p:spPr>
            <a:xfrm>
              <a:off x="1699802" y="3765588"/>
              <a:ext cx="502284" cy="502284"/>
            </a:xfrm>
            <a:custGeom>
              <a:avLst/>
              <a:gdLst/>
              <a:ahLst/>
              <a:cxnLst/>
              <a:rect l="l" t="t" r="r" b="b"/>
              <a:pathLst>
                <a:path w="502285" h="502285">
                  <a:moveTo>
                    <a:pt x="494766" y="311305"/>
                  </a:moveTo>
                  <a:lnTo>
                    <a:pt x="479968" y="354174"/>
                  </a:lnTo>
                  <a:lnTo>
                    <a:pt x="458410" y="392632"/>
                  </a:lnTo>
                  <a:lnTo>
                    <a:pt x="430950" y="426159"/>
                  </a:lnTo>
                  <a:lnTo>
                    <a:pt x="398448" y="454238"/>
                  </a:lnTo>
                  <a:lnTo>
                    <a:pt x="361765" y="476350"/>
                  </a:lnTo>
                  <a:lnTo>
                    <a:pt x="321758" y="491977"/>
                  </a:lnTo>
                  <a:lnTo>
                    <a:pt x="279288" y="500601"/>
                  </a:lnTo>
                  <a:lnTo>
                    <a:pt x="235215" y="501703"/>
                  </a:lnTo>
                  <a:lnTo>
                    <a:pt x="190398" y="494765"/>
                  </a:lnTo>
                  <a:lnTo>
                    <a:pt x="147526" y="479971"/>
                  </a:lnTo>
                  <a:lnTo>
                    <a:pt x="109067" y="458414"/>
                  </a:lnTo>
                  <a:lnTo>
                    <a:pt x="75539" y="430954"/>
                  </a:lnTo>
                  <a:lnTo>
                    <a:pt x="47461" y="398452"/>
                  </a:lnTo>
                  <a:lnTo>
                    <a:pt x="25349" y="361768"/>
                  </a:lnTo>
                  <a:lnTo>
                    <a:pt x="9723" y="321760"/>
                  </a:lnTo>
                  <a:lnTo>
                    <a:pt x="1101" y="279289"/>
                  </a:lnTo>
                  <a:lnTo>
                    <a:pt x="0" y="235215"/>
                  </a:lnTo>
                  <a:lnTo>
                    <a:pt x="6938" y="190398"/>
                  </a:lnTo>
                  <a:lnTo>
                    <a:pt x="21732" y="147528"/>
                  </a:lnTo>
                  <a:lnTo>
                    <a:pt x="43288" y="109071"/>
                  </a:lnTo>
                  <a:lnTo>
                    <a:pt x="70746" y="75543"/>
                  </a:lnTo>
                  <a:lnTo>
                    <a:pt x="103247" y="47464"/>
                  </a:lnTo>
                  <a:lnTo>
                    <a:pt x="139931" y="25352"/>
                  </a:lnTo>
                  <a:lnTo>
                    <a:pt x="179938" y="9725"/>
                  </a:lnTo>
                  <a:lnTo>
                    <a:pt x="222410" y="1102"/>
                  </a:lnTo>
                  <a:lnTo>
                    <a:pt x="266485" y="0"/>
                  </a:lnTo>
                  <a:lnTo>
                    <a:pt x="311305" y="6937"/>
                  </a:lnTo>
                  <a:lnTo>
                    <a:pt x="354175" y="21732"/>
                  </a:lnTo>
                  <a:lnTo>
                    <a:pt x="392632" y="43289"/>
                  </a:lnTo>
                  <a:lnTo>
                    <a:pt x="426160" y="70748"/>
                  </a:lnTo>
                  <a:lnTo>
                    <a:pt x="454239" y="103250"/>
                  </a:lnTo>
                  <a:lnTo>
                    <a:pt x="476351" y="139935"/>
                  </a:lnTo>
                  <a:lnTo>
                    <a:pt x="491978" y="179943"/>
                  </a:lnTo>
                  <a:lnTo>
                    <a:pt x="500601" y="222413"/>
                  </a:lnTo>
                  <a:lnTo>
                    <a:pt x="501704" y="266488"/>
                  </a:lnTo>
                  <a:lnTo>
                    <a:pt x="494766" y="311305"/>
                  </a:lnTo>
                </a:path>
              </a:pathLst>
            </a:custGeom>
            <a:ln w="68940">
              <a:solidFill>
                <a:srgbClr val="FFD13B"/>
              </a:solidFill>
            </a:ln>
          </p:spPr>
          <p:txBody>
            <a:bodyPr wrap="square" lIns="0" tIns="0" rIns="0" bIns="0" rtlCol="0"/>
            <a:lstStyle/>
            <a:p>
              <a:endParaRPr/>
            </a:p>
          </p:txBody>
        </p:sp>
        <p:sp>
          <p:nvSpPr>
            <p:cNvPr id="57" name="object 57"/>
            <p:cNvSpPr/>
            <p:nvPr/>
          </p:nvSpPr>
          <p:spPr>
            <a:xfrm>
              <a:off x="1431841" y="4145884"/>
              <a:ext cx="635635" cy="690245"/>
            </a:xfrm>
            <a:custGeom>
              <a:avLst/>
              <a:gdLst/>
              <a:ahLst/>
              <a:cxnLst/>
              <a:rect l="l" t="t" r="r" b="b"/>
              <a:pathLst>
                <a:path w="635635" h="690245">
                  <a:moveTo>
                    <a:pt x="635331" y="0"/>
                  </a:moveTo>
                  <a:lnTo>
                    <a:pt x="0" y="0"/>
                  </a:lnTo>
                  <a:lnTo>
                    <a:pt x="0" y="689884"/>
                  </a:lnTo>
                  <a:lnTo>
                    <a:pt x="635331" y="689884"/>
                  </a:lnTo>
                  <a:lnTo>
                    <a:pt x="635331" y="0"/>
                  </a:lnTo>
                  <a:close/>
                </a:path>
              </a:pathLst>
            </a:custGeom>
            <a:solidFill>
              <a:srgbClr val="79C44F"/>
            </a:solidFill>
          </p:spPr>
          <p:txBody>
            <a:bodyPr wrap="square" lIns="0" tIns="0" rIns="0" bIns="0" rtlCol="0"/>
            <a:lstStyle/>
            <a:p>
              <a:endParaRPr/>
            </a:p>
          </p:txBody>
        </p:sp>
        <p:sp>
          <p:nvSpPr>
            <p:cNvPr id="58" name="object 58"/>
            <p:cNvSpPr/>
            <p:nvPr/>
          </p:nvSpPr>
          <p:spPr>
            <a:xfrm>
              <a:off x="1542529" y="4284268"/>
              <a:ext cx="419100" cy="419100"/>
            </a:xfrm>
            <a:custGeom>
              <a:avLst/>
              <a:gdLst/>
              <a:ahLst/>
              <a:cxnLst/>
              <a:rect l="l" t="t" r="r" b="b"/>
              <a:pathLst>
                <a:path w="419100" h="419100">
                  <a:moveTo>
                    <a:pt x="418757" y="60972"/>
                  </a:moveTo>
                  <a:lnTo>
                    <a:pt x="357771" y="0"/>
                  </a:lnTo>
                  <a:lnTo>
                    <a:pt x="209372" y="148399"/>
                  </a:lnTo>
                  <a:lnTo>
                    <a:pt x="60972" y="0"/>
                  </a:lnTo>
                  <a:lnTo>
                    <a:pt x="0" y="60972"/>
                  </a:lnTo>
                  <a:lnTo>
                    <a:pt x="148386" y="209384"/>
                  </a:lnTo>
                  <a:lnTo>
                    <a:pt x="0" y="357771"/>
                  </a:lnTo>
                  <a:lnTo>
                    <a:pt x="60972" y="418757"/>
                  </a:lnTo>
                  <a:lnTo>
                    <a:pt x="209372" y="270357"/>
                  </a:lnTo>
                  <a:lnTo>
                    <a:pt x="357771" y="418757"/>
                  </a:lnTo>
                  <a:lnTo>
                    <a:pt x="418757" y="357771"/>
                  </a:lnTo>
                  <a:lnTo>
                    <a:pt x="270344" y="209384"/>
                  </a:lnTo>
                  <a:lnTo>
                    <a:pt x="418757" y="60972"/>
                  </a:lnTo>
                  <a:close/>
                </a:path>
              </a:pathLst>
            </a:custGeom>
            <a:solidFill>
              <a:srgbClr val="FF831A"/>
            </a:solidFill>
          </p:spPr>
          <p:txBody>
            <a:bodyPr wrap="square" lIns="0" tIns="0" rIns="0" bIns="0" rtlCol="0"/>
            <a:lstStyle/>
            <a:p>
              <a:endParaRPr/>
            </a:p>
          </p:txBody>
        </p:sp>
      </p:grpSp>
      <p:sp>
        <p:nvSpPr>
          <p:cNvPr id="59" name="テキスト ボックス 58">
            <a:extLst>
              <a:ext uri="{FF2B5EF4-FFF2-40B4-BE49-F238E27FC236}">
                <a16:creationId xmlns:a16="http://schemas.microsoft.com/office/drawing/2014/main" id="{D38F8DEB-552D-421E-9DF6-A5E82C3BACAD}"/>
              </a:ext>
            </a:extLst>
          </p:cNvPr>
          <p:cNvSpPr txBox="1"/>
          <p:nvPr/>
        </p:nvSpPr>
        <p:spPr>
          <a:xfrm>
            <a:off x="374650" y="143326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16729" y="3382095"/>
            <a:ext cx="1885314" cy="1885314"/>
            <a:chOff x="816729" y="3382095"/>
            <a:chExt cx="1885314" cy="1885314"/>
          </a:xfrm>
        </p:grpSpPr>
        <p:sp>
          <p:nvSpPr>
            <p:cNvPr id="3" name="object 3"/>
            <p:cNvSpPr/>
            <p:nvPr/>
          </p:nvSpPr>
          <p:spPr>
            <a:xfrm>
              <a:off x="816729" y="3382095"/>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4" name="object 4"/>
            <p:cNvSpPr/>
            <p:nvPr/>
          </p:nvSpPr>
          <p:spPr>
            <a:xfrm>
              <a:off x="1289048" y="3889192"/>
              <a:ext cx="943610" cy="1110615"/>
            </a:xfrm>
            <a:custGeom>
              <a:avLst/>
              <a:gdLst/>
              <a:ahLst/>
              <a:cxnLst/>
              <a:rect l="l" t="t" r="r" b="b"/>
              <a:pathLst>
                <a:path w="943610" h="1110614">
                  <a:moveTo>
                    <a:pt x="336513" y="0"/>
                  </a:moveTo>
                  <a:lnTo>
                    <a:pt x="92698" y="125"/>
                  </a:lnTo>
                  <a:lnTo>
                    <a:pt x="27148" y="27306"/>
                  </a:lnTo>
                  <a:lnTo>
                    <a:pt x="0" y="92866"/>
                  </a:lnTo>
                  <a:lnTo>
                    <a:pt x="0" y="979153"/>
                  </a:lnTo>
                  <a:lnTo>
                    <a:pt x="10299" y="1030171"/>
                  </a:lnTo>
                  <a:lnTo>
                    <a:pt x="38388" y="1071835"/>
                  </a:lnTo>
                  <a:lnTo>
                    <a:pt x="80052" y="1099926"/>
                  </a:lnTo>
                  <a:lnTo>
                    <a:pt x="131074" y="1110227"/>
                  </a:lnTo>
                  <a:lnTo>
                    <a:pt x="943374" y="1110227"/>
                  </a:lnTo>
                  <a:lnTo>
                    <a:pt x="943374" y="172643"/>
                  </a:lnTo>
                  <a:lnTo>
                    <a:pt x="336513" y="0"/>
                  </a:lnTo>
                  <a:close/>
                </a:path>
              </a:pathLst>
            </a:custGeom>
            <a:solidFill>
              <a:srgbClr val="FFD13B"/>
            </a:solidFill>
          </p:spPr>
          <p:txBody>
            <a:bodyPr wrap="square" lIns="0" tIns="0" rIns="0" bIns="0" rtlCol="0"/>
            <a:lstStyle/>
            <a:p>
              <a:endParaRPr/>
            </a:p>
          </p:txBody>
        </p:sp>
        <p:sp>
          <p:nvSpPr>
            <p:cNvPr id="5" name="object 5"/>
            <p:cNvSpPr/>
            <p:nvPr/>
          </p:nvSpPr>
          <p:spPr>
            <a:xfrm>
              <a:off x="1281736" y="3670992"/>
              <a:ext cx="405765" cy="206375"/>
            </a:xfrm>
            <a:custGeom>
              <a:avLst/>
              <a:gdLst/>
              <a:ahLst/>
              <a:cxnLst/>
              <a:rect l="l" t="t" r="r" b="b"/>
              <a:pathLst>
                <a:path w="405764" h="206375">
                  <a:moveTo>
                    <a:pt x="357695" y="0"/>
                  </a:moveTo>
                  <a:lnTo>
                    <a:pt x="47506" y="0"/>
                  </a:lnTo>
                  <a:lnTo>
                    <a:pt x="29017" y="3350"/>
                  </a:lnTo>
                  <a:lnTo>
                    <a:pt x="13917" y="12486"/>
                  </a:lnTo>
                  <a:lnTo>
                    <a:pt x="3734" y="26036"/>
                  </a:lnTo>
                  <a:lnTo>
                    <a:pt x="0" y="42626"/>
                  </a:lnTo>
                  <a:lnTo>
                    <a:pt x="0" y="163743"/>
                  </a:lnTo>
                  <a:lnTo>
                    <a:pt x="3734" y="180332"/>
                  </a:lnTo>
                  <a:lnTo>
                    <a:pt x="13917" y="193878"/>
                  </a:lnTo>
                  <a:lnTo>
                    <a:pt x="29017" y="203011"/>
                  </a:lnTo>
                  <a:lnTo>
                    <a:pt x="47506" y="206360"/>
                  </a:lnTo>
                  <a:lnTo>
                    <a:pt x="357695" y="206360"/>
                  </a:lnTo>
                  <a:lnTo>
                    <a:pt x="376184" y="203011"/>
                  </a:lnTo>
                  <a:lnTo>
                    <a:pt x="391285" y="193878"/>
                  </a:lnTo>
                  <a:lnTo>
                    <a:pt x="401467" y="180332"/>
                  </a:lnTo>
                  <a:lnTo>
                    <a:pt x="405202" y="163743"/>
                  </a:lnTo>
                  <a:lnTo>
                    <a:pt x="405202" y="42626"/>
                  </a:lnTo>
                  <a:lnTo>
                    <a:pt x="401467" y="26036"/>
                  </a:lnTo>
                  <a:lnTo>
                    <a:pt x="391285" y="12486"/>
                  </a:lnTo>
                  <a:lnTo>
                    <a:pt x="376184" y="3350"/>
                  </a:lnTo>
                  <a:lnTo>
                    <a:pt x="357695" y="0"/>
                  </a:lnTo>
                  <a:close/>
                </a:path>
              </a:pathLst>
            </a:custGeom>
            <a:solidFill>
              <a:srgbClr val="79C44F"/>
            </a:solidFill>
          </p:spPr>
          <p:txBody>
            <a:bodyPr wrap="square" lIns="0" tIns="0" rIns="0" bIns="0" rtlCol="0"/>
            <a:lstStyle/>
            <a:p>
              <a:endParaRPr/>
            </a:p>
          </p:txBody>
        </p:sp>
        <p:sp>
          <p:nvSpPr>
            <p:cNvPr id="6" name="object 6"/>
            <p:cNvSpPr/>
            <p:nvPr/>
          </p:nvSpPr>
          <p:spPr>
            <a:xfrm>
              <a:off x="1699802" y="3765588"/>
              <a:ext cx="502284" cy="502284"/>
            </a:xfrm>
            <a:custGeom>
              <a:avLst/>
              <a:gdLst/>
              <a:ahLst/>
              <a:cxnLst/>
              <a:rect l="l" t="t" r="r" b="b"/>
              <a:pathLst>
                <a:path w="502285" h="502285">
                  <a:moveTo>
                    <a:pt x="494766" y="311305"/>
                  </a:moveTo>
                  <a:lnTo>
                    <a:pt x="479968" y="354174"/>
                  </a:lnTo>
                  <a:lnTo>
                    <a:pt x="458410" y="392632"/>
                  </a:lnTo>
                  <a:lnTo>
                    <a:pt x="430950" y="426159"/>
                  </a:lnTo>
                  <a:lnTo>
                    <a:pt x="398448" y="454238"/>
                  </a:lnTo>
                  <a:lnTo>
                    <a:pt x="361765" y="476350"/>
                  </a:lnTo>
                  <a:lnTo>
                    <a:pt x="321758" y="491977"/>
                  </a:lnTo>
                  <a:lnTo>
                    <a:pt x="279288" y="500601"/>
                  </a:lnTo>
                  <a:lnTo>
                    <a:pt x="235215" y="501703"/>
                  </a:lnTo>
                  <a:lnTo>
                    <a:pt x="190398" y="494765"/>
                  </a:lnTo>
                  <a:lnTo>
                    <a:pt x="147526" y="479971"/>
                  </a:lnTo>
                  <a:lnTo>
                    <a:pt x="109067" y="458414"/>
                  </a:lnTo>
                  <a:lnTo>
                    <a:pt x="75539" y="430954"/>
                  </a:lnTo>
                  <a:lnTo>
                    <a:pt x="47461" y="398452"/>
                  </a:lnTo>
                  <a:lnTo>
                    <a:pt x="25349" y="361768"/>
                  </a:lnTo>
                  <a:lnTo>
                    <a:pt x="9723" y="321760"/>
                  </a:lnTo>
                  <a:lnTo>
                    <a:pt x="1101" y="279289"/>
                  </a:lnTo>
                  <a:lnTo>
                    <a:pt x="0" y="235215"/>
                  </a:lnTo>
                  <a:lnTo>
                    <a:pt x="6938" y="190398"/>
                  </a:lnTo>
                  <a:lnTo>
                    <a:pt x="21732" y="147528"/>
                  </a:lnTo>
                  <a:lnTo>
                    <a:pt x="43288" y="109071"/>
                  </a:lnTo>
                  <a:lnTo>
                    <a:pt x="70746" y="75543"/>
                  </a:lnTo>
                  <a:lnTo>
                    <a:pt x="103247" y="47464"/>
                  </a:lnTo>
                  <a:lnTo>
                    <a:pt x="139931" y="25352"/>
                  </a:lnTo>
                  <a:lnTo>
                    <a:pt x="179938" y="9725"/>
                  </a:lnTo>
                  <a:lnTo>
                    <a:pt x="222410" y="1102"/>
                  </a:lnTo>
                  <a:lnTo>
                    <a:pt x="266485" y="0"/>
                  </a:lnTo>
                  <a:lnTo>
                    <a:pt x="311305" y="6937"/>
                  </a:lnTo>
                  <a:lnTo>
                    <a:pt x="354175" y="21732"/>
                  </a:lnTo>
                  <a:lnTo>
                    <a:pt x="392632" y="43289"/>
                  </a:lnTo>
                  <a:lnTo>
                    <a:pt x="426160" y="70748"/>
                  </a:lnTo>
                  <a:lnTo>
                    <a:pt x="454239" y="103250"/>
                  </a:lnTo>
                  <a:lnTo>
                    <a:pt x="476351" y="139935"/>
                  </a:lnTo>
                  <a:lnTo>
                    <a:pt x="491978" y="179943"/>
                  </a:lnTo>
                  <a:lnTo>
                    <a:pt x="500601" y="222413"/>
                  </a:lnTo>
                  <a:lnTo>
                    <a:pt x="501704" y="266488"/>
                  </a:lnTo>
                  <a:lnTo>
                    <a:pt x="494766" y="311305"/>
                  </a:lnTo>
                </a:path>
              </a:pathLst>
            </a:custGeom>
            <a:ln w="68940">
              <a:solidFill>
                <a:srgbClr val="FFD13B"/>
              </a:solidFill>
            </a:ln>
          </p:spPr>
          <p:txBody>
            <a:bodyPr wrap="square" lIns="0" tIns="0" rIns="0" bIns="0" rtlCol="0"/>
            <a:lstStyle/>
            <a:p>
              <a:endParaRPr/>
            </a:p>
          </p:txBody>
        </p:sp>
        <p:sp>
          <p:nvSpPr>
            <p:cNvPr id="7" name="object 7"/>
            <p:cNvSpPr/>
            <p:nvPr/>
          </p:nvSpPr>
          <p:spPr>
            <a:xfrm>
              <a:off x="1431841" y="4145884"/>
              <a:ext cx="635635" cy="690245"/>
            </a:xfrm>
            <a:custGeom>
              <a:avLst/>
              <a:gdLst/>
              <a:ahLst/>
              <a:cxnLst/>
              <a:rect l="l" t="t" r="r" b="b"/>
              <a:pathLst>
                <a:path w="635635" h="690245">
                  <a:moveTo>
                    <a:pt x="635331" y="0"/>
                  </a:moveTo>
                  <a:lnTo>
                    <a:pt x="0" y="0"/>
                  </a:lnTo>
                  <a:lnTo>
                    <a:pt x="0" y="689884"/>
                  </a:lnTo>
                  <a:lnTo>
                    <a:pt x="635331" y="689884"/>
                  </a:lnTo>
                  <a:lnTo>
                    <a:pt x="635331" y="0"/>
                  </a:lnTo>
                  <a:close/>
                </a:path>
              </a:pathLst>
            </a:custGeom>
            <a:solidFill>
              <a:srgbClr val="79C44F"/>
            </a:solidFill>
          </p:spPr>
          <p:txBody>
            <a:bodyPr wrap="square" lIns="0" tIns="0" rIns="0" bIns="0" rtlCol="0"/>
            <a:lstStyle/>
            <a:p>
              <a:endParaRPr/>
            </a:p>
          </p:txBody>
        </p:sp>
        <p:sp>
          <p:nvSpPr>
            <p:cNvPr id="8" name="object 8"/>
            <p:cNvSpPr/>
            <p:nvPr/>
          </p:nvSpPr>
          <p:spPr>
            <a:xfrm>
              <a:off x="1542529" y="4284268"/>
              <a:ext cx="419100" cy="419100"/>
            </a:xfrm>
            <a:custGeom>
              <a:avLst/>
              <a:gdLst/>
              <a:ahLst/>
              <a:cxnLst/>
              <a:rect l="l" t="t" r="r" b="b"/>
              <a:pathLst>
                <a:path w="419100" h="419100">
                  <a:moveTo>
                    <a:pt x="418757" y="60972"/>
                  </a:moveTo>
                  <a:lnTo>
                    <a:pt x="357771" y="0"/>
                  </a:lnTo>
                  <a:lnTo>
                    <a:pt x="209372" y="148399"/>
                  </a:lnTo>
                  <a:lnTo>
                    <a:pt x="60972" y="0"/>
                  </a:lnTo>
                  <a:lnTo>
                    <a:pt x="0" y="60972"/>
                  </a:lnTo>
                  <a:lnTo>
                    <a:pt x="148386" y="209384"/>
                  </a:lnTo>
                  <a:lnTo>
                    <a:pt x="0" y="357771"/>
                  </a:lnTo>
                  <a:lnTo>
                    <a:pt x="60972" y="418757"/>
                  </a:lnTo>
                  <a:lnTo>
                    <a:pt x="209372" y="270357"/>
                  </a:lnTo>
                  <a:lnTo>
                    <a:pt x="357771" y="418757"/>
                  </a:lnTo>
                  <a:lnTo>
                    <a:pt x="418757" y="357771"/>
                  </a:lnTo>
                  <a:lnTo>
                    <a:pt x="270344" y="209384"/>
                  </a:lnTo>
                  <a:lnTo>
                    <a:pt x="418757" y="60972"/>
                  </a:lnTo>
                  <a:close/>
                </a:path>
              </a:pathLst>
            </a:custGeom>
            <a:solidFill>
              <a:srgbClr val="FF831A"/>
            </a:solidFill>
          </p:spPr>
          <p:txBody>
            <a:bodyPr wrap="square" lIns="0" tIns="0" rIns="0" bIns="0" rtlCol="0"/>
            <a:lstStyle/>
            <a:p>
              <a:endParaRPr/>
            </a:p>
          </p:txBody>
        </p:sp>
      </p:grpSp>
      <p:sp>
        <p:nvSpPr>
          <p:cNvPr id="9" name="object 9"/>
          <p:cNvSpPr/>
          <p:nvPr/>
        </p:nvSpPr>
        <p:spPr>
          <a:xfrm>
            <a:off x="2512279" y="0"/>
            <a:ext cx="12618720" cy="2513330"/>
          </a:xfrm>
          <a:custGeom>
            <a:avLst/>
            <a:gdLst/>
            <a:ahLst/>
            <a:cxnLst/>
            <a:rect l="l" t="t" r="r" b="b"/>
            <a:pathLst>
              <a:path w="12618719" h="2513330">
                <a:moveTo>
                  <a:pt x="0" y="2512792"/>
                </a:moveTo>
                <a:lnTo>
                  <a:pt x="12618149" y="2512792"/>
                </a:lnTo>
                <a:lnTo>
                  <a:pt x="12618149" y="0"/>
                </a:lnTo>
                <a:lnTo>
                  <a:pt x="0" y="0"/>
                </a:lnTo>
                <a:lnTo>
                  <a:pt x="0" y="2512792"/>
                </a:lnTo>
                <a:close/>
              </a:path>
            </a:pathLst>
          </a:custGeom>
          <a:solidFill>
            <a:srgbClr val="FFF5D4"/>
          </a:solidFill>
        </p:spPr>
        <p:txBody>
          <a:bodyPr wrap="square" lIns="0" tIns="0" rIns="0" bIns="0" rtlCol="0"/>
          <a:lstStyle/>
          <a:p>
            <a:endParaRPr/>
          </a:p>
        </p:txBody>
      </p:sp>
      <p:sp>
        <p:nvSpPr>
          <p:cNvPr id="10" name="object 10"/>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8250" spc="-185" dirty="0"/>
              <a:t>Chemicals: </a:t>
            </a:r>
            <a:r>
              <a:rPr spc="-25" dirty="0"/>
              <a:t>heavy</a:t>
            </a:r>
            <a:r>
              <a:rPr spc="-75" dirty="0"/>
              <a:t> </a:t>
            </a:r>
            <a:r>
              <a:rPr spc="-35" dirty="0"/>
              <a:t>metals,</a:t>
            </a:r>
            <a:r>
              <a:rPr spc="-80" dirty="0"/>
              <a:t> </a:t>
            </a:r>
            <a:r>
              <a:rPr spc="-45" dirty="0"/>
              <a:t>persistent</a:t>
            </a:r>
            <a:endParaRPr sz="8250"/>
          </a:p>
        </p:txBody>
      </p:sp>
      <p:sp>
        <p:nvSpPr>
          <p:cNvPr id="11" name="object 11"/>
          <p:cNvSpPr txBox="1"/>
          <p:nvPr/>
        </p:nvSpPr>
        <p:spPr>
          <a:xfrm>
            <a:off x="3013176" y="4315775"/>
            <a:ext cx="14139544" cy="1257300"/>
          </a:xfrm>
          <a:prstGeom prst="rect">
            <a:avLst/>
          </a:prstGeom>
        </p:spPr>
        <p:txBody>
          <a:bodyPr vert="horz" wrap="square" lIns="0" tIns="11430" rIns="0" bIns="0" rtlCol="0">
            <a:spAutoFit/>
          </a:bodyPr>
          <a:lstStyle/>
          <a:p>
            <a:pPr marL="12700" marR="5080">
              <a:lnSpc>
                <a:spcPct val="101000"/>
              </a:lnSpc>
              <a:spcBef>
                <a:spcPts val="90"/>
              </a:spcBef>
            </a:pPr>
            <a:r>
              <a:rPr sz="4000" spc="-40" dirty="0">
                <a:solidFill>
                  <a:srgbClr val="333333"/>
                </a:solidFill>
                <a:latin typeface="Arial Black"/>
                <a:cs typeface="Arial Black"/>
              </a:rPr>
              <a:t>organic </a:t>
            </a:r>
            <a:r>
              <a:rPr sz="4000" spc="-45" dirty="0">
                <a:solidFill>
                  <a:srgbClr val="333333"/>
                </a:solidFill>
                <a:latin typeface="Arial Black"/>
                <a:cs typeface="Arial Black"/>
              </a:rPr>
              <a:t>pollutants </a:t>
            </a:r>
            <a:r>
              <a:rPr sz="4000" spc="-100" dirty="0">
                <a:solidFill>
                  <a:srgbClr val="333333"/>
                </a:solidFill>
                <a:latin typeface="Arial Black"/>
                <a:cs typeface="Arial Black"/>
              </a:rPr>
              <a:t>(POPs), </a:t>
            </a:r>
            <a:r>
              <a:rPr sz="4000" spc="-45" dirty="0">
                <a:solidFill>
                  <a:srgbClr val="333333"/>
                </a:solidFill>
                <a:latin typeface="Arial Black"/>
                <a:cs typeface="Arial Black"/>
              </a:rPr>
              <a:t>pesticides </a:t>
            </a:r>
            <a:r>
              <a:rPr sz="4000" spc="-15" dirty="0">
                <a:solidFill>
                  <a:srgbClr val="333333"/>
                </a:solidFill>
                <a:latin typeface="Arial Black"/>
                <a:cs typeface="Arial Black"/>
              </a:rPr>
              <a:t>and </a:t>
            </a:r>
            <a:r>
              <a:rPr sz="4000" spc="-45" dirty="0">
                <a:solidFill>
                  <a:srgbClr val="333333"/>
                </a:solidFill>
                <a:latin typeface="Arial Black"/>
                <a:cs typeface="Arial Black"/>
              </a:rPr>
              <a:t>endocrine </a:t>
            </a:r>
            <a:r>
              <a:rPr sz="4000" spc="-1320" dirty="0">
                <a:solidFill>
                  <a:srgbClr val="333333"/>
                </a:solidFill>
                <a:latin typeface="Arial Black"/>
                <a:cs typeface="Arial Black"/>
              </a:rPr>
              <a:t> </a:t>
            </a:r>
            <a:r>
              <a:rPr sz="4000" spc="-40" dirty="0">
                <a:solidFill>
                  <a:srgbClr val="333333"/>
                </a:solidFill>
                <a:latin typeface="Arial Black"/>
                <a:cs typeface="Arial Black"/>
              </a:rPr>
              <a:t>disrupt</a:t>
            </a:r>
            <a:r>
              <a:rPr lang="en-US" sz="4000" spc="-40" dirty="0">
                <a:solidFill>
                  <a:srgbClr val="333333"/>
                </a:solidFill>
                <a:latin typeface="Arial Black"/>
                <a:cs typeface="Arial Black"/>
              </a:rPr>
              <a:t>ing chemicals</a:t>
            </a:r>
            <a:r>
              <a:rPr sz="4000" spc="-75" dirty="0">
                <a:solidFill>
                  <a:srgbClr val="333333"/>
                </a:solidFill>
                <a:latin typeface="Arial Black"/>
                <a:cs typeface="Arial Black"/>
              </a:rPr>
              <a:t> </a:t>
            </a:r>
            <a:r>
              <a:rPr sz="4000" spc="-80" dirty="0">
                <a:solidFill>
                  <a:srgbClr val="333333"/>
                </a:solidFill>
                <a:latin typeface="Arial Black"/>
                <a:cs typeface="Arial Black"/>
              </a:rPr>
              <a:t>(EDCs)</a:t>
            </a:r>
            <a:endParaRPr sz="4000" dirty="0">
              <a:latin typeface="Arial Black"/>
              <a:cs typeface="Arial Black"/>
            </a:endParaRPr>
          </a:p>
        </p:txBody>
      </p:sp>
      <p:sp>
        <p:nvSpPr>
          <p:cNvPr id="12" name="object 12"/>
          <p:cNvSpPr txBox="1"/>
          <p:nvPr/>
        </p:nvSpPr>
        <p:spPr>
          <a:xfrm>
            <a:off x="3048554" y="945692"/>
            <a:ext cx="11605895" cy="566420"/>
          </a:xfrm>
          <a:prstGeom prst="rect">
            <a:avLst/>
          </a:prstGeom>
        </p:spPr>
        <p:txBody>
          <a:bodyPr vert="horz" wrap="square" lIns="0" tIns="12065" rIns="0" bIns="0" rtlCol="0">
            <a:spAutoFit/>
          </a:bodyPr>
          <a:lstStyle/>
          <a:p>
            <a:pPr marL="12700">
              <a:lnSpc>
                <a:spcPct val="100000"/>
              </a:lnSpc>
              <a:spcBef>
                <a:spcPts val="95"/>
              </a:spcBef>
            </a:pPr>
            <a:r>
              <a:rPr sz="3550" spc="-65" dirty="0">
                <a:solidFill>
                  <a:srgbClr val="338D7D"/>
                </a:solidFill>
                <a:latin typeface="Arial Black"/>
                <a:cs typeface="Arial Black"/>
              </a:rPr>
              <a:t>Environmental</a:t>
            </a:r>
            <a:r>
              <a:rPr sz="3550" spc="-70" dirty="0">
                <a:solidFill>
                  <a:srgbClr val="338D7D"/>
                </a:solidFill>
                <a:latin typeface="Arial Black"/>
                <a:cs typeface="Arial Black"/>
              </a:rPr>
              <a:t> </a:t>
            </a:r>
            <a:r>
              <a:rPr sz="3550" spc="-50" dirty="0">
                <a:solidFill>
                  <a:srgbClr val="338D7D"/>
                </a:solidFill>
                <a:latin typeface="Arial Black"/>
                <a:cs typeface="Arial Black"/>
              </a:rPr>
              <a:t>issues</a:t>
            </a:r>
            <a:r>
              <a:rPr sz="3550" spc="-65" dirty="0">
                <a:solidFill>
                  <a:srgbClr val="338D7D"/>
                </a:solidFill>
                <a:latin typeface="Arial Black"/>
                <a:cs typeface="Arial Black"/>
              </a:rPr>
              <a:t> </a:t>
            </a:r>
            <a:r>
              <a:rPr sz="3550" spc="-40" dirty="0">
                <a:solidFill>
                  <a:srgbClr val="338D7D"/>
                </a:solidFill>
                <a:latin typeface="Arial Black"/>
                <a:cs typeface="Arial Black"/>
              </a:rPr>
              <a:t>affecting</a:t>
            </a:r>
            <a:r>
              <a:rPr sz="3550" spc="-65" dirty="0">
                <a:solidFill>
                  <a:srgbClr val="338D7D"/>
                </a:solidFill>
                <a:latin typeface="Arial Black"/>
                <a:cs typeface="Arial Black"/>
              </a:rPr>
              <a:t> children’s </a:t>
            </a:r>
            <a:r>
              <a:rPr sz="3550" spc="-50" dirty="0">
                <a:solidFill>
                  <a:srgbClr val="338D7D"/>
                </a:solidFill>
                <a:latin typeface="Arial Black"/>
                <a:cs typeface="Arial Black"/>
              </a:rPr>
              <a:t>health</a:t>
            </a:r>
            <a:endParaRPr sz="3550">
              <a:latin typeface="Arial Black"/>
              <a:cs typeface="Arial Black"/>
            </a:endParaRPr>
          </a:p>
        </p:txBody>
      </p:sp>
      <p:grpSp>
        <p:nvGrpSpPr>
          <p:cNvPr id="13" name="object 13"/>
          <p:cNvGrpSpPr/>
          <p:nvPr/>
        </p:nvGrpSpPr>
        <p:grpSpPr>
          <a:xfrm>
            <a:off x="-26177" y="0"/>
            <a:ext cx="20130770" cy="2513330"/>
            <a:chOff x="-26177" y="0"/>
            <a:chExt cx="20130770" cy="2513330"/>
          </a:xfrm>
        </p:grpSpPr>
        <p:sp>
          <p:nvSpPr>
            <p:cNvPr id="14" name="object 14"/>
            <p:cNvSpPr/>
            <p:nvPr/>
          </p:nvSpPr>
          <p:spPr>
            <a:xfrm>
              <a:off x="15130429"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15" name="object 15"/>
            <p:cNvSpPr/>
            <p:nvPr/>
          </p:nvSpPr>
          <p:spPr>
            <a:xfrm>
              <a:off x="16883634" y="523322"/>
              <a:ext cx="575945" cy="1607185"/>
            </a:xfrm>
            <a:custGeom>
              <a:avLst/>
              <a:gdLst/>
              <a:ahLst/>
              <a:cxnLst/>
              <a:rect l="l" t="t" r="r" b="b"/>
              <a:pathLst>
                <a:path w="575944" h="1607185">
                  <a:moveTo>
                    <a:pt x="450248" y="0"/>
                  </a:moveTo>
                  <a:lnTo>
                    <a:pt x="125650" y="0"/>
                  </a:lnTo>
                  <a:lnTo>
                    <a:pt x="76743" y="9874"/>
                  </a:lnTo>
                  <a:lnTo>
                    <a:pt x="36803" y="36803"/>
                  </a:lnTo>
                  <a:lnTo>
                    <a:pt x="9874" y="76743"/>
                  </a:lnTo>
                  <a:lnTo>
                    <a:pt x="0" y="125650"/>
                  </a:lnTo>
                  <a:lnTo>
                    <a:pt x="0" y="1481326"/>
                  </a:lnTo>
                  <a:lnTo>
                    <a:pt x="9874" y="1530233"/>
                  </a:lnTo>
                  <a:lnTo>
                    <a:pt x="36803" y="1570173"/>
                  </a:lnTo>
                  <a:lnTo>
                    <a:pt x="76743" y="1597102"/>
                  </a:lnTo>
                  <a:lnTo>
                    <a:pt x="125650" y="1606977"/>
                  </a:lnTo>
                  <a:lnTo>
                    <a:pt x="450248" y="1606977"/>
                  </a:lnTo>
                  <a:lnTo>
                    <a:pt x="499155" y="1597102"/>
                  </a:lnTo>
                  <a:lnTo>
                    <a:pt x="539094" y="1570173"/>
                  </a:lnTo>
                  <a:lnTo>
                    <a:pt x="566023" y="1530233"/>
                  </a:lnTo>
                  <a:lnTo>
                    <a:pt x="575898" y="1481326"/>
                  </a:lnTo>
                  <a:lnTo>
                    <a:pt x="575898" y="125650"/>
                  </a:lnTo>
                  <a:lnTo>
                    <a:pt x="566023" y="76743"/>
                  </a:lnTo>
                  <a:lnTo>
                    <a:pt x="539094" y="36803"/>
                  </a:lnTo>
                  <a:lnTo>
                    <a:pt x="499155" y="9874"/>
                  </a:lnTo>
                  <a:lnTo>
                    <a:pt x="450248" y="0"/>
                  </a:lnTo>
                  <a:close/>
                </a:path>
              </a:pathLst>
            </a:custGeom>
            <a:solidFill>
              <a:srgbClr val="FFFFFF"/>
            </a:solidFill>
          </p:spPr>
          <p:txBody>
            <a:bodyPr wrap="square" lIns="0" tIns="0" rIns="0" bIns="0" rtlCol="0"/>
            <a:lstStyle/>
            <a:p>
              <a:endParaRPr/>
            </a:p>
          </p:txBody>
        </p:sp>
        <p:pic>
          <p:nvPicPr>
            <p:cNvPr id="16" name="object 16"/>
            <p:cNvPicPr/>
            <p:nvPr/>
          </p:nvPicPr>
          <p:blipFill>
            <a:blip r:embed="rId3" cstate="print"/>
            <a:stretch>
              <a:fillRect/>
            </a:stretch>
          </p:blipFill>
          <p:spPr>
            <a:xfrm>
              <a:off x="16267643" y="709164"/>
              <a:ext cx="80714" cy="81811"/>
            </a:xfrm>
            <a:prstGeom prst="rect">
              <a:avLst/>
            </a:prstGeom>
          </p:spPr>
        </p:pic>
        <p:pic>
          <p:nvPicPr>
            <p:cNvPr id="17" name="object 17"/>
            <p:cNvPicPr/>
            <p:nvPr/>
          </p:nvPicPr>
          <p:blipFill>
            <a:blip r:embed="rId4" cstate="print"/>
            <a:stretch>
              <a:fillRect/>
            </a:stretch>
          </p:blipFill>
          <p:spPr>
            <a:xfrm>
              <a:off x="15849197" y="285029"/>
              <a:ext cx="80714" cy="81811"/>
            </a:xfrm>
            <a:prstGeom prst="rect">
              <a:avLst/>
            </a:prstGeom>
          </p:spPr>
        </p:pic>
        <p:pic>
          <p:nvPicPr>
            <p:cNvPr id="18" name="object 18"/>
            <p:cNvPicPr/>
            <p:nvPr/>
          </p:nvPicPr>
          <p:blipFill>
            <a:blip r:embed="rId5" cstate="print"/>
            <a:stretch>
              <a:fillRect/>
            </a:stretch>
          </p:blipFill>
          <p:spPr>
            <a:xfrm>
              <a:off x="16267422" y="283122"/>
              <a:ext cx="80714" cy="81812"/>
            </a:xfrm>
            <a:prstGeom prst="rect">
              <a:avLst/>
            </a:prstGeom>
          </p:spPr>
        </p:pic>
        <p:pic>
          <p:nvPicPr>
            <p:cNvPr id="19" name="object 19"/>
            <p:cNvPicPr/>
            <p:nvPr/>
          </p:nvPicPr>
          <p:blipFill>
            <a:blip r:embed="rId6" cstate="print"/>
            <a:stretch>
              <a:fillRect/>
            </a:stretch>
          </p:blipFill>
          <p:spPr>
            <a:xfrm>
              <a:off x="16057371" y="496031"/>
              <a:ext cx="80713" cy="81810"/>
            </a:xfrm>
            <a:prstGeom prst="rect">
              <a:avLst/>
            </a:prstGeom>
          </p:spPr>
        </p:pic>
        <p:pic>
          <p:nvPicPr>
            <p:cNvPr id="20" name="object 20"/>
            <p:cNvPicPr/>
            <p:nvPr/>
          </p:nvPicPr>
          <p:blipFill>
            <a:blip r:embed="rId6" cstate="print"/>
            <a:stretch>
              <a:fillRect/>
            </a:stretch>
          </p:blipFill>
          <p:spPr>
            <a:xfrm>
              <a:off x="16057890" y="921769"/>
              <a:ext cx="80713" cy="81811"/>
            </a:xfrm>
            <a:prstGeom prst="rect">
              <a:avLst/>
            </a:prstGeom>
          </p:spPr>
        </p:pic>
        <p:pic>
          <p:nvPicPr>
            <p:cNvPr id="21" name="object 21"/>
            <p:cNvPicPr/>
            <p:nvPr/>
          </p:nvPicPr>
          <p:blipFill>
            <a:blip r:embed="rId7" cstate="print"/>
            <a:stretch>
              <a:fillRect/>
            </a:stretch>
          </p:blipFill>
          <p:spPr>
            <a:xfrm>
              <a:off x="15639446" y="497634"/>
              <a:ext cx="80714" cy="81811"/>
            </a:xfrm>
            <a:prstGeom prst="rect">
              <a:avLst/>
            </a:prstGeom>
          </p:spPr>
        </p:pic>
        <p:pic>
          <p:nvPicPr>
            <p:cNvPr id="22" name="object 22"/>
            <p:cNvPicPr/>
            <p:nvPr/>
          </p:nvPicPr>
          <p:blipFill>
            <a:blip r:embed="rId3" cstate="print"/>
            <a:stretch>
              <a:fillRect/>
            </a:stretch>
          </p:blipFill>
          <p:spPr>
            <a:xfrm>
              <a:off x="15847618" y="708636"/>
              <a:ext cx="80713" cy="81811"/>
            </a:xfrm>
            <a:prstGeom prst="rect">
              <a:avLst/>
            </a:prstGeom>
          </p:spPr>
        </p:pic>
        <p:pic>
          <p:nvPicPr>
            <p:cNvPr id="23" name="object 23"/>
            <p:cNvPicPr/>
            <p:nvPr/>
          </p:nvPicPr>
          <p:blipFill>
            <a:blip r:embed="rId4" cstate="print"/>
            <a:stretch>
              <a:fillRect/>
            </a:stretch>
          </p:blipFill>
          <p:spPr>
            <a:xfrm>
              <a:off x="16267643" y="1134372"/>
              <a:ext cx="80714" cy="81815"/>
            </a:xfrm>
            <a:prstGeom prst="rect">
              <a:avLst/>
            </a:prstGeom>
          </p:spPr>
        </p:pic>
        <p:pic>
          <p:nvPicPr>
            <p:cNvPr id="24" name="object 24"/>
            <p:cNvPicPr/>
            <p:nvPr/>
          </p:nvPicPr>
          <p:blipFill>
            <a:blip r:embed="rId4" cstate="print"/>
            <a:stretch>
              <a:fillRect/>
            </a:stretch>
          </p:blipFill>
          <p:spPr>
            <a:xfrm>
              <a:off x="15429693" y="285029"/>
              <a:ext cx="80714" cy="81811"/>
            </a:xfrm>
            <a:prstGeom prst="rect">
              <a:avLst/>
            </a:prstGeom>
          </p:spPr>
        </p:pic>
        <p:sp>
          <p:nvSpPr>
            <p:cNvPr id="25" name="object 25"/>
            <p:cNvSpPr/>
            <p:nvPr/>
          </p:nvSpPr>
          <p:spPr>
            <a:xfrm>
              <a:off x="15310610" y="1048006"/>
              <a:ext cx="563880" cy="552450"/>
            </a:xfrm>
            <a:custGeom>
              <a:avLst/>
              <a:gdLst/>
              <a:ahLst/>
              <a:cxnLst/>
              <a:rect l="l" t="t" r="r" b="b"/>
              <a:pathLst>
                <a:path w="563880" h="552450">
                  <a:moveTo>
                    <a:pt x="174324" y="0"/>
                  </a:moveTo>
                  <a:lnTo>
                    <a:pt x="19527" y="52"/>
                  </a:lnTo>
                  <a:lnTo>
                    <a:pt x="972" y="52"/>
                  </a:lnTo>
                  <a:lnTo>
                    <a:pt x="772" y="53091"/>
                  </a:lnTo>
                  <a:lnTo>
                    <a:pt x="69" y="149768"/>
                  </a:lnTo>
                  <a:lnTo>
                    <a:pt x="0" y="199152"/>
                  </a:lnTo>
                  <a:lnTo>
                    <a:pt x="441" y="248299"/>
                  </a:lnTo>
                  <a:lnTo>
                    <a:pt x="1632" y="297341"/>
                  </a:lnTo>
                  <a:lnTo>
                    <a:pt x="8143" y="344775"/>
                  </a:lnTo>
                  <a:lnTo>
                    <a:pt x="23758" y="389938"/>
                  </a:lnTo>
                  <a:lnTo>
                    <a:pt x="47425" y="431692"/>
                  </a:lnTo>
                  <a:lnTo>
                    <a:pt x="78094" y="468902"/>
                  </a:lnTo>
                  <a:lnTo>
                    <a:pt x="114716" y="500431"/>
                  </a:lnTo>
                  <a:lnTo>
                    <a:pt x="156239" y="525142"/>
                  </a:lnTo>
                  <a:lnTo>
                    <a:pt x="201615" y="541898"/>
                  </a:lnTo>
                  <a:lnTo>
                    <a:pt x="249792" y="549564"/>
                  </a:lnTo>
                  <a:lnTo>
                    <a:pt x="301562" y="551649"/>
                  </a:lnTo>
                  <a:lnTo>
                    <a:pt x="353488" y="552424"/>
                  </a:lnTo>
                  <a:lnTo>
                    <a:pt x="563856" y="550726"/>
                  </a:lnTo>
                  <a:lnTo>
                    <a:pt x="563859" y="538883"/>
                  </a:lnTo>
                  <a:lnTo>
                    <a:pt x="551950" y="538883"/>
                  </a:lnTo>
                  <a:lnTo>
                    <a:pt x="7673" y="5852"/>
                  </a:lnTo>
                  <a:lnTo>
                    <a:pt x="334184" y="5852"/>
                  </a:lnTo>
                  <a:lnTo>
                    <a:pt x="324990" y="3715"/>
                  </a:lnTo>
                  <a:lnTo>
                    <a:pt x="277529" y="83"/>
                  </a:lnTo>
                  <a:lnTo>
                    <a:pt x="174324" y="0"/>
                  </a:lnTo>
                  <a:close/>
                </a:path>
                <a:path w="563880" h="552450">
                  <a:moveTo>
                    <a:pt x="334184" y="5852"/>
                  </a:moveTo>
                  <a:lnTo>
                    <a:pt x="7673" y="5852"/>
                  </a:lnTo>
                  <a:lnTo>
                    <a:pt x="551950" y="538883"/>
                  </a:lnTo>
                  <a:lnTo>
                    <a:pt x="563859" y="538883"/>
                  </a:lnTo>
                  <a:lnTo>
                    <a:pt x="563824" y="280347"/>
                  </a:lnTo>
                  <a:lnTo>
                    <a:pt x="560108" y="233881"/>
                  </a:lnTo>
                  <a:lnTo>
                    <a:pt x="549503" y="190189"/>
                  </a:lnTo>
                  <a:lnTo>
                    <a:pt x="532518" y="149768"/>
                  </a:lnTo>
                  <a:lnTo>
                    <a:pt x="509659" y="113114"/>
                  </a:lnTo>
                  <a:lnTo>
                    <a:pt x="481433" y="80723"/>
                  </a:lnTo>
                  <a:lnTo>
                    <a:pt x="448346" y="53091"/>
                  </a:lnTo>
                  <a:lnTo>
                    <a:pt x="410905" y="30715"/>
                  </a:lnTo>
                  <a:lnTo>
                    <a:pt x="369617" y="14091"/>
                  </a:lnTo>
                  <a:lnTo>
                    <a:pt x="334184" y="5852"/>
                  </a:lnTo>
                  <a:close/>
                </a:path>
              </a:pathLst>
            </a:custGeom>
            <a:solidFill>
              <a:srgbClr val="79C44F"/>
            </a:solidFill>
          </p:spPr>
          <p:txBody>
            <a:bodyPr wrap="square" lIns="0" tIns="0" rIns="0" bIns="0" rtlCol="0"/>
            <a:lstStyle/>
            <a:p>
              <a:endParaRPr/>
            </a:p>
          </p:txBody>
        </p:sp>
        <p:sp>
          <p:nvSpPr>
            <p:cNvPr id="26" name="object 26"/>
            <p:cNvSpPr/>
            <p:nvPr/>
          </p:nvSpPr>
          <p:spPr>
            <a:xfrm>
              <a:off x="15313001" y="1049179"/>
              <a:ext cx="568960" cy="556260"/>
            </a:xfrm>
            <a:custGeom>
              <a:avLst/>
              <a:gdLst/>
              <a:ahLst/>
              <a:cxnLst/>
              <a:rect l="l" t="t" r="r" b="b"/>
              <a:pathLst>
                <a:path w="568959" h="556260">
                  <a:moveTo>
                    <a:pt x="0" y="0"/>
                  </a:moveTo>
                  <a:lnTo>
                    <a:pt x="568443" y="555815"/>
                  </a:lnTo>
                </a:path>
              </a:pathLst>
            </a:custGeom>
            <a:solidFill>
              <a:srgbClr val="0E9C4E"/>
            </a:solidFill>
          </p:spPr>
          <p:txBody>
            <a:bodyPr wrap="square" lIns="0" tIns="0" rIns="0" bIns="0" rtlCol="0"/>
            <a:lstStyle/>
            <a:p>
              <a:endParaRPr/>
            </a:p>
          </p:txBody>
        </p:sp>
        <p:sp>
          <p:nvSpPr>
            <p:cNvPr id="27" name="object 27"/>
            <p:cNvSpPr/>
            <p:nvPr/>
          </p:nvSpPr>
          <p:spPr>
            <a:xfrm>
              <a:off x="15313001" y="1049179"/>
              <a:ext cx="568960" cy="556260"/>
            </a:xfrm>
            <a:custGeom>
              <a:avLst/>
              <a:gdLst/>
              <a:ahLst/>
              <a:cxnLst/>
              <a:rect l="l" t="t" r="r" b="b"/>
              <a:pathLst>
                <a:path w="568959" h="556260">
                  <a:moveTo>
                    <a:pt x="0" y="0"/>
                  </a:moveTo>
                  <a:lnTo>
                    <a:pt x="568443" y="555815"/>
                  </a:lnTo>
                </a:path>
              </a:pathLst>
            </a:custGeom>
            <a:ln w="31412">
              <a:solidFill>
                <a:srgbClr val="00705C"/>
              </a:solidFill>
            </a:ln>
          </p:spPr>
          <p:txBody>
            <a:bodyPr wrap="square" lIns="0" tIns="0" rIns="0" bIns="0" rtlCol="0"/>
            <a:lstStyle/>
            <a:p>
              <a:endParaRPr/>
            </a:p>
          </p:txBody>
        </p:sp>
        <p:sp>
          <p:nvSpPr>
            <p:cNvPr id="28" name="object 28"/>
            <p:cNvSpPr/>
            <p:nvPr/>
          </p:nvSpPr>
          <p:spPr>
            <a:xfrm>
              <a:off x="15411511" y="1140323"/>
              <a:ext cx="312420" cy="312420"/>
            </a:xfrm>
            <a:custGeom>
              <a:avLst/>
              <a:gdLst/>
              <a:ahLst/>
              <a:cxnLst/>
              <a:rect l="l" t="t" r="r" b="b"/>
              <a:pathLst>
                <a:path w="312419" h="312419">
                  <a:moveTo>
                    <a:pt x="136582" y="312021"/>
                  </a:moveTo>
                  <a:lnTo>
                    <a:pt x="306063" y="312021"/>
                  </a:lnTo>
                </a:path>
                <a:path w="312419" h="312419">
                  <a:moveTo>
                    <a:pt x="172089" y="0"/>
                  </a:moveTo>
                  <a:lnTo>
                    <a:pt x="172089" y="165869"/>
                  </a:lnTo>
                </a:path>
                <a:path w="312419" h="312419">
                  <a:moveTo>
                    <a:pt x="312147" y="137053"/>
                  </a:moveTo>
                  <a:lnTo>
                    <a:pt x="312147" y="302922"/>
                  </a:lnTo>
                </a:path>
                <a:path w="312419" h="312419">
                  <a:moveTo>
                    <a:pt x="0" y="178361"/>
                  </a:moveTo>
                  <a:lnTo>
                    <a:pt x="169481" y="178361"/>
                  </a:lnTo>
                </a:path>
              </a:pathLst>
            </a:custGeom>
            <a:ln w="31412">
              <a:solidFill>
                <a:srgbClr val="00705C"/>
              </a:solidFill>
            </a:ln>
          </p:spPr>
          <p:txBody>
            <a:bodyPr wrap="square" lIns="0" tIns="0" rIns="0" bIns="0" rtlCol="0"/>
            <a:lstStyle/>
            <a:p>
              <a:endParaRPr/>
            </a:p>
          </p:txBody>
        </p:sp>
        <p:sp>
          <p:nvSpPr>
            <p:cNvPr id="29" name="object 29"/>
            <p:cNvSpPr/>
            <p:nvPr/>
          </p:nvSpPr>
          <p:spPr>
            <a:xfrm>
              <a:off x="15738818" y="1751090"/>
              <a:ext cx="563245" cy="552450"/>
            </a:xfrm>
            <a:custGeom>
              <a:avLst/>
              <a:gdLst/>
              <a:ahLst/>
              <a:cxnLst/>
              <a:rect l="l" t="t" r="r" b="b"/>
              <a:pathLst>
                <a:path w="563244" h="552450">
                  <a:moveTo>
                    <a:pt x="389531" y="0"/>
                  </a:moveTo>
                  <a:lnTo>
                    <a:pt x="286326" y="83"/>
                  </a:lnTo>
                  <a:lnTo>
                    <a:pt x="238865" y="3717"/>
                  </a:lnTo>
                  <a:lnTo>
                    <a:pt x="194238" y="14095"/>
                  </a:lnTo>
                  <a:lnTo>
                    <a:pt x="152950" y="30720"/>
                  </a:lnTo>
                  <a:lnTo>
                    <a:pt x="115509" y="53096"/>
                  </a:lnTo>
                  <a:lnTo>
                    <a:pt x="82422" y="80727"/>
                  </a:lnTo>
                  <a:lnTo>
                    <a:pt x="54196" y="113117"/>
                  </a:lnTo>
                  <a:lnTo>
                    <a:pt x="31313" y="149827"/>
                  </a:lnTo>
                  <a:lnTo>
                    <a:pt x="14352" y="190190"/>
                  </a:lnTo>
                  <a:lnTo>
                    <a:pt x="3747" y="233881"/>
                  </a:lnTo>
                  <a:lnTo>
                    <a:pt x="31" y="280347"/>
                  </a:lnTo>
                  <a:lnTo>
                    <a:pt x="0" y="550726"/>
                  </a:lnTo>
                  <a:lnTo>
                    <a:pt x="210367" y="552424"/>
                  </a:lnTo>
                  <a:lnTo>
                    <a:pt x="262293" y="551649"/>
                  </a:lnTo>
                  <a:lnTo>
                    <a:pt x="314063" y="549564"/>
                  </a:lnTo>
                  <a:lnTo>
                    <a:pt x="362240" y="541898"/>
                  </a:lnTo>
                  <a:lnTo>
                    <a:pt x="11905" y="538883"/>
                  </a:lnTo>
                  <a:lnTo>
                    <a:pt x="556182" y="5852"/>
                  </a:lnTo>
                  <a:lnTo>
                    <a:pt x="562904" y="5852"/>
                  </a:lnTo>
                  <a:lnTo>
                    <a:pt x="562883" y="52"/>
                  </a:lnTo>
                  <a:lnTo>
                    <a:pt x="389531" y="0"/>
                  </a:lnTo>
                  <a:close/>
                </a:path>
              </a:pathLst>
            </a:custGeom>
            <a:solidFill>
              <a:srgbClr val="79C44F"/>
            </a:solidFill>
          </p:spPr>
          <p:txBody>
            <a:bodyPr wrap="square" lIns="0" tIns="0" rIns="0" bIns="0" rtlCol="0"/>
            <a:lstStyle/>
            <a:p>
              <a:endParaRPr/>
            </a:p>
          </p:txBody>
        </p:sp>
        <p:sp>
          <p:nvSpPr>
            <p:cNvPr id="30" name="object 30"/>
            <p:cNvSpPr/>
            <p:nvPr/>
          </p:nvSpPr>
          <p:spPr>
            <a:xfrm>
              <a:off x="15731840" y="1752263"/>
              <a:ext cx="568960" cy="556260"/>
            </a:xfrm>
            <a:custGeom>
              <a:avLst/>
              <a:gdLst/>
              <a:ahLst/>
              <a:cxnLst/>
              <a:rect l="l" t="t" r="r" b="b"/>
              <a:pathLst>
                <a:path w="568959" h="556260">
                  <a:moveTo>
                    <a:pt x="568443" y="0"/>
                  </a:moveTo>
                  <a:lnTo>
                    <a:pt x="0" y="555815"/>
                  </a:lnTo>
                </a:path>
              </a:pathLst>
            </a:custGeom>
            <a:solidFill>
              <a:srgbClr val="0E9C4E"/>
            </a:solidFill>
          </p:spPr>
          <p:txBody>
            <a:bodyPr wrap="square" lIns="0" tIns="0" rIns="0" bIns="0" rtlCol="0"/>
            <a:lstStyle/>
            <a:p>
              <a:endParaRPr/>
            </a:p>
          </p:txBody>
        </p:sp>
        <p:sp>
          <p:nvSpPr>
            <p:cNvPr id="31" name="object 31"/>
            <p:cNvSpPr/>
            <p:nvPr/>
          </p:nvSpPr>
          <p:spPr>
            <a:xfrm>
              <a:off x="15731840" y="1752263"/>
              <a:ext cx="568960" cy="556260"/>
            </a:xfrm>
            <a:custGeom>
              <a:avLst/>
              <a:gdLst/>
              <a:ahLst/>
              <a:cxnLst/>
              <a:rect l="l" t="t" r="r" b="b"/>
              <a:pathLst>
                <a:path w="568959" h="556260">
                  <a:moveTo>
                    <a:pt x="568443" y="0"/>
                  </a:moveTo>
                  <a:lnTo>
                    <a:pt x="0" y="555815"/>
                  </a:lnTo>
                </a:path>
              </a:pathLst>
            </a:custGeom>
            <a:ln w="31412">
              <a:solidFill>
                <a:srgbClr val="00705C"/>
              </a:solidFill>
            </a:ln>
          </p:spPr>
          <p:txBody>
            <a:bodyPr wrap="square" lIns="0" tIns="0" rIns="0" bIns="0" rtlCol="0"/>
            <a:lstStyle/>
            <a:p>
              <a:endParaRPr/>
            </a:p>
          </p:txBody>
        </p:sp>
        <p:sp>
          <p:nvSpPr>
            <p:cNvPr id="32" name="object 32"/>
            <p:cNvSpPr/>
            <p:nvPr/>
          </p:nvSpPr>
          <p:spPr>
            <a:xfrm>
              <a:off x="15889626" y="1843408"/>
              <a:ext cx="312420" cy="312420"/>
            </a:xfrm>
            <a:custGeom>
              <a:avLst/>
              <a:gdLst/>
              <a:ahLst/>
              <a:cxnLst/>
              <a:rect l="l" t="t" r="r" b="b"/>
              <a:pathLst>
                <a:path w="312419" h="312419">
                  <a:moveTo>
                    <a:pt x="175565" y="312021"/>
                  </a:moveTo>
                  <a:lnTo>
                    <a:pt x="6083" y="312021"/>
                  </a:lnTo>
                </a:path>
                <a:path w="312419" h="312419">
                  <a:moveTo>
                    <a:pt x="140048" y="0"/>
                  </a:moveTo>
                  <a:lnTo>
                    <a:pt x="140048" y="165869"/>
                  </a:lnTo>
                </a:path>
                <a:path w="312419" h="312419">
                  <a:moveTo>
                    <a:pt x="0" y="137063"/>
                  </a:moveTo>
                  <a:lnTo>
                    <a:pt x="0" y="302922"/>
                  </a:lnTo>
                </a:path>
                <a:path w="312419" h="312419">
                  <a:moveTo>
                    <a:pt x="312147" y="178371"/>
                  </a:moveTo>
                  <a:lnTo>
                    <a:pt x="142665" y="178371"/>
                  </a:lnTo>
                </a:path>
              </a:pathLst>
            </a:custGeom>
            <a:ln w="31412">
              <a:solidFill>
                <a:srgbClr val="00705C"/>
              </a:solidFill>
            </a:ln>
          </p:spPr>
          <p:txBody>
            <a:bodyPr wrap="square" lIns="0" tIns="0" rIns="0" bIns="0" rtlCol="0"/>
            <a:lstStyle/>
            <a:p>
              <a:endParaRPr/>
            </a:p>
          </p:txBody>
        </p:sp>
        <p:sp>
          <p:nvSpPr>
            <p:cNvPr id="33" name="object 33"/>
            <p:cNvSpPr/>
            <p:nvPr/>
          </p:nvSpPr>
          <p:spPr>
            <a:xfrm>
              <a:off x="16674304" y="280773"/>
              <a:ext cx="0" cy="1743075"/>
            </a:xfrm>
            <a:custGeom>
              <a:avLst/>
              <a:gdLst/>
              <a:ahLst/>
              <a:cxnLst/>
              <a:rect l="l" t="t" r="r" b="b"/>
              <a:pathLst>
                <a:path h="1743075">
                  <a:moveTo>
                    <a:pt x="0" y="0"/>
                  </a:moveTo>
                  <a:lnTo>
                    <a:pt x="0" y="1742669"/>
                  </a:lnTo>
                </a:path>
              </a:pathLst>
            </a:custGeom>
            <a:ln w="83767">
              <a:solidFill>
                <a:srgbClr val="79C44F"/>
              </a:solidFill>
            </a:ln>
          </p:spPr>
          <p:txBody>
            <a:bodyPr wrap="square" lIns="0" tIns="0" rIns="0" bIns="0" rtlCol="0"/>
            <a:lstStyle/>
            <a:p>
              <a:endParaRPr/>
            </a:p>
          </p:txBody>
        </p:sp>
        <p:sp>
          <p:nvSpPr>
            <p:cNvPr id="34" name="object 34"/>
            <p:cNvSpPr/>
            <p:nvPr/>
          </p:nvSpPr>
          <p:spPr>
            <a:xfrm>
              <a:off x="16504520" y="314435"/>
              <a:ext cx="201295" cy="0"/>
            </a:xfrm>
            <a:custGeom>
              <a:avLst/>
              <a:gdLst/>
              <a:ahLst/>
              <a:cxnLst/>
              <a:rect l="l" t="t" r="r" b="b"/>
              <a:pathLst>
                <a:path w="201294">
                  <a:moveTo>
                    <a:pt x="0" y="0"/>
                  </a:moveTo>
                  <a:lnTo>
                    <a:pt x="201198" y="0"/>
                  </a:lnTo>
                </a:path>
              </a:pathLst>
            </a:custGeom>
            <a:ln w="83767">
              <a:solidFill>
                <a:srgbClr val="79C44F"/>
              </a:solidFill>
            </a:ln>
          </p:spPr>
          <p:txBody>
            <a:bodyPr wrap="square" lIns="0" tIns="0" rIns="0" bIns="0" rtlCol="0"/>
            <a:lstStyle/>
            <a:p>
              <a:endParaRPr/>
            </a:p>
          </p:txBody>
        </p:sp>
        <p:sp>
          <p:nvSpPr>
            <p:cNvPr id="35" name="object 35"/>
            <p:cNvSpPr/>
            <p:nvPr/>
          </p:nvSpPr>
          <p:spPr>
            <a:xfrm>
              <a:off x="16674304" y="1991944"/>
              <a:ext cx="508000" cy="254000"/>
            </a:xfrm>
            <a:custGeom>
              <a:avLst/>
              <a:gdLst/>
              <a:ahLst/>
              <a:cxnLst/>
              <a:rect l="l" t="t" r="r" b="b"/>
              <a:pathLst>
                <a:path w="508000" h="254000">
                  <a:moveTo>
                    <a:pt x="0" y="0"/>
                  </a:moveTo>
                  <a:lnTo>
                    <a:pt x="4090" y="45635"/>
                  </a:lnTo>
                  <a:lnTo>
                    <a:pt x="15882" y="88587"/>
                  </a:lnTo>
                  <a:lnTo>
                    <a:pt x="34660" y="128138"/>
                  </a:lnTo>
                  <a:lnTo>
                    <a:pt x="59707" y="163571"/>
                  </a:lnTo>
                  <a:lnTo>
                    <a:pt x="90306" y="194169"/>
                  </a:lnTo>
                  <a:lnTo>
                    <a:pt x="125739" y="219216"/>
                  </a:lnTo>
                  <a:lnTo>
                    <a:pt x="165289" y="237994"/>
                  </a:lnTo>
                  <a:lnTo>
                    <a:pt x="208241" y="249786"/>
                  </a:lnTo>
                  <a:lnTo>
                    <a:pt x="253877" y="253877"/>
                  </a:lnTo>
                  <a:lnTo>
                    <a:pt x="299509" y="249786"/>
                  </a:lnTo>
                  <a:lnTo>
                    <a:pt x="342460" y="237994"/>
                  </a:lnTo>
                  <a:lnTo>
                    <a:pt x="382010" y="219216"/>
                  </a:lnTo>
                  <a:lnTo>
                    <a:pt x="417443" y="194169"/>
                  </a:lnTo>
                  <a:lnTo>
                    <a:pt x="448043" y="163571"/>
                  </a:lnTo>
                  <a:lnTo>
                    <a:pt x="473090" y="128138"/>
                  </a:lnTo>
                  <a:lnTo>
                    <a:pt x="491870" y="88587"/>
                  </a:lnTo>
                  <a:lnTo>
                    <a:pt x="503663" y="45635"/>
                  </a:lnTo>
                  <a:lnTo>
                    <a:pt x="507754" y="0"/>
                  </a:lnTo>
                </a:path>
              </a:pathLst>
            </a:custGeom>
            <a:ln w="83767">
              <a:solidFill>
                <a:srgbClr val="79C44F"/>
              </a:solidFill>
            </a:ln>
          </p:spPr>
          <p:txBody>
            <a:bodyPr wrap="square" lIns="0" tIns="0" rIns="0" bIns="0" rtlCol="0"/>
            <a:lstStyle/>
            <a:p>
              <a:endParaRPr/>
            </a:p>
          </p:txBody>
        </p:sp>
        <p:sp>
          <p:nvSpPr>
            <p:cNvPr id="36" name="object 36"/>
            <p:cNvSpPr/>
            <p:nvPr/>
          </p:nvSpPr>
          <p:spPr>
            <a:xfrm>
              <a:off x="17061640" y="1788913"/>
              <a:ext cx="241300" cy="241300"/>
            </a:xfrm>
            <a:custGeom>
              <a:avLst/>
              <a:gdLst/>
              <a:ahLst/>
              <a:cxnLst/>
              <a:rect l="l" t="t" r="r" b="b"/>
              <a:pathLst>
                <a:path w="241300" h="241300">
                  <a:moveTo>
                    <a:pt x="120415" y="0"/>
                  </a:moveTo>
                  <a:lnTo>
                    <a:pt x="73545" y="9463"/>
                  </a:lnTo>
                  <a:lnTo>
                    <a:pt x="35269" y="35269"/>
                  </a:lnTo>
                  <a:lnTo>
                    <a:pt x="9463" y="73545"/>
                  </a:lnTo>
                  <a:lnTo>
                    <a:pt x="0" y="120415"/>
                  </a:lnTo>
                  <a:lnTo>
                    <a:pt x="9463" y="167284"/>
                  </a:lnTo>
                  <a:lnTo>
                    <a:pt x="35269" y="205560"/>
                  </a:lnTo>
                  <a:lnTo>
                    <a:pt x="73545" y="231367"/>
                  </a:lnTo>
                  <a:lnTo>
                    <a:pt x="120415" y="240830"/>
                  </a:lnTo>
                  <a:lnTo>
                    <a:pt x="167284" y="231367"/>
                  </a:lnTo>
                  <a:lnTo>
                    <a:pt x="205560" y="205560"/>
                  </a:lnTo>
                  <a:lnTo>
                    <a:pt x="231367" y="167284"/>
                  </a:lnTo>
                  <a:lnTo>
                    <a:pt x="240830" y="120415"/>
                  </a:lnTo>
                  <a:lnTo>
                    <a:pt x="231367" y="73545"/>
                  </a:lnTo>
                  <a:lnTo>
                    <a:pt x="205560" y="35269"/>
                  </a:lnTo>
                  <a:lnTo>
                    <a:pt x="167284" y="9463"/>
                  </a:lnTo>
                  <a:lnTo>
                    <a:pt x="120415" y="0"/>
                  </a:lnTo>
                  <a:close/>
                </a:path>
              </a:pathLst>
            </a:custGeom>
            <a:solidFill>
              <a:srgbClr val="00705C"/>
            </a:solidFill>
          </p:spPr>
          <p:txBody>
            <a:bodyPr wrap="square" lIns="0" tIns="0" rIns="0" bIns="0" rtlCol="0"/>
            <a:lstStyle/>
            <a:p>
              <a:endParaRPr/>
            </a:p>
          </p:txBody>
        </p:sp>
        <p:sp>
          <p:nvSpPr>
            <p:cNvPr id="37" name="object 37"/>
            <p:cNvSpPr/>
            <p:nvPr/>
          </p:nvSpPr>
          <p:spPr>
            <a:xfrm>
              <a:off x="17182054" y="1898732"/>
              <a:ext cx="0" cy="123825"/>
            </a:xfrm>
            <a:custGeom>
              <a:avLst/>
              <a:gdLst/>
              <a:ahLst/>
              <a:cxnLst/>
              <a:rect l="l" t="t" r="r" b="b"/>
              <a:pathLst>
                <a:path h="123825">
                  <a:moveTo>
                    <a:pt x="0" y="0"/>
                  </a:moveTo>
                  <a:lnTo>
                    <a:pt x="0" y="123556"/>
                  </a:lnTo>
                </a:path>
              </a:pathLst>
            </a:custGeom>
            <a:ln w="83767">
              <a:solidFill>
                <a:srgbClr val="79C44F"/>
              </a:solidFill>
            </a:ln>
          </p:spPr>
          <p:txBody>
            <a:bodyPr wrap="square" lIns="0" tIns="0" rIns="0" bIns="0" rtlCol="0"/>
            <a:lstStyle/>
            <a:p>
              <a:endParaRPr/>
            </a:p>
          </p:txBody>
        </p:sp>
        <p:sp>
          <p:nvSpPr>
            <p:cNvPr id="38" name="object 38"/>
            <p:cNvSpPr/>
            <p:nvPr/>
          </p:nvSpPr>
          <p:spPr>
            <a:xfrm>
              <a:off x="16883634" y="266785"/>
              <a:ext cx="429895" cy="450850"/>
            </a:xfrm>
            <a:custGeom>
              <a:avLst/>
              <a:gdLst/>
              <a:ahLst/>
              <a:cxnLst/>
              <a:rect l="l" t="t" r="r" b="b"/>
              <a:pathLst>
                <a:path w="429894" h="450850">
                  <a:moveTo>
                    <a:pt x="303655" y="0"/>
                  </a:moveTo>
                  <a:lnTo>
                    <a:pt x="125650" y="0"/>
                  </a:lnTo>
                  <a:lnTo>
                    <a:pt x="76743" y="9874"/>
                  </a:lnTo>
                  <a:lnTo>
                    <a:pt x="36803" y="36803"/>
                  </a:lnTo>
                  <a:lnTo>
                    <a:pt x="9874" y="76743"/>
                  </a:lnTo>
                  <a:lnTo>
                    <a:pt x="0" y="125650"/>
                  </a:lnTo>
                  <a:lnTo>
                    <a:pt x="0" y="324597"/>
                  </a:lnTo>
                  <a:lnTo>
                    <a:pt x="9874" y="373504"/>
                  </a:lnTo>
                  <a:lnTo>
                    <a:pt x="36803" y="413444"/>
                  </a:lnTo>
                  <a:lnTo>
                    <a:pt x="76743" y="440373"/>
                  </a:lnTo>
                  <a:lnTo>
                    <a:pt x="125650" y="450248"/>
                  </a:lnTo>
                  <a:lnTo>
                    <a:pt x="303655" y="450248"/>
                  </a:lnTo>
                  <a:lnTo>
                    <a:pt x="352562" y="440373"/>
                  </a:lnTo>
                  <a:lnTo>
                    <a:pt x="392502" y="413444"/>
                  </a:lnTo>
                  <a:lnTo>
                    <a:pt x="419431" y="373504"/>
                  </a:lnTo>
                  <a:lnTo>
                    <a:pt x="429306" y="324597"/>
                  </a:lnTo>
                  <a:lnTo>
                    <a:pt x="429306" y="125650"/>
                  </a:lnTo>
                  <a:lnTo>
                    <a:pt x="419431" y="76743"/>
                  </a:lnTo>
                  <a:lnTo>
                    <a:pt x="392502" y="36803"/>
                  </a:lnTo>
                  <a:lnTo>
                    <a:pt x="352562" y="9874"/>
                  </a:lnTo>
                  <a:lnTo>
                    <a:pt x="303655" y="0"/>
                  </a:lnTo>
                  <a:close/>
                </a:path>
              </a:pathLst>
            </a:custGeom>
            <a:solidFill>
              <a:srgbClr val="FFFFFF"/>
            </a:solidFill>
          </p:spPr>
          <p:txBody>
            <a:bodyPr wrap="square" lIns="0" tIns="0" rIns="0" bIns="0" rtlCol="0"/>
            <a:lstStyle/>
            <a:p>
              <a:endParaRPr/>
            </a:p>
          </p:txBody>
        </p:sp>
        <p:sp>
          <p:nvSpPr>
            <p:cNvPr id="39" name="object 39"/>
            <p:cNvSpPr/>
            <p:nvPr/>
          </p:nvSpPr>
          <p:spPr>
            <a:xfrm>
              <a:off x="17591307" y="0"/>
              <a:ext cx="2513330" cy="2513330"/>
            </a:xfrm>
            <a:custGeom>
              <a:avLst/>
              <a:gdLst/>
              <a:ahLst/>
              <a:cxnLst/>
              <a:rect l="l" t="t" r="r" b="b"/>
              <a:pathLst>
                <a:path w="2513330" h="2513330">
                  <a:moveTo>
                    <a:pt x="2512792" y="0"/>
                  </a:moveTo>
                  <a:lnTo>
                    <a:pt x="0" y="0"/>
                  </a:lnTo>
                  <a:lnTo>
                    <a:pt x="2512792" y="2512792"/>
                  </a:lnTo>
                  <a:lnTo>
                    <a:pt x="2512792" y="0"/>
                  </a:lnTo>
                  <a:close/>
                </a:path>
              </a:pathLst>
            </a:custGeom>
            <a:solidFill>
              <a:srgbClr val="00705C"/>
            </a:solidFill>
          </p:spPr>
          <p:txBody>
            <a:bodyPr wrap="square" lIns="0" tIns="0" rIns="0" bIns="0" rtlCol="0"/>
            <a:lstStyle/>
            <a:p>
              <a:endParaRPr/>
            </a:p>
          </p:txBody>
        </p:sp>
        <p:pic>
          <p:nvPicPr>
            <p:cNvPr id="40" name="object 40"/>
            <p:cNvPicPr/>
            <p:nvPr/>
          </p:nvPicPr>
          <p:blipFill>
            <a:blip r:embed="rId8" cstate="print"/>
            <a:stretch>
              <a:fillRect/>
            </a:stretch>
          </p:blipFill>
          <p:spPr>
            <a:xfrm>
              <a:off x="18855095" y="648031"/>
              <a:ext cx="110411" cy="111910"/>
            </a:xfrm>
            <a:prstGeom prst="rect">
              <a:avLst/>
            </a:prstGeom>
          </p:spPr>
        </p:pic>
        <p:pic>
          <p:nvPicPr>
            <p:cNvPr id="41" name="object 41"/>
            <p:cNvPicPr/>
            <p:nvPr/>
          </p:nvPicPr>
          <p:blipFill>
            <a:blip r:embed="rId9" cstate="print"/>
            <a:stretch>
              <a:fillRect/>
            </a:stretch>
          </p:blipFill>
          <p:spPr>
            <a:xfrm>
              <a:off x="19687214" y="914082"/>
              <a:ext cx="110411" cy="111914"/>
            </a:xfrm>
            <a:prstGeom prst="rect">
              <a:avLst/>
            </a:prstGeom>
          </p:spPr>
        </p:pic>
        <p:pic>
          <p:nvPicPr>
            <p:cNvPr id="42" name="object 42"/>
            <p:cNvPicPr/>
            <p:nvPr/>
          </p:nvPicPr>
          <p:blipFill>
            <a:blip r:embed="rId8" cstate="print"/>
            <a:stretch>
              <a:fillRect/>
            </a:stretch>
          </p:blipFill>
          <p:spPr>
            <a:xfrm>
              <a:off x="19114817" y="333905"/>
              <a:ext cx="110411" cy="111914"/>
            </a:xfrm>
            <a:prstGeom prst="rect">
              <a:avLst/>
            </a:prstGeom>
          </p:spPr>
        </p:pic>
        <p:pic>
          <p:nvPicPr>
            <p:cNvPr id="43" name="object 43"/>
            <p:cNvPicPr/>
            <p:nvPr/>
          </p:nvPicPr>
          <p:blipFill>
            <a:blip r:embed="rId10" cstate="print"/>
            <a:stretch>
              <a:fillRect/>
            </a:stretch>
          </p:blipFill>
          <p:spPr>
            <a:xfrm>
              <a:off x="19686910" y="331294"/>
              <a:ext cx="110411" cy="111914"/>
            </a:xfrm>
            <a:prstGeom prst="rect">
              <a:avLst/>
            </a:prstGeom>
          </p:spPr>
        </p:pic>
        <p:pic>
          <p:nvPicPr>
            <p:cNvPr id="44" name="object 44"/>
            <p:cNvPicPr/>
            <p:nvPr/>
          </p:nvPicPr>
          <p:blipFill>
            <a:blip r:embed="rId11" cstate="print"/>
            <a:stretch>
              <a:fillRect/>
            </a:stretch>
          </p:blipFill>
          <p:spPr>
            <a:xfrm>
              <a:off x="19399579" y="622538"/>
              <a:ext cx="110411" cy="111910"/>
            </a:xfrm>
            <a:prstGeom prst="rect">
              <a:avLst/>
            </a:prstGeom>
          </p:spPr>
        </p:pic>
        <p:pic>
          <p:nvPicPr>
            <p:cNvPr id="45" name="object 45"/>
            <p:cNvPicPr/>
            <p:nvPr/>
          </p:nvPicPr>
          <p:blipFill>
            <a:blip r:embed="rId12" cstate="print"/>
            <a:stretch>
              <a:fillRect/>
            </a:stretch>
          </p:blipFill>
          <p:spPr>
            <a:xfrm>
              <a:off x="19400291" y="1204909"/>
              <a:ext cx="110411" cy="111914"/>
            </a:xfrm>
            <a:prstGeom prst="rect">
              <a:avLst/>
            </a:prstGeom>
          </p:spPr>
        </p:pic>
        <p:pic>
          <p:nvPicPr>
            <p:cNvPr id="46" name="object 46"/>
            <p:cNvPicPr/>
            <p:nvPr/>
          </p:nvPicPr>
          <p:blipFill>
            <a:blip r:embed="rId13" cstate="print"/>
            <a:stretch>
              <a:fillRect/>
            </a:stretch>
          </p:blipFill>
          <p:spPr>
            <a:xfrm>
              <a:off x="19112654" y="913362"/>
              <a:ext cx="110411" cy="111914"/>
            </a:xfrm>
            <a:prstGeom prst="rect">
              <a:avLst/>
            </a:prstGeom>
          </p:spPr>
        </p:pic>
        <p:pic>
          <p:nvPicPr>
            <p:cNvPr id="47" name="object 47"/>
            <p:cNvPicPr/>
            <p:nvPr/>
          </p:nvPicPr>
          <p:blipFill>
            <a:blip r:embed="rId14" cstate="print"/>
            <a:stretch>
              <a:fillRect/>
            </a:stretch>
          </p:blipFill>
          <p:spPr>
            <a:xfrm>
              <a:off x="19687214" y="1495737"/>
              <a:ext cx="110411" cy="111914"/>
            </a:xfrm>
            <a:prstGeom prst="rect">
              <a:avLst/>
            </a:prstGeom>
          </p:spPr>
        </p:pic>
        <p:pic>
          <p:nvPicPr>
            <p:cNvPr id="48" name="object 48"/>
            <p:cNvPicPr/>
            <p:nvPr/>
          </p:nvPicPr>
          <p:blipFill>
            <a:blip r:embed="rId8" cstate="print"/>
            <a:stretch>
              <a:fillRect/>
            </a:stretch>
          </p:blipFill>
          <p:spPr>
            <a:xfrm>
              <a:off x="18540968" y="333905"/>
              <a:ext cx="110411" cy="111910"/>
            </a:xfrm>
            <a:prstGeom prst="rect">
              <a:avLst/>
            </a:prstGeom>
          </p:spPr>
        </p:pic>
        <p:sp>
          <p:nvSpPr>
            <p:cNvPr id="49" name="object 49"/>
            <p:cNvSpPr/>
            <p:nvPr/>
          </p:nvSpPr>
          <p:spPr>
            <a:xfrm>
              <a:off x="17591307" y="0"/>
              <a:ext cx="2513330" cy="2513330"/>
            </a:xfrm>
            <a:custGeom>
              <a:avLst/>
              <a:gdLst/>
              <a:ahLst/>
              <a:cxnLst/>
              <a:rect l="l" t="t" r="r" b="b"/>
              <a:pathLst>
                <a:path w="2513330" h="2513330">
                  <a:moveTo>
                    <a:pt x="0" y="0"/>
                  </a:moveTo>
                  <a:lnTo>
                    <a:pt x="0" y="2512792"/>
                  </a:lnTo>
                  <a:lnTo>
                    <a:pt x="2512792" y="2512792"/>
                  </a:lnTo>
                  <a:lnTo>
                    <a:pt x="0" y="0"/>
                  </a:lnTo>
                  <a:close/>
                </a:path>
              </a:pathLst>
            </a:custGeom>
            <a:solidFill>
              <a:srgbClr val="0E9C4E"/>
            </a:solidFill>
          </p:spPr>
          <p:txBody>
            <a:bodyPr wrap="square" lIns="0" tIns="0" rIns="0" bIns="0" rtlCol="0"/>
            <a:lstStyle/>
            <a:p>
              <a:endParaRPr/>
            </a:p>
          </p:txBody>
        </p:sp>
        <p:sp>
          <p:nvSpPr>
            <p:cNvPr id="50" name="object 50"/>
            <p:cNvSpPr/>
            <p:nvPr/>
          </p:nvSpPr>
          <p:spPr>
            <a:xfrm>
              <a:off x="18164258" y="869813"/>
              <a:ext cx="170815" cy="397510"/>
            </a:xfrm>
            <a:custGeom>
              <a:avLst/>
              <a:gdLst/>
              <a:ahLst/>
              <a:cxnLst/>
              <a:rect l="l" t="t" r="r" b="b"/>
              <a:pathLst>
                <a:path w="170815" h="397509">
                  <a:moveTo>
                    <a:pt x="85243" y="0"/>
                  </a:moveTo>
                  <a:lnTo>
                    <a:pt x="52063" y="6699"/>
                  </a:lnTo>
                  <a:lnTo>
                    <a:pt x="24967" y="24967"/>
                  </a:lnTo>
                  <a:lnTo>
                    <a:pt x="6699" y="52063"/>
                  </a:lnTo>
                  <a:lnTo>
                    <a:pt x="0" y="85243"/>
                  </a:lnTo>
                  <a:lnTo>
                    <a:pt x="0" y="397464"/>
                  </a:lnTo>
                  <a:lnTo>
                    <a:pt x="170486" y="397464"/>
                  </a:lnTo>
                  <a:lnTo>
                    <a:pt x="170486" y="85243"/>
                  </a:lnTo>
                  <a:lnTo>
                    <a:pt x="163787" y="52063"/>
                  </a:lnTo>
                  <a:lnTo>
                    <a:pt x="145519" y="24967"/>
                  </a:lnTo>
                  <a:lnTo>
                    <a:pt x="118423" y="6699"/>
                  </a:lnTo>
                  <a:lnTo>
                    <a:pt x="85243" y="0"/>
                  </a:lnTo>
                  <a:close/>
                </a:path>
              </a:pathLst>
            </a:custGeom>
            <a:solidFill>
              <a:srgbClr val="00705C"/>
            </a:solidFill>
          </p:spPr>
          <p:txBody>
            <a:bodyPr wrap="square" lIns="0" tIns="0" rIns="0" bIns="0" rtlCol="0"/>
            <a:lstStyle/>
            <a:p>
              <a:endParaRPr/>
            </a:p>
          </p:txBody>
        </p:sp>
        <p:sp>
          <p:nvSpPr>
            <p:cNvPr id="51" name="object 51"/>
            <p:cNvSpPr/>
            <p:nvPr/>
          </p:nvSpPr>
          <p:spPr>
            <a:xfrm>
              <a:off x="17968265" y="1148868"/>
              <a:ext cx="1115060" cy="1196975"/>
            </a:xfrm>
            <a:custGeom>
              <a:avLst/>
              <a:gdLst/>
              <a:ahLst/>
              <a:cxnLst/>
              <a:rect l="l" t="t" r="r" b="b"/>
              <a:pathLst>
                <a:path w="1115059" h="1196975">
                  <a:moveTo>
                    <a:pt x="1114866" y="0"/>
                  </a:moveTo>
                  <a:lnTo>
                    <a:pt x="0" y="0"/>
                  </a:lnTo>
                  <a:lnTo>
                    <a:pt x="0" y="1196623"/>
                  </a:lnTo>
                  <a:lnTo>
                    <a:pt x="1114866" y="1196623"/>
                  </a:lnTo>
                  <a:lnTo>
                    <a:pt x="1114866" y="0"/>
                  </a:lnTo>
                  <a:close/>
                </a:path>
              </a:pathLst>
            </a:custGeom>
            <a:solidFill>
              <a:srgbClr val="79C44F"/>
            </a:solidFill>
          </p:spPr>
          <p:txBody>
            <a:bodyPr wrap="square" lIns="0" tIns="0" rIns="0" bIns="0" rtlCol="0"/>
            <a:lstStyle/>
            <a:p>
              <a:endParaRPr/>
            </a:p>
          </p:txBody>
        </p:sp>
        <p:sp>
          <p:nvSpPr>
            <p:cNvPr id="52" name="object 52"/>
            <p:cNvSpPr/>
            <p:nvPr/>
          </p:nvSpPr>
          <p:spPr>
            <a:xfrm>
              <a:off x="18449163" y="1148879"/>
              <a:ext cx="506095" cy="870585"/>
            </a:xfrm>
            <a:custGeom>
              <a:avLst/>
              <a:gdLst/>
              <a:ahLst/>
              <a:cxnLst/>
              <a:rect l="l" t="t" r="r" b="b"/>
              <a:pathLst>
                <a:path w="506094" h="870585">
                  <a:moveTo>
                    <a:pt x="505752" y="0"/>
                  </a:moveTo>
                  <a:lnTo>
                    <a:pt x="336943" y="0"/>
                  </a:lnTo>
                  <a:lnTo>
                    <a:pt x="168821" y="101"/>
                  </a:lnTo>
                  <a:lnTo>
                    <a:pt x="0" y="0"/>
                  </a:lnTo>
                  <a:lnTo>
                    <a:pt x="0" y="482307"/>
                  </a:lnTo>
                  <a:lnTo>
                    <a:pt x="6642" y="515162"/>
                  </a:lnTo>
                  <a:lnTo>
                    <a:pt x="24726" y="541985"/>
                  </a:lnTo>
                  <a:lnTo>
                    <a:pt x="51549" y="560082"/>
                  </a:lnTo>
                  <a:lnTo>
                    <a:pt x="84404" y="566712"/>
                  </a:lnTo>
                  <a:lnTo>
                    <a:pt x="117259" y="560082"/>
                  </a:lnTo>
                  <a:lnTo>
                    <a:pt x="144094" y="541985"/>
                  </a:lnTo>
                  <a:lnTo>
                    <a:pt x="162179" y="515162"/>
                  </a:lnTo>
                  <a:lnTo>
                    <a:pt x="168821" y="482307"/>
                  </a:lnTo>
                  <a:lnTo>
                    <a:pt x="168821" y="386486"/>
                  </a:lnTo>
                  <a:lnTo>
                    <a:pt x="336943" y="386486"/>
                  </a:lnTo>
                  <a:lnTo>
                    <a:pt x="336943" y="785964"/>
                  </a:lnTo>
                  <a:lnTo>
                    <a:pt x="343573" y="818819"/>
                  </a:lnTo>
                  <a:lnTo>
                    <a:pt x="361657" y="845642"/>
                  </a:lnTo>
                  <a:lnTo>
                    <a:pt x="388493" y="863739"/>
                  </a:lnTo>
                  <a:lnTo>
                    <a:pt x="421347" y="870369"/>
                  </a:lnTo>
                  <a:lnTo>
                    <a:pt x="454202" y="863739"/>
                  </a:lnTo>
                  <a:lnTo>
                    <a:pt x="481025" y="845642"/>
                  </a:lnTo>
                  <a:lnTo>
                    <a:pt x="499122" y="818819"/>
                  </a:lnTo>
                  <a:lnTo>
                    <a:pt x="505752" y="785964"/>
                  </a:lnTo>
                  <a:lnTo>
                    <a:pt x="505752" y="0"/>
                  </a:lnTo>
                  <a:close/>
                </a:path>
              </a:pathLst>
            </a:custGeom>
            <a:solidFill>
              <a:srgbClr val="FFD13B"/>
            </a:solidFill>
          </p:spPr>
          <p:txBody>
            <a:bodyPr wrap="square" lIns="0" tIns="0" rIns="0" bIns="0" rtlCol="0"/>
            <a:lstStyle/>
            <a:p>
              <a:endParaRPr/>
            </a:p>
          </p:txBody>
        </p:sp>
        <p:sp>
          <p:nvSpPr>
            <p:cNvPr id="53" name="object 53"/>
            <p:cNvSpPr/>
            <p:nvPr/>
          </p:nvSpPr>
          <p:spPr>
            <a:xfrm>
              <a:off x="18617642" y="1384230"/>
              <a:ext cx="168910" cy="567055"/>
            </a:xfrm>
            <a:custGeom>
              <a:avLst/>
              <a:gdLst/>
              <a:ahLst/>
              <a:cxnLst/>
              <a:rect l="l" t="t" r="r" b="b"/>
              <a:pathLst>
                <a:path w="168909" h="567055">
                  <a:moveTo>
                    <a:pt x="84405" y="0"/>
                  </a:moveTo>
                  <a:lnTo>
                    <a:pt x="51551" y="6632"/>
                  </a:lnTo>
                  <a:lnTo>
                    <a:pt x="24721" y="24721"/>
                  </a:lnTo>
                  <a:lnTo>
                    <a:pt x="6632" y="51551"/>
                  </a:lnTo>
                  <a:lnTo>
                    <a:pt x="0" y="84405"/>
                  </a:lnTo>
                  <a:lnTo>
                    <a:pt x="0" y="566715"/>
                  </a:lnTo>
                  <a:lnTo>
                    <a:pt x="168811" y="566715"/>
                  </a:lnTo>
                  <a:lnTo>
                    <a:pt x="168811" y="84405"/>
                  </a:lnTo>
                  <a:lnTo>
                    <a:pt x="162178" y="51551"/>
                  </a:lnTo>
                  <a:lnTo>
                    <a:pt x="144089" y="24721"/>
                  </a:lnTo>
                  <a:lnTo>
                    <a:pt x="117260" y="6632"/>
                  </a:lnTo>
                  <a:lnTo>
                    <a:pt x="84405" y="0"/>
                  </a:lnTo>
                  <a:close/>
                </a:path>
              </a:pathLst>
            </a:custGeom>
            <a:solidFill>
              <a:srgbClr val="79C44F"/>
            </a:solidFill>
          </p:spPr>
          <p:txBody>
            <a:bodyPr wrap="square" lIns="0" tIns="0" rIns="0" bIns="0" rtlCol="0"/>
            <a:lstStyle/>
            <a:p>
              <a:endParaRPr/>
            </a:p>
          </p:txBody>
        </p:sp>
        <p:sp>
          <p:nvSpPr>
            <p:cNvPr id="54" name="object 54"/>
            <p:cNvSpPr/>
            <p:nvPr/>
          </p:nvSpPr>
          <p:spPr>
            <a:xfrm>
              <a:off x="17957517" y="518196"/>
              <a:ext cx="1147445" cy="539750"/>
            </a:xfrm>
            <a:custGeom>
              <a:avLst/>
              <a:gdLst/>
              <a:ahLst/>
              <a:cxnLst/>
              <a:rect l="l" t="t" r="r" b="b"/>
              <a:pathLst>
                <a:path w="1147444" h="539750">
                  <a:moveTo>
                    <a:pt x="1146834" y="539250"/>
                  </a:moveTo>
                  <a:lnTo>
                    <a:pt x="1144725" y="492789"/>
                  </a:lnTo>
                  <a:lnTo>
                    <a:pt x="1138514" y="447413"/>
                  </a:lnTo>
                  <a:lnTo>
                    <a:pt x="1128375" y="403284"/>
                  </a:lnTo>
                  <a:lnTo>
                    <a:pt x="1114481" y="360566"/>
                  </a:lnTo>
                  <a:lnTo>
                    <a:pt x="1097005" y="319422"/>
                  </a:lnTo>
                  <a:lnTo>
                    <a:pt x="1076121" y="280014"/>
                  </a:lnTo>
                  <a:lnTo>
                    <a:pt x="1052002" y="242507"/>
                  </a:lnTo>
                  <a:lnTo>
                    <a:pt x="1024822" y="207063"/>
                  </a:lnTo>
                  <a:lnTo>
                    <a:pt x="994755" y="173845"/>
                  </a:lnTo>
                  <a:lnTo>
                    <a:pt x="961973" y="143016"/>
                  </a:lnTo>
                  <a:lnTo>
                    <a:pt x="926650" y="114740"/>
                  </a:lnTo>
                  <a:lnTo>
                    <a:pt x="888960" y="89180"/>
                  </a:lnTo>
                  <a:lnTo>
                    <a:pt x="849077" y="66499"/>
                  </a:lnTo>
                  <a:lnTo>
                    <a:pt x="807172" y="46859"/>
                  </a:lnTo>
                  <a:lnTo>
                    <a:pt x="763421" y="30425"/>
                  </a:lnTo>
                  <a:lnTo>
                    <a:pt x="717997" y="17358"/>
                  </a:lnTo>
                  <a:lnTo>
                    <a:pt x="671072" y="7823"/>
                  </a:lnTo>
                  <a:lnTo>
                    <a:pt x="622821" y="1983"/>
                  </a:lnTo>
                  <a:lnTo>
                    <a:pt x="573417" y="0"/>
                  </a:lnTo>
                  <a:lnTo>
                    <a:pt x="524012" y="1983"/>
                  </a:lnTo>
                  <a:lnTo>
                    <a:pt x="475761" y="7823"/>
                  </a:lnTo>
                  <a:lnTo>
                    <a:pt x="428837" y="17358"/>
                  </a:lnTo>
                  <a:lnTo>
                    <a:pt x="383412" y="30425"/>
                  </a:lnTo>
                  <a:lnTo>
                    <a:pt x="339661" y="46859"/>
                  </a:lnTo>
                  <a:lnTo>
                    <a:pt x="297757" y="66499"/>
                  </a:lnTo>
                  <a:lnTo>
                    <a:pt x="257873" y="89180"/>
                  </a:lnTo>
                  <a:lnTo>
                    <a:pt x="220183" y="114740"/>
                  </a:lnTo>
                  <a:lnTo>
                    <a:pt x="184860" y="143016"/>
                  </a:lnTo>
                  <a:lnTo>
                    <a:pt x="152079" y="173845"/>
                  </a:lnTo>
                  <a:lnTo>
                    <a:pt x="122011" y="207063"/>
                  </a:lnTo>
                  <a:lnTo>
                    <a:pt x="94831" y="242507"/>
                  </a:lnTo>
                  <a:lnTo>
                    <a:pt x="70713" y="280014"/>
                  </a:lnTo>
                  <a:lnTo>
                    <a:pt x="49829" y="319422"/>
                  </a:lnTo>
                  <a:lnTo>
                    <a:pt x="32353" y="360566"/>
                  </a:lnTo>
                  <a:lnTo>
                    <a:pt x="18458" y="403284"/>
                  </a:lnTo>
                  <a:lnTo>
                    <a:pt x="8319" y="447413"/>
                  </a:lnTo>
                  <a:lnTo>
                    <a:pt x="2108" y="492789"/>
                  </a:lnTo>
                  <a:lnTo>
                    <a:pt x="0" y="539250"/>
                  </a:lnTo>
                </a:path>
              </a:pathLst>
            </a:custGeom>
            <a:ln w="73296">
              <a:solidFill>
                <a:srgbClr val="79C44F"/>
              </a:solidFill>
            </a:ln>
          </p:spPr>
          <p:txBody>
            <a:bodyPr wrap="square" lIns="0" tIns="0" rIns="0" bIns="0" rtlCol="0"/>
            <a:lstStyle/>
            <a:p>
              <a:endParaRPr/>
            </a:p>
          </p:txBody>
        </p:sp>
        <p:sp>
          <p:nvSpPr>
            <p:cNvPr id="55" name="object 55"/>
            <p:cNvSpPr/>
            <p:nvPr/>
          </p:nvSpPr>
          <p:spPr>
            <a:xfrm>
              <a:off x="19104351" y="1046863"/>
              <a:ext cx="0" cy="241300"/>
            </a:xfrm>
            <a:custGeom>
              <a:avLst/>
              <a:gdLst/>
              <a:ahLst/>
              <a:cxnLst/>
              <a:rect l="l" t="t" r="r" b="b"/>
              <a:pathLst>
                <a:path h="241300">
                  <a:moveTo>
                    <a:pt x="0" y="0"/>
                  </a:moveTo>
                  <a:lnTo>
                    <a:pt x="0" y="240830"/>
                  </a:lnTo>
                </a:path>
              </a:pathLst>
            </a:custGeom>
            <a:ln w="73296">
              <a:solidFill>
                <a:srgbClr val="79C44F"/>
              </a:solidFill>
            </a:ln>
          </p:spPr>
          <p:txBody>
            <a:bodyPr wrap="square" lIns="0" tIns="0" rIns="0" bIns="0" rtlCol="0"/>
            <a:lstStyle/>
            <a:p>
              <a:endParaRPr/>
            </a:p>
          </p:txBody>
        </p:sp>
        <p:sp>
          <p:nvSpPr>
            <p:cNvPr id="56" name="object 56"/>
            <p:cNvSpPr/>
            <p:nvPr/>
          </p:nvSpPr>
          <p:spPr>
            <a:xfrm>
              <a:off x="17957518" y="1046863"/>
              <a:ext cx="0" cy="241300"/>
            </a:xfrm>
            <a:custGeom>
              <a:avLst/>
              <a:gdLst/>
              <a:ahLst/>
              <a:cxnLst/>
              <a:rect l="l" t="t" r="r" b="b"/>
              <a:pathLst>
                <a:path h="241300">
                  <a:moveTo>
                    <a:pt x="0" y="0"/>
                  </a:moveTo>
                  <a:lnTo>
                    <a:pt x="0" y="240830"/>
                  </a:lnTo>
                </a:path>
              </a:pathLst>
            </a:custGeom>
            <a:ln w="73296">
              <a:solidFill>
                <a:srgbClr val="79C44F"/>
              </a:solidFill>
            </a:ln>
          </p:spPr>
          <p:txBody>
            <a:bodyPr wrap="square" lIns="0" tIns="0" rIns="0" bIns="0" rtlCol="0"/>
            <a:lstStyle/>
            <a:p>
              <a:endParaRPr/>
            </a:p>
          </p:txBody>
        </p:sp>
        <p:sp>
          <p:nvSpPr>
            <p:cNvPr id="57" name="object 57"/>
            <p:cNvSpPr/>
            <p:nvPr/>
          </p:nvSpPr>
          <p:spPr>
            <a:xfrm>
              <a:off x="0" y="0"/>
              <a:ext cx="2512695" cy="2512060"/>
            </a:xfrm>
            <a:custGeom>
              <a:avLst/>
              <a:gdLst/>
              <a:ahLst/>
              <a:cxnLst/>
              <a:rect l="l" t="t" r="r" b="b"/>
              <a:pathLst>
                <a:path w="2512695" h="2512060">
                  <a:moveTo>
                    <a:pt x="2512279" y="0"/>
                  </a:moveTo>
                  <a:lnTo>
                    <a:pt x="0" y="0"/>
                  </a:lnTo>
                  <a:lnTo>
                    <a:pt x="0" y="2512007"/>
                  </a:lnTo>
                  <a:lnTo>
                    <a:pt x="2512279" y="2512007"/>
                  </a:lnTo>
                  <a:lnTo>
                    <a:pt x="2512279" y="0"/>
                  </a:lnTo>
                  <a:close/>
                </a:path>
              </a:pathLst>
            </a:custGeom>
            <a:solidFill>
              <a:srgbClr val="00705C"/>
            </a:solidFill>
          </p:spPr>
          <p:txBody>
            <a:bodyPr wrap="square" lIns="0" tIns="0" rIns="0" bIns="0" rtlCol="0"/>
            <a:lstStyle/>
            <a:p>
              <a:endParaRPr/>
            </a:p>
          </p:txBody>
        </p:sp>
        <p:sp>
          <p:nvSpPr>
            <p:cNvPr id="58" name="object 58"/>
            <p:cNvSpPr/>
            <p:nvPr/>
          </p:nvSpPr>
          <p:spPr>
            <a:xfrm>
              <a:off x="0" y="207861"/>
              <a:ext cx="2512695" cy="2139315"/>
            </a:xfrm>
            <a:custGeom>
              <a:avLst/>
              <a:gdLst/>
              <a:ahLst/>
              <a:cxnLst/>
              <a:rect l="l" t="t" r="r" b="b"/>
              <a:pathLst>
                <a:path w="2512695" h="2139315">
                  <a:moveTo>
                    <a:pt x="2512279" y="182573"/>
                  </a:moveTo>
                  <a:lnTo>
                    <a:pt x="2487367" y="162865"/>
                  </a:lnTo>
                  <a:lnTo>
                    <a:pt x="2446146" y="130239"/>
                  </a:lnTo>
                  <a:lnTo>
                    <a:pt x="2405518" y="98097"/>
                  </a:lnTo>
                  <a:lnTo>
                    <a:pt x="2365267" y="66298"/>
                  </a:lnTo>
                  <a:lnTo>
                    <a:pt x="2325180" y="34704"/>
                  </a:lnTo>
                  <a:lnTo>
                    <a:pt x="2280086" y="8828"/>
                  </a:lnTo>
                  <a:lnTo>
                    <a:pt x="2233340" y="0"/>
                  </a:lnTo>
                  <a:lnTo>
                    <a:pt x="2186618" y="8254"/>
                  </a:lnTo>
                  <a:lnTo>
                    <a:pt x="2141594" y="33625"/>
                  </a:lnTo>
                  <a:lnTo>
                    <a:pt x="2100969" y="65227"/>
                  </a:lnTo>
                  <a:lnTo>
                    <a:pt x="2060359" y="96855"/>
                  </a:lnTo>
                  <a:lnTo>
                    <a:pt x="2019810" y="128565"/>
                  </a:lnTo>
                  <a:lnTo>
                    <a:pt x="1979370" y="160414"/>
                  </a:lnTo>
                  <a:lnTo>
                    <a:pt x="1939087" y="192458"/>
                  </a:lnTo>
                  <a:lnTo>
                    <a:pt x="1897731" y="220917"/>
                  </a:lnTo>
                  <a:lnTo>
                    <a:pt x="1854069" y="242304"/>
                  </a:lnTo>
                  <a:lnTo>
                    <a:pt x="1808759" y="256614"/>
                  </a:lnTo>
                  <a:lnTo>
                    <a:pt x="1762458" y="263843"/>
                  </a:lnTo>
                  <a:lnTo>
                    <a:pt x="1715821" y="263985"/>
                  </a:lnTo>
                  <a:lnTo>
                    <a:pt x="1669508" y="257035"/>
                  </a:lnTo>
                  <a:lnTo>
                    <a:pt x="1624173" y="242987"/>
                  </a:lnTo>
                  <a:lnTo>
                    <a:pt x="1580474" y="221837"/>
                  </a:lnTo>
                  <a:lnTo>
                    <a:pt x="1539068" y="193579"/>
                  </a:lnTo>
                  <a:lnTo>
                    <a:pt x="1498049" y="161093"/>
                  </a:lnTo>
                  <a:lnTo>
                    <a:pt x="1456942" y="128722"/>
                  </a:lnTo>
                  <a:lnTo>
                    <a:pt x="1415762" y="96443"/>
                  </a:lnTo>
                  <a:lnTo>
                    <a:pt x="1374527" y="64235"/>
                  </a:lnTo>
                  <a:lnTo>
                    <a:pt x="1333252" y="32076"/>
                  </a:lnTo>
                  <a:lnTo>
                    <a:pt x="1287461" y="7585"/>
                  </a:lnTo>
                  <a:lnTo>
                    <a:pt x="1237599" y="243"/>
                  </a:lnTo>
                  <a:lnTo>
                    <a:pt x="1187429" y="9987"/>
                  </a:lnTo>
                  <a:lnTo>
                    <a:pt x="1140713" y="36756"/>
                  </a:lnTo>
                  <a:lnTo>
                    <a:pt x="1104015" y="66479"/>
                  </a:lnTo>
                  <a:lnTo>
                    <a:pt x="1067420" y="96327"/>
                  </a:lnTo>
                  <a:lnTo>
                    <a:pt x="1030883" y="126247"/>
                  </a:lnTo>
                  <a:lnTo>
                    <a:pt x="994361" y="156183"/>
                  </a:lnTo>
                  <a:lnTo>
                    <a:pt x="957808" y="186082"/>
                  </a:lnTo>
                  <a:lnTo>
                    <a:pt x="915417" y="216157"/>
                  </a:lnTo>
                  <a:lnTo>
                    <a:pt x="870969" y="239109"/>
                  </a:lnTo>
                  <a:lnTo>
                    <a:pt x="825009" y="254895"/>
                  </a:lnTo>
                  <a:lnTo>
                    <a:pt x="778081" y="263470"/>
                  </a:lnTo>
                  <a:lnTo>
                    <a:pt x="730727" y="264791"/>
                  </a:lnTo>
                  <a:lnTo>
                    <a:pt x="683492" y="258814"/>
                  </a:lnTo>
                  <a:lnTo>
                    <a:pt x="636919" y="245495"/>
                  </a:lnTo>
                  <a:lnTo>
                    <a:pt x="591553" y="224791"/>
                  </a:lnTo>
                  <a:lnTo>
                    <a:pt x="547936" y="196657"/>
                  </a:lnTo>
                  <a:lnTo>
                    <a:pt x="509163" y="166876"/>
                  </a:lnTo>
                  <a:lnTo>
                    <a:pt x="470972" y="136316"/>
                  </a:lnTo>
                  <a:lnTo>
                    <a:pt x="433149" y="105267"/>
                  </a:lnTo>
                  <a:lnTo>
                    <a:pt x="395480" y="74019"/>
                  </a:lnTo>
                  <a:lnTo>
                    <a:pt x="357753" y="42861"/>
                  </a:lnTo>
                  <a:lnTo>
                    <a:pt x="315931" y="15779"/>
                  </a:lnTo>
                  <a:lnTo>
                    <a:pt x="273188" y="2097"/>
                  </a:lnTo>
                  <a:lnTo>
                    <a:pt x="230094" y="1857"/>
                  </a:lnTo>
                  <a:lnTo>
                    <a:pt x="187225" y="15099"/>
                  </a:lnTo>
                  <a:lnTo>
                    <a:pt x="145152" y="41866"/>
                  </a:lnTo>
                  <a:lnTo>
                    <a:pt x="104629" y="74639"/>
                  </a:lnTo>
                  <a:lnTo>
                    <a:pt x="64113" y="107423"/>
                  </a:lnTo>
                  <a:lnTo>
                    <a:pt x="23597" y="140205"/>
                  </a:lnTo>
                  <a:lnTo>
                    <a:pt x="0" y="159286"/>
                  </a:lnTo>
                </a:path>
                <a:path w="2512695" h="2139315">
                  <a:moveTo>
                    <a:pt x="2512279" y="651145"/>
                  </a:moveTo>
                  <a:lnTo>
                    <a:pt x="2487367" y="631437"/>
                  </a:lnTo>
                  <a:lnTo>
                    <a:pt x="2446146" y="598811"/>
                  </a:lnTo>
                  <a:lnTo>
                    <a:pt x="2405518" y="566669"/>
                  </a:lnTo>
                  <a:lnTo>
                    <a:pt x="2365267" y="534870"/>
                  </a:lnTo>
                  <a:lnTo>
                    <a:pt x="2325180" y="503276"/>
                  </a:lnTo>
                  <a:lnTo>
                    <a:pt x="2280086" y="477400"/>
                  </a:lnTo>
                  <a:lnTo>
                    <a:pt x="2233340" y="468572"/>
                  </a:lnTo>
                  <a:lnTo>
                    <a:pt x="2186618" y="476826"/>
                  </a:lnTo>
                  <a:lnTo>
                    <a:pt x="2141594" y="502198"/>
                  </a:lnTo>
                  <a:lnTo>
                    <a:pt x="2100969" y="533799"/>
                  </a:lnTo>
                  <a:lnTo>
                    <a:pt x="2060359" y="565427"/>
                  </a:lnTo>
                  <a:lnTo>
                    <a:pt x="2019810" y="597137"/>
                  </a:lnTo>
                  <a:lnTo>
                    <a:pt x="1979370" y="628986"/>
                  </a:lnTo>
                  <a:lnTo>
                    <a:pt x="1939087" y="661030"/>
                  </a:lnTo>
                  <a:lnTo>
                    <a:pt x="1897731" y="689489"/>
                  </a:lnTo>
                  <a:lnTo>
                    <a:pt x="1854069" y="710876"/>
                  </a:lnTo>
                  <a:lnTo>
                    <a:pt x="1808759" y="725186"/>
                  </a:lnTo>
                  <a:lnTo>
                    <a:pt x="1762458" y="732415"/>
                  </a:lnTo>
                  <a:lnTo>
                    <a:pt x="1715821" y="732557"/>
                  </a:lnTo>
                  <a:lnTo>
                    <a:pt x="1669508" y="725607"/>
                  </a:lnTo>
                  <a:lnTo>
                    <a:pt x="1624173" y="711559"/>
                  </a:lnTo>
                  <a:lnTo>
                    <a:pt x="1580474" y="690409"/>
                  </a:lnTo>
                  <a:lnTo>
                    <a:pt x="1539068" y="662151"/>
                  </a:lnTo>
                  <a:lnTo>
                    <a:pt x="1498049" y="629665"/>
                  </a:lnTo>
                  <a:lnTo>
                    <a:pt x="1456942" y="597294"/>
                  </a:lnTo>
                  <a:lnTo>
                    <a:pt x="1415762" y="565015"/>
                  </a:lnTo>
                  <a:lnTo>
                    <a:pt x="1374527" y="532807"/>
                  </a:lnTo>
                  <a:lnTo>
                    <a:pt x="1333252" y="500648"/>
                  </a:lnTo>
                  <a:lnTo>
                    <a:pt x="1287461" y="476157"/>
                  </a:lnTo>
                  <a:lnTo>
                    <a:pt x="1237599" y="468815"/>
                  </a:lnTo>
                  <a:lnTo>
                    <a:pt x="1187429" y="478559"/>
                  </a:lnTo>
                  <a:lnTo>
                    <a:pt x="1140713" y="505328"/>
                  </a:lnTo>
                  <a:lnTo>
                    <a:pt x="1104015" y="535051"/>
                  </a:lnTo>
                  <a:lnTo>
                    <a:pt x="1067420" y="564899"/>
                  </a:lnTo>
                  <a:lnTo>
                    <a:pt x="1030883" y="594819"/>
                  </a:lnTo>
                  <a:lnTo>
                    <a:pt x="994361" y="624755"/>
                  </a:lnTo>
                  <a:lnTo>
                    <a:pt x="957808" y="654654"/>
                  </a:lnTo>
                  <a:lnTo>
                    <a:pt x="915417" y="684729"/>
                  </a:lnTo>
                  <a:lnTo>
                    <a:pt x="870969" y="707681"/>
                  </a:lnTo>
                  <a:lnTo>
                    <a:pt x="825009" y="723467"/>
                  </a:lnTo>
                  <a:lnTo>
                    <a:pt x="778081" y="732042"/>
                  </a:lnTo>
                  <a:lnTo>
                    <a:pt x="730727" y="733363"/>
                  </a:lnTo>
                  <a:lnTo>
                    <a:pt x="683492" y="727386"/>
                  </a:lnTo>
                  <a:lnTo>
                    <a:pt x="636919" y="714067"/>
                  </a:lnTo>
                  <a:lnTo>
                    <a:pt x="591553" y="693363"/>
                  </a:lnTo>
                  <a:lnTo>
                    <a:pt x="547936" y="665229"/>
                  </a:lnTo>
                  <a:lnTo>
                    <a:pt x="509163" y="635448"/>
                  </a:lnTo>
                  <a:lnTo>
                    <a:pt x="470972" y="604888"/>
                  </a:lnTo>
                  <a:lnTo>
                    <a:pt x="433149" y="573840"/>
                  </a:lnTo>
                  <a:lnTo>
                    <a:pt x="395480" y="542591"/>
                  </a:lnTo>
                  <a:lnTo>
                    <a:pt x="357753" y="511433"/>
                  </a:lnTo>
                  <a:lnTo>
                    <a:pt x="315931" y="484351"/>
                  </a:lnTo>
                  <a:lnTo>
                    <a:pt x="273188" y="470669"/>
                  </a:lnTo>
                  <a:lnTo>
                    <a:pt x="230094" y="470429"/>
                  </a:lnTo>
                  <a:lnTo>
                    <a:pt x="187225" y="483671"/>
                  </a:lnTo>
                  <a:lnTo>
                    <a:pt x="145152" y="510438"/>
                  </a:lnTo>
                  <a:lnTo>
                    <a:pt x="104629" y="543211"/>
                  </a:lnTo>
                  <a:lnTo>
                    <a:pt x="64113" y="575995"/>
                  </a:lnTo>
                  <a:lnTo>
                    <a:pt x="23597" y="608777"/>
                  </a:lnTo>
                  <a:lnTo>
                    <a:pt x="0" y="627858"/>
                  </a:lnTo>
                </a:path>
                <a:path w="2512695" h="2139315">
                  <a:moveTo>
                    <a:pt x="2512279" y="1119717"/>
                  </a:moveTo>
                  <a:lnTo>
                    <a:pt x="2487367" y="1100009"/>
                  </a:lnTo>
                  <a:lnTo>
                    <a:pt x="2446146" y="1067384"/>
                  </a:lnTo>
                  <a:lnTo>
                    <a:pt x="2405518" y="1035241"/>
                  </a:lnTo>
                  <a:lnTo>
                    <a:pt x="2365267" y="1003442"/>
                  </a:lnTo>
                  <a:lnTo>
                    <a:pt x="2325180" y="971848"/>
                  </a:lnTo>
                  <a:lnTo>
                    <a:pt x="2280086" y="945972"/>
                  </a:lnTo>
                  <a:lnTo>
                    <a:pt x="2233340" y="937144"/>
                  </a:lnTo>
                  <a:lnTo>
                    <a:pt x="2186618" y="945398"/>
                  </a:lnTo>
                  <a:lnTo>
                    <a:pt x="2141594" y="970770"/>
                  </a:lnTo>
                  <a:lnTo>
                    <a:pt x="2100969" y="1002371"/>
                  </a:lnTo>
                  <a:lnTo>
                    <a:pt x="2060359" y="1033999"/>
                  </a:lnTo>
                  <a:lnTo>
                    <a:pt x="2019810" y="1065710"/>
                  </a:lnTo>
                  <a:lnTo>
                    <a:pt x="1979370" y="1097559"/>
                  </a:lnTo>
                  <a:lnTo>
                    <a:pt x="1939087" y="1129603"/>
                  </a:lnTo>
                  <a:lnTo>
                    <a:pt x="1897731" y="1158061"/>
                  </a:lnTo>
                  <a:lnTo>
                    <a:pt x="1854069" y="1179448"/>
                  </a:lnTo>
                  <a:lnTo>
                    <a:pt x="1808759" y="1193758"/>
                  </a:lnTo>
                  <a:lnTo>
                    <a:pt x="1762458" y="1200987"/>
                  </a:lnTo>
                  <a:lnTo>
                    <a:pt x="1715821" y="1201129"/>
                  </a:lnTo>
                  <a:lnTo>
                    <a:pt x="1669508" y="1194179"/>
                  </a:lnTo>
                  <a:lnTo>
                    <a:pt x="1624173" y="1180132"/>
                  </a:lnTo>
                  <a:lnTo>
                    <a:pt x="1580474" y="1158981"/>
                  </a:lnTo>
                  <a:lnTo>
                    <a:pt x="1539068" y="1130723"/>
                  </a:lnTo>
                  <a:lnTo>
                    <a:pt x="1498049" y="1098237"/>
                  </a:lnTo>
                  <a:lnTo>
                    <a:pt x="1456942" y="1065866"/>
                  </a:lnTo>
                  <a:lnTo>
                    <a:pt x="1415762" y="1033587"/>
                  </a:lnTo>
                  <a:lnTo>
                    <a:pt x="1374527" y="1001379"/>
                  </a:lnTo>
                  <a:lnTo>
                    <a:pt x="1333252" y="969220"/>
                  </a:lnTo>
                  <a:lnTo>
                    <a:pt x="1287461" y="944729"/>
                  </a:lnTo>
                  <a:lnTo>
                    <a:pt x="1237599" y="937387"/>
                  </a:lnTo>
                  <a:lnTo>
                    <a:pt x="1187429" y="947131"/>
                  </a:lnTo>
                  <a:lnTo>
                    <a:pt x="1140713" y="973900"/>
                  </a:lnTo>
                  <a:lnTo>
                    <a:pt x="1104015" y="1003623"/>
                  </a:lnTo>
                  <a:lnTo>
                    <a:pt x="1067420" y="1033471"/>
                  </a:lnTo>
                  <a:lnTo>
                    <a:pt x="1030883" y="1063391"/>
                  </a:lnTo>
                  <a:lnTo>
                    <a:pt x="994361" y="1093328"/>
                  </a:lnTo>
                  <a:lnTo>
                    <a:pt x="957808" y="1123226"/>
                  </a:lnTo>
                  <a:lnTo>
                    <a:pt x="915417" y="1153301"/>
                  </a:lnTo>
                  <a:lnTo>
                    <a:pt x="870969" y="1176253"/>
                  </a:lnTo>
                  <a:lnTo>
                    <a:pt x="825009" y="1192039"/>
                  </a:lnTo>
                  <a:lnTo>
                    <a:pt x="778081" y="1200614"/>
                  </a:lnTo>
                  <a:lnTo>
                    <a:pt x="730727" y="1201935"/>
                  </a:lnTo>
                  <a:lnTo>
                    <a:pt x="683492" y="1195958"/>
                  </a:lnTo>
                  <a:lnTo>
                    <a:pt x="636919" y="1182639"/>
                  </a:lnTo>
                  <a:lnTo>
                    <a:pt x="591553" y="1161935"/>
                  </a:lnTo>
                  <a:lnTo>
                    <a:pt x="547936" y="1133801"/>
                  </a:lnTo>
                  <a:lnTo>
                    <a:pt x="509163" y="1104020"/>
                  </a:lnTo>
                  <a:lnTo>
                    <a:pt x="470972" y="1073460"/>
                  </a:lnTo>
                  <a:lnTo>
                    <a:pt x="433149" y="1042412"/>
                  </a:lnTo>
                  <a:lnTo>
                    <a:pt x="395480" y="1011163"/>
                  </a:lnTo>
                  <a:lnTo>
                    <a:pt x="357753" y="980005"/>
                  </a:lnTo>
                  <a:lnTo>
                    <a:pt x="315931" y="952923"/>
                  </a:lnTo>
                  <a:lnTo>
                    <a:pt x="273188" y="939241"/>
                  </a:lnTo>
                  <a:lnTo>
                    <a:pt x="230094" y="939001"/>
                  </a:lnTo>
                  <a:lnTo>
                    <a:pt x="187225" y="952244"/>
                  </a:lnTo>
                  <a:lnTo>
                    <a:pt x="145152" y="979010"/>
                  </a:lnTo>
                  <a:lnTo>
                    <a:pt x="104629" y="1011783"/>
                  </a:lnTo>
                  <a:lnTo>
                    <a:pt x="64113" y="1044567"/>
                  </a:lnTo>
                  <a:lnTo>
                    <a:pt x="23597" y="1077349"/>
                  </a:lnTo>
                  <a:lnTo>
                    <a:pt x="0" y="1096430"/>
                  </a:lnTo>
                </a:path>
                <a:path w="2512695" h="2139315">
                  <a:moveTo>
                    <a:pt x="2512279" y="1588289"/>
                  </a:moveTo>
                  <a:lnTo>
                    <a:pt x="2487367" y="1568581"/>
                  </a:lnTo>
                  <a:lnTo>
                    <a:pt x="2446146" y="1535956"/>
                  </a:lnTo>
                  <a:lnTo>
                    <a:pt x="2405518" y="1503813"/>
                  </a:lnTo>
                  <a:lnTo>
                    <a:pt x="2365267" y="1472014"/>
                  </a:lnTo>
                  <a:lnTo>
                    <a:pt x="2325180" y="1440420"/>
                  </a:lnTo>
                  <a:lnTo>
                    <a:pt x="2280086" y="1414544"/>
                  </a:lnTo>
                  <a:lnTo>
                    <a:pt x="2233340" y="1405716"/>
                  </a:lnTo>
                  <a:lnTo>
                    <a:pt x="2186618" y="1413970"/>
                  </a:lnTo>
                  <a:lnTo>
                    <a:pt x="2141594" y="1439342"/>
                  </a:lnTo>
                  <a:lnTo>
                    <a:pt x="2100969" y="1470944"/>
                  </a:lnTo>
                  <a:lnTo>
                    <a:pt x="2060359" y="1502571"/>
                  </a:lnTo>
                  <a:lnTo>
                    <a:pt x="2019810" y="1534282"/>
                  </a:lnTo>
                  <a:lnTo>
                    <a:pt x="1979370" y="1566131"/>
                  </a:lnTo>
                  <a:lnTo>
                    <a:pt x="1939087" y="1598175"/>
                  </a:lnTo>
                  <a:lnTo>
                    <a:pt x="1897731" y="1626633"/>
                  </a:lnTo>
                  <a:lnTo>
                    <a:pt x="1854069" y="1648020"/>
                  </a:lnTo>
                  <a:lnTo>
                    <a:pt x="1808759" y="1662331"/>
                  </a:lnTo>
                  <a:lnTo>
                    <a:pt x="1762458" y="1669559"/>
                  </a:lnTo>
                  <a:lnTo>
                    <a:pt x="1715821" y="1669702"/>
                  </a:lnTo>
                  <a:lnTo>
                    <a:pt x="1669508" y="1662751"/>
                  </a:lnTo>
                  <a:lnTo>
                    <a:pt x="1624173" y="1648704"/>
                  </a:lnTo>
                  <a:lnTo>
                    <a:pt x="1580474" y="1627553"/>
                  </a:lnTo>
                  <a:lnTo>
                    <a:pt x="1539068" y="1599295"/>
                  </a:lnTo>
                  <a:lnTo>
                    <a:pt x="1498049" y="1566809"/>
                  </a:lnTo>
                  <a:lnTo>
                    <a:pt x="1456942" y="1534438"/>
                  </a:lnTo>
                  <a:lnTo>
                    <a:pt x="1415762" y="1502159"/>
                  </a:lnTo>
                  <a:lnTo>
                    <a:pt x="1374527" y="1469951"/>
                  </a:lnTo>
                  <a:lnTo>
                    <a:pt x="1333252" y="1437792"/>
                  </a:lnTo>
                  <a:lnTo>
                    <a:pt x="1287461" y="1413302"/>
                  </a:lnTo>
                  <a:lnTo>
                    <a:pt x="1237599" y="1405959"/>
                  </a:lnTo>
                  <a:lnTo>
                    <a:pt x="1187429" y="1415704"/>
                  </a:lnTo>
                  <a:lnTo>
                    <a:pt x="1140713" y="1442473"/>
                  </a:lnTo>
                  <a:lnTo>
                    <a:pt x="1104015" y="1472195"/>
                  </a:lnTo>
                  <a:lnTo>
                    <a:pt x="1067420" y="1502043"/>
                  </a:lnTo>
                  <a:lnTo>
                    <a:pt x="1030883" y="1531963"/>
                  </a:lnTo>
                  <a:lnTo>
                    <a:pt x="994361" y="1561900"/>
                  </a:lnTo>
                  <a:lnTo>
                    <a:pt x="957808" y="1591798"/>
                  </a:lnTo>
                  <a:lnTo>
                    <a:pt x="915417" y="1621873"/>
                  </a:lnTo>
                  <a:lnTo>
                    <a:pt x="870969" y="1644825"/>
                  </a:lnTo>
                  <a:lnTo>
                    <a:pt x="825009" y="1660611"/>
                  </a:lnTo>
                  <a:lnTo>
                    <a:pt x="778081" y="1669186"/>
                  </a:lnTo>
                  <a:lnTo>
                    <a:pt x="730727" y="1670507"/>
                  </a:lnTo>
                  <a:lnTo>
                    <a:pt x="683492" y="1664530"/>
                  </a:lnTo>
                  <a:lnTo>
                    <a:pt x="636919" y="1651211"/>
                  </a:lnTo>
                  <a:lnTo>
                    <a:pt x="591553" y="1630507"/>
                  </a:lnTo>
                  <a:lnTo>
                    <a:pt x="547936" y="1602373"/>
                  </a:lnTo>
                  <a:lnTo>
                    <a:pt x="509163" y="1572592"/>
                  </a:lnTo>
                  <a:lnTo>
                    <a:pt x="470972" y="1542033"/>
                  </a:lnTo>
                  <a:lnTo>
                    <a:pt x="433149" y="1510984"/>
                  </a:lnTo>
                  <a:lnTo>
                    <a:pt x="395480" y="1479735"/>
                  </a:lnTo>
                  <a:lnTo>
                    <a:pt x="357753" y="1448577"/>
                  </a:lnTo>
                  <a:lnTo>
                    <a:pt x="315931" y="1421495"/>
                  </a:lnTo>
                  <a:lnTo>
                    <a:pt x="273188" y="1407813"/>
                  </a:lnTo>
                  <a:lnTo>
                    <a:pt x="230094" y="1407573"/>
                  </a:lnTo>
                  <a:lnTo>
                    <a:pt x="187225" y="1420816"/>
                  </a:lnTo>
                  <a:lnTo>
                    <a:pt x="145152" y="1447582"/>
                  </a:lnTo>
                  <a:lnTo>
                    <a:pt x="104629" y="1480355"/>
                  </a:lnTo>
                  <a:lnTo>
                    <a:pt x="64113" y="1513139"/>
                  </a:lnTo>
                  <a:lnTo>
                    <a:pt x="23597" y="1545921"/>
                  </a:lnTo>
                  <a:lnTo>
                    <a:pt x="0" y="1565002"/>
                  </a:lnTo>
                </a:path>
                <a:path w="2512695" h="2139315">
                  <a:moveTo>
                    <a:pt x="2512279" y="2056862"/>
                  </a:moveTo>
                  <a:lnTo>
                    <a:pt x="2487367" y="2037153"/>
                  </a:lnTo>
                  <a:lnTo>
                    <a:pt x="2446146" y="2004528"/>
                  </a:lnTo>
                  <a:lnTo>
                    <a:pt x="2405518" y="1972385"/>
                  </a:lnTo>
                  <a:lnTo>
                    <a:pt x="2365267" y="1940587"/>
                  </a:lnTo>
                  <a:lnTo>
                    <a:pt x="2325180" y="1908992"/>
                  </a:lnTo>
                  <a:lnTo>
                    <a:pt x="2280086" y="1883116"/>
                  </a:lnTo>
                  <a:lnTo>
                    <a:pt x="2233340" y="1874288"/>
                  </a:lnTo>
                  <a:lnTo>
                    <a:pt x="2186618" y="1882542"/>
                  </a:lnTo>
                  <a:lnTo>
                    <a:pt x="2141594" y="1907914"/>
                  </a:lnTo>
                  <a:lnTo>
                    <a:pt x="2100969" y="1939516"/>
                  </a:lnTo>
                  <a:lnTo>
                    <a:pt x="2060359" y="1971143"/>
                  </a:lnTo>
                  <a:lnTo>
                    <a:pt x="2019810" y="2002854"/>
                  </a:lnTo>
                  <a:lnTo>
                    <a:pt x="1979370" y="2034703"/>
                  </a:lnTo>
                  <a:lnTo>
                    <a:pt x="1939087" y="2066747"/>
                  </a:lnTo>
                  <a:lnTo>
                    <a:pt x="1897731" y="2095205"/>
                  </a:lnTo>
                  <a:lnTo>
                    <a:pt x="1854069" y="2116592"/>
                  </a:lnTo>
                  <a:lnTo>
                    <a:pt x="1808759" y="2130903"/>
                  </a:lnTo>
                  <a:lnTo>
                    <a:pt x="1762458" y="2138132"/>
                  </a:lnTo>
                  <a:lnTo>
                    <a:pt x="1715821" y="2138274"/>
                  </a:lnTo>
                  <a:lnTo>
                    <a:pt x="1669508" y="2131323"/>
                  </a:lnTo>
                  <a:lnTo>
                    <a:pt x="1624173" y="2117276"/>
                  </a:lnTo>
                  <a:lnTo>
                    <a:pt x="1580474" y="2096125"/>
                  </a:lnTo>
                  <a:lnTo>
                    <a:pt x="1539068" y="2067867"/>
                  </a:lnTo>
                  <a:lnTo>
                    <a:pt x="1498049" y="2035382"/>
                  </a:lnTo>
                  <a:lnTo>
                    <a:pt x="1456942" y="2003010"/>
                  </a:lnTo>
                  <a:lnTo>
                    <a:pt x="1415762" y="1970731"/>
                  </a:lnTo>
                  <a:lnTo>
                    <a:pt x="1374527" y="1938523"/>
                  </a:lnTo>
                  <a:lnTo>
                    <a:pt x="1333252" y="1906364"/>
                  </a:lnTo>
                  <a:lnTo>
                    <a:pt x="1287461" y="1881874"/>
                  </a:lnTo>
                  <a:lnTo>
                    <a:pt x="1237599" y="1874531"/>
                  </a:lnTo>
                  <a:lnTo>
                    <a:pt x="1187429" y="1884276"/>
                  </a:lnTo>
                  <a:lnTo>
                    <a:pt x="1140713" y="1911045"/>
                  </a:lnTo>
                  <a:lnTo>
                    <a:pt x="1104015" y="1940767"/>
                  </a:lnTo>
                  <a:lnTo>
                    <a:pt x="1067420" y="1970616"/>
                  </a:lnTo>
                  <a:lnTo>
                    <a:pt x="1030883" y="2000535"/>
                  </a:lnTo>
                  <a:lnTo>
                    <a:pt x="994361" y="2030472"/>
                  </a:lnTo>
                  <a:lnTo>
                    <a:pt x="957808" y="2060370"/>
                  </a:lnTo>
                  <a:lnTo>
                    <a:pt x="915417" y="2090445"/>
                  </a:lnTo>
                  <a:lnTo>
                    <a:pt x="870969" y="2113397"/>
                  </a:lnTo>
                  <a:lnTo>
                    <a:pt x="825009" y="2129183"/>
                  </a:lnTo>
                  <a:lnTo>
                    <a:pt x="778081" y="2137758"/>
                  </a:lnTo>
                  <a:lnTo>
                    <a:pt x="730727" y="2139079"/>
                  </a:lnTo>
                  <a:lnTo>
                    <a:pt x="683492" y="2133102"/>
                  </a:lnTo>
                  <a:lnTo>
                    <a:pt x="636919" y="2119784"/>
                  </a:lnTo>
                  <a:lnTo>
                    <a:pt x="591553" y="2099079"/>
                  </a:lnTo>
                  <a:lnTo>
                    <a:pt x="547936" y="2070946"/>
                  </a:lnTo>
                  <a:lnTo>
                    <a:pt x="509163" y="2041164"/>
                  </a:lnTo>
                  <a:lnTo>
                    <a:pt x="470972" y="2010605"/>
                  </a:lnTo>
                  <a:lnTo>
                    <a:pt x="433149" y="1979556"/>
                  </a:lnTo>
                  <a:lnTo>
                    <a:pt x="395480" y="1948308"/>
                  </a:lnTo>
                  <a:lnTo>
                    <a:pt x="357753" y="1917149"/>
                  </a:lnTo>
                  <a:lnTo>
                    <a:pt x="315931" y="1890067"/>
                  </a:lnTo>
                  <a:lnTo>
                    <a:pt x="273188" y="1876385"/>
                  </a:lnTo>
                  <a:lnTo>
                    <a:pt x="230094" y="1876145"/>
                  </a:lnTo>
                  <a:lnTo>
                    <a:pt x="187225" y="1889388"/>
                  </a:lnTo>
                  <a:lnTo>
                    <a:pt x="145152" y="1916155"/>
                  </a:lnTo>
                  <a:lnTo>
                    <a:pt x="104629" y="1948928"/>
                  </a:lnTo>
                  <a:lnTo>
                    <a:pt x="64113" y="1981711"/>
                  </a:lnTo>
                  <a:lnTo>
                    <a:pt x="23597" y="2014493"/>
                  </a:lnTo>
                  <a:lnTo>
                    <a:pt x="0" y="2033574"/>
                  </a:lnTo>
                </a:path>
              </a:pathLst>
            </a:custGeom>
            <a:ln w="52354">
              <a:solidFill>
                <a:srgbClr val="FFFFFF"/>
              </a:solidFill>
            </a:ln>
          </p:spPr>
          <p:txBody>
            <a:bodyPr wrap="square" lIns="0" tIns="0" rIns="0" bIns="0" rtlCol="0"/>
            <a:lstStyle/>
            <a:p>
              <a:endParaRPr/>
            </a:p>
          </p:txBody>
        </p:sp>
      </p:grpSp>
      <p:sp>
        <p:nvSpPr>
          <p:cNvPr id="59" name="object 59"/>
          <p:cNvSpPr txBox="1"/>
          <p:nvPr/>
        </p:nvSpPr>
        <p:spPr>
          <a:xfrm>
            <a:off x="2060535" y="6473825"/>
            <a:ext cx="16932910" cy="8087727"/>
          </a:xfrm>
          <a:prstGeom prst="rect">
            <a:avLst/>
          </a:prstGeom>
        </p:spPr>
        <p:txBody>
          <a:bodyPr vert="horz" wrap="square" lIns="0" tIns="12065" rIns="0" bIns="0" rtlCol="0">
            <a:spAutoFit/>
          </a:bodyPr>
          <a:lstStyle/>
          <a:p>
            <a:pPr marL="12700" marR="5080">
              <a:lnSpc>
                <a:spcPct val="111400"/>
              </a:lnSpc>
              <a:spcBef>
                <a:spcPts val="95"/>
              </a:spcBef>
            </a:pPr>
            <a:r>
              <a:rPr lang="en-US" altLang="ja-JP" sz="3700" spc="-55" dirty="0">
                <a:solidFill>
                  <a:srgbClr val="333333"/>
                </a:solidFill>
                <a:latin typeface="Arial Black"/>
                <a:cs typeface="Arial Black"/>
              </a:rPr>
              <a:t>Advise</a:t>
            </a:r>
            <a:r>
              <a:rPr lang="en-US" altLang="ja-JP" sz="3700" spc="-75" dirty="0">
                <a:solidFill>
                  <a:srgbClr val="333333"/>
                </a:solidFill>
                <a:latin typeface="Arial Black"/>
                <a:cs typeface="Arial Black"/>
              </a:rPr>
              <a:t> </a:t>
            </a:r>
            <a:r>
              <a:rPr lang="en-US" altLang="ja-JP" sz="3700" spc="-45" dirty="0">
                <a:solidFill>
                  <a:srgbClr val="333333"/>
                </a:solidFill>
                <a:latin typeface="Arial Black"/>
                <a:cs typeface="Arial Black"/>
              </a:rPr>
              <a:t>people</a:t>
            </a:r>
            <a:r>
              <a:rPr lang="en-US" altLang="ja-JP" sz="3700" spc="-75" dirty="0">
                <a:solidFill>
                  <a:srgbClr val="333333"/>
                </a:solidFill>
                <a:latin typeface="Arial Black"/>
                <a:cs typeface="Arial Black"/>
              </a:rPr>
              <a:t> </a:t>
            </a:r>
            <a:r>
              <a:rPr lang="en-US" altLang="ja-JP" sz="3700" spc="-30" dirty="0">
                <a:solidFill>
                  <a:srgbClr val="333333"/>
                </a:solidFill>
                <a:latin typeface="Arial Black"/>
                <a:cs typeface="Arial Black"/>
              </a:rPr>
              <a:t>to</a:t>
            </a:r>
            <a:r>
              <a:rPr lang="en-US" altLang="ja-JP" sz="3700" spc="-70" dirty="0">
                <a:solidFill>
                  <a:srgbClr val="333333"/>
                </a:solidFill>
                <a:latin typeface="Arial Black"/>
                <a:cs typeface="Arial Black"/>
              </a:rPr>
              <a:t> </a:t>
            </a:r>
            <a:r>
              <a:rPr lang="en-US" altLang="ja-JP" sz="3700" spc="-50" dirty="0">
                <a:solidFill>
                  <a:srgbClr val="333333"/>
                </a:solidFill>
                <a:latin typeface="Arial Black"/>
                <a:cs typeface="Arial Black"/>
              </a:rPr>
              <a:t>limit</a:t>
            </a:r>
            <a:r>
              <a:rPr lang="en-US" altLang="ja-JP" sz="3700" spc="-75" dirty="0">
                <a:solidFill>
                  <a:srgbClr val="333333"/>
                </a:solidFill>
                <a:latin typeface="Arial Black"/>
                <a:cs typeface="Arial Black"/>
              </a:rPr>
              <a:t> </a:t>
            </a:r>
            <a:r>
              <a:rPr lang="en-US" altLang="ja-JP" sz="3700" spc="-40" dirty="0">
                <a:solidFill>
                  <a:srgbClr val="333333"/>
                </a:solidFill>
                <a:latin typeface="Arial Black"/>
                <a:cs typeface="Arial Black"/>
              </a:rPr>
              <a:t>their</a:t>
            </a:r>
            <a:r>
              <a:rPr lang="en-US" altLang="ja-JP" sz="3700" spc="-75" dirty="0">
                <a:solidFill>
                  <a:srgbClr val="333333"/>
                </a:solidFill>
                <a:latin typeface="Arial Black"/>
                <a:cs typeface="Arial Black"/>
              </a:rPr>
              <a:t> </a:t>
            </a:r>
            <a:r>
              <a:rPr lang="en-US" altLang="ja-JP" sz="3700" spc="-60" dirty="0">
                <a:solidFill>
                  <a:srgbClr val="333333"/>
                </a:solidFill>
                <a:latin typeface="Arial Black"/>
                <a:cs typeface="Arial Black"/>
              </a:rPr>
              <a:t>intake</a:t>
            </a:r>
            <a:r>
              <a:rPr lang="en-US" altLang="ja-JP" sz="3700" spc="-70" dirty="0">
                <a:solidFill>
                  <a:srgbClr val="333333"/>
                </a:solidFill>
                <a:latin typeface="Arial Black"/>
                <a:cs typeface="Arial Black"/>
              </a:rPr>
              <a:t> </a:t>
            </a:r>
            <a:r>
              <a:rPr lang="en-US" altLang="ja-JP" sz="3700" spc="-25" dirty="0">
                <a:solidFill>
                  <a:srgbClr val="333333"/>
                </a:solidFill>
                <a:latin typeface="Arial Black"/>
                <a:cs typeface="Arial Black"/>
              </a:rPr>
              <a:t>of</a:t>
            </a:r>
            <a:r>
              <a:rPr lang="en-US" altLang="ja-JP" sz="3700" spc="-75" dirty="0">
                <a:solidFill>
                  <a:srgbClr val="333333"/>
                </a:solidFill>
                <a:latin typeface="Arial Black"/>
                <a:cs typeface="Arial Black"/>
              </a:rPr>
              <a:t> </a:t>
            </a:r>
            <a:r>
              <a:rPr lang="en-US" altLang="ja-JP" sz="3700" spc="-65" dirty="0">
                <a:solidFill>
                  <a:srgbClr val="333333"/>
                </a:solidFill>
                <a:latin typeface="Arial Black"/>
                <a:cs typeface="Arial Black"/>
              </a:rPr>
              <a:t>POPs</a:t>
            </a:r>
            <a:r>
              <a:rPr lang="en-US" altLang="ja-JP" sz="3700" spc="-75" dirty="0">
                <a:solidFill>
                  <a:srgbClr val="333333"/>
                </a:solidFill>
                <a:latin typeface="Arial Black"/>
                <a:cs typeface="Arial Black"/>
              </a:rPr>
              <a:t> </a:t>
            </a:r>
            <a:r>
              <a:rPr lang="en-US" altLang="ja-JP" sz="3700" spc="-30" dirty="0">
                <a:solidFill>
                  <a:srgbClr val="333333"/>
                </a:solidFill>
                <a:latin typeface="Arial Black"/>
                <a:cs typeface="Arial Black"/>
              </a:rPr>
              <a:t>and</a:t>
            </a:r>
            <a:r>
              <a:rPr lang="en-US" altLang="ja-JP" sz="3700" spc="-70" dirty="0">
                <a:solidFill>
                  <a:srgbClr val="333333"/>
                </a:solidFill>
                <a:latin typeface="Arial Black"/>
                <a:cs typeface="Arial Black"/>
              </a:rPr>
              <a:t> </a:t>
            </a:r>
            <a:r>
              <a:rPr lang="en-US" altLang="ja-JP" sz="3700" spc="-30" dirty="0">
                <a:solidFill>
                  <a:srgbClr val="333333"/>
                </a:solidFill>
                <a:latin typeface="Arial Black"/>
                <a:cs typeface="Arial Black"/>
              </a:rPr>
              <a:t>mercury</a:t>
            </a:r>
            <a:r>
              <a:rPr lang="en-US" altLang="ja-JP" sz="3700" spc="-75" dirty="0">
                <a:solidFill>
                  <a:srgbClr val="333333"/>
                </a:solidFill>
                <a:latin typeface="Arial Black"/>
                <a:cs typeface="Arial Black"/>
              </a:rPr>
              <a:t> </a:t>
            </a:r>
            <a:r>
              <a:rPr lang="en-US" altLang="ja-JP" sz="3700" b="1" spc="-55" dirty="0">
                <a:solidFill>
                  <a:srgbClr val="333333"/>
                </a:solidFill>
                <a:latin typeface="Arial"/>
                <a:cs typeface="Arial"/>
              </a:rPr>
              <a:t>from</a:t>
            </a:r>
            <a:r>
              <a:rPr lang="en-US" altLang="ja-JP" sz="3700" b="1" spc="-75" dirty="0">
                <a:solidFill>
                  <a:srgbClr val="333333"/>
                </a:solidFill>
                <a:latin typeface="Arial"/>
                <a:cs typeface="Arial"/>
              </a:rPr>
              <a:t> </a:t>
            </a:r>
            <a:r>
              <a:rPr lang="en-US" altLang="ja-JP" sz="3700" b="1" spc="-55" dirty="0">
                <a:solidFill>
                  <a:srgbClr val="333333"/>
                </a:solidFill>
                <a:latin typeface="Arial"/>
                <a:cs typeface="Arial"/>
              </a:rPr>
              <a:t>food</a:t>
            </a:r>
            <a:r>
              <a:rPr lang="en-US" altLang="ja-JP" sz="3700" b="1" spc="-75" dirty="0">
                <a:solidFill>
                  <a:srgbClr val="333333"/>
                </a:solidFill>
                <a:latin typeface="Arial"/>
                <a:cs typeface="Arial"/>
              </a:rPr>
              <a:t> </a:t>
            </a:r>
            <a:r>
              <a:rPr lang="en-US" altLang="ja-JP" sz="3700" b="1" spc="-65" dirty="0">
                <a:solidFill>
                  <a:srgbClr val="333333"/>
                </a:solidFill>
                <a:latin typeface="Arial"/>
                <a:cs typeface="Arial"/>
              </a:rPr>
              <a:t>by </a:t>
            </a:r>
            <a:r>
              <a:rPr lang="en-US" altLang="ja-JP" sz="3700" b="1" spc="-1010" dirty="0">
                <a:solidFill>
                  <a:srgbClr val="333333"/>
                </a:solidFill>
                <a:latin typeface="Arial"/>
                <a:cs typeface="Arial"/>
              </a:rPr>
              <a:t> </a:t>
            </a:r>
            <a:r>
              <a:rPr lang="en-US" altLang="ja-JP" sz="3700" b="1" spc="-75" dirty="0">
                <a:solidFill>
                  <a:srgbClr val="333333"/>
                </a:solidFill>
                <a:latin typeface="Arial"/>
                <a:cs typeface="Arial"/>
              </a:rPr>
              <a:t>following</a:t>
            </a:r>
            <a:r>
              <a:rPr lang="en-US" altLang="ja-JP" sz="3700" b="1" spc="-70" dirty="0">
                <a:solidFill>
                  <a:srgbClr val="333333"/>
                </a:solidFill>
                <a:latin typeface="Arial"/>
                <a:cs typeface="Arial"/>
              </a:rPr>
              <a:t> </a:t>
            </a:r>
            <a:r>
              <a:rPr lang="en-US" altLang="ja-JP" sz="3700" b="1" spc="-35" dirty="0">
                <a:solidFill>
                  <a:srgbClr val="333333"/>
                </a:solidFill>
                <a:latin typeface="Arial"/>
                <a:cs typeface="Arial"/>
              </a:rPr>
              <a:t>the</a:t>
            </a:r>
            <a:r>
              <a:rPr lang="en-US" altLang="ja-JP" sz="3700" b="1" spc="-75" dirty="0">
                <a:solidFill>
                  <a:srgbClr val="333333"/>
                </a:solidFill>
                <a:latin typeface="Arial"/>
                <a:cs typeface="Arial"/>
              </a:rPr>
              <a:t> </a:t>
            </a:r>
            <a:r>
              <a:rPr lang="en-US" altLang="ja-JP" sz="3700" b="1" spc="-60" dirty="0">
                <a:solidFill>
                  <a:srgbClr val="333333"/>
                </a:solidFill>
                <a:latin typeface="Arial"/>
                <a:cs typeface="Arial"/>
              </a:rPr>
              <a:t>advice</a:t>
            </a:r>
            <a:r>
              <a:rPr lang="en-US" altLang="ja-JP" sz="3700" b="1" spc="-75" dirty="0">
                <a:solidFill>
                  <a:srgbClr val="333333"/>
                </a:solidFill>
                <a:latin typeface="Arial"/>
                <a:cs typeface="Arial"/>
              </a:rPr>
              <a:t> </a:t>
            </a:r>
            <a:r>
              <a:rPr lang="en-US" altLang="ja-JP" sz="3700" b="1" spc="-45" dirty="0">
                <a:solidFill>
                  <a:srgbClr val="333333"/>
                </a:solidFill>
                <a:latin typeface="Arial"/>
                <a:cs typeface="Arial"/>
              </a:rPr>
              <a:t>of</a:t>
            </a:r>
            <a:r>
              <a:rPr lang="en-US" altLang="ja-JP" sz="3700" b="1" spc="-75" dirty="0">
                <a:solidFill>
                  <a:srgbClr val="333333"/>
                </a:solidFill>
                <a:latin typeface="Arial"/>
                <a:cs typeface="Arial"/>
              </a:rPr>
              <a:t> </a:t>
            </a:r>
            <a:r>
              <a:rPr lang="en-US" altLang="ja-JP" sz="3700" b="1" spc="-35" dirty="0">
                <a:solidFill>
                  <a:srgbClr val="333333"/>
                </a:solidFill>
                <a:latin typeface="Arial"/>
                <a:cs typeface="Arial"/>
              </a:rPr>
              <a:t>the</a:t>
            </a:r>
            <a:r>
              <a:rPr lang="en-US" altLang="ja-JP" sz="3700" b="1" spc="-75" dirty="0">
                <a:solidFill>
                  <a:srgbClr val="333333"/>
                </a:solidFill>
                <a:latin typeface="Arial"/>
                <a:cs typeface="Arial"/>
              </a:rPr>
              <a:t> </a:t>
            </a:r>
            <a:r>
              <a:rPr lang="en-US" altLang="ja-JP" sz="3700" b="1" spc="-55" dirty="0">
                <a:solidFill>
                  <a:srgbClr val="333333"/>
                </a:solidFill>
                <a:latin typeface="Arial"/>
                <a:cs typeface="Arial"/>
              </a:rPr>
              <a:t>local</a:t>
            </a:r>
            <a:r>
              <a:rPr lang="en-US" altLang="ja-JP" sz="3700" b="1" spc="-65" dirty="0">
                <a:solidFill>
                  <a:srgbClr val="333333"/>
                </a:solidFill>
                <a:latin typeface="Arial"/>
                <a:cs typeface="Arial"/>
              </a:rPr>
              <a:t> </a:t>
            </a:r>
            <a:r>
              <a:rPr lang="en-US" altLang="ja-JP" sz="3700" b="1" spc="-45" dirty="0">
                <a:solidFill>
                  <a:srgbClr val="333333"/>
                </a:solidFill>
                <a:latin typeface="Arial"/>
                <a:cs typeface="Arial"/>
              </a:rPr>
              <a:t>food-safety</a:t>
            </a:r>
            <a:r>
              <a:rPr lang="en-US" altLang="ja-JP" sz="3700" b="1" spc="-75" dirty="0">
                <a:solidFill>
                  <a:srgbClr val="333333"/>
                </a:solidFill>
                <a:latin typeface="Arial"/>
                <a:cs typeface="Arial"/>
              </a:rPr>
              <a:t> </a:t>
            </a:r>
            <a:r>
              <a:rPr lang="en-US" altLang="ja-JP" sz="3700" b="1" spc="-55" dirty="0">
                <a:solidFill>
                  <a:srgbClr val="333333"/>
                </a:solidFill>
                <a:latin typeface="Arial"/>
                <a:cs typeface="Arial"/>
              </a:rPr>
              <a:t>authorities</a:t>
            </a:r>
            <a:endParaRPr lang="en-US" altLang="ja-JP" sz="3700" dirty="0">
              <a:latin typeface="Arial"/>
              <a:cs typeface="Arial"/>
            </a:endParaRPr>
          </a:p>
          <a:p>
            <a:pPr marL="12700" marR="5080">
              <a:lnSpc>
                <a:spcPct val="111400"/>
              </a:lnSpc>
              <a:spcBef>
                <a:spcPts val="95"/>
              </a:spcBef>
            </a:pPr>
            <a:endParaRPr lang="en-US" altLang="ja-JP" sz="3700" spc="-55" dirty="0">
              <a:solidFill>
                <a:srgbClr val="333333"/>
              </a:solidFill>
              <a:latin typeface="Arial" panose="020B0604020202020204" pitchFamily="34" charset="0"/>
              <a:cs typeface="Arial" panose="020B0604020202020204" pitchFamily="34" charset="0"/>
            </a:endParaRPr>
          </a:p>
          <a:p>
            <a:pPr marL="12700" marR="5080">
              <a:lnSpc>
                <a:spcPct val="111400"/>
              </a:lnSpc>
              <a:spcBef>
                <a:spcPts val="95"/>
              </a:spcBef>
            </a:pPr>
            <a:r>
              <a:rPr sz="3700" spc="-55" dirty="0">
                <a:solidFill>
                  <a:srgbClr val="333333"/>
                </a:solidFill>
                <a:latin typeface="Arial Black"/>
                <a:cs typeface="Arial Black"/>
              </a:rPr>
              <a:t>Advise </a:t>
            </a:r>
            <a:r>
              <a:rPr sz="3700" spc="-45" dirty="0">
                <a:solidFill>
                  <a:srgbClr val="333333"/>
                </a:solidFill>
                <a:latin typeface="Arial Black" panose="020B0A04020102020204" pitchFamily="34" charset="0"/>
                <a:cs typeface="Arial Black"/>
              </a:rPr>
              <a:t>people </a:t>
            </a:r>
            <a:r>
              <a:rPr sz="3700" b="1" spc="-65" dirty="0">
                <a:solidFill>
                  <a:srgbClr val="333333"/>
                </a:solidFill>
                <a:latin typeface="Arial Black" panose="020B0A04020102020204" pitchFamily="34" charset="0"/>
                <a:cs typeface="Arial"/>
              </a:rPr>
              <a:t>against </a:t>
            </a:r>
            <a:r>
              <a:rPr sz="3700" b="1" spc="-70" dirty="0">
                <a:solidFill>
                  <a:srgbClr val="333333"/>
                </a:solidFill>
                <a:latin typeface="Arial Black" panose="020B0A04020102020204" pitchFamily="34" charset="0"/>
                <a:cs typeface="Arial"/>
              </a:rPr>
              <a:t>keeping </a:t>
            </a:r>
            <a:r>
              <a:rPr sz="3700" b="1" spc="-80" dirty="0">
                <a:solidFill>
                  <a:srgbClr val="333333"/>
                </a:solidFill>
                <a:latin typeface="Arial Black" panose="020B0A04020102020204" pitchFamily="34" charset="0"/>
                <a:cs typeface="Arial"/>
              </a:rPr>
              <a:t>toxic </a:t>
            </a:r>
            <a:r>
              <a:rPr sz="3700" b="1" spc="-60" dirty="0">
                <a:solidFill>
                  <a:srgbClr val="333333"/>
                </a:solidFill>
                <a:latin typeface="Arial Black" panose="020B0A04020102020204" pitchFamily="34" charset="0"/>
                <a:cs typeface="Arial"/>
              </a:rPr>
              <a:t>chemicals </a:t>
            </a:r>
            <a:r>
              <a:rPr sz="3700" b="1" spc="-45" dirty="0">
                <a:solidFill>
                  <a:srgbClr val="333333"/>
                </a:solidFill>
                <a:latin typeface="Arial Black" panose="020B0A04020102020204" pitchFamily="34" charset="0"/>
                <a:cs typeface="Arial"/>
              </a:rPr>
              <a:t>in </a:t>
            </a:r>
            <a:r>
              <a:rPr sz="3700" b="1" spc="-35" dirty="0">
                <a:solidFill>
                  <a:srgbClr val="333333"/>
                </a:solidFill>
                <a:latin typeface="Arial Black" panose="020B0A04020102020204" pitchFamily="34" charset="0"/>
                <a:cs typeface="Arial"/>
              </a:rPr>
              <a:t>the </a:t>
            </a:r>
            <a:r>
              <a:rPr sz="3700" b="1" spc="-60" dirty="0">
                <a:solidFill>
                  <a:srgbClr val="333333"/>
                </a:solidFill>
                <a:latin typeface="Arial Black" panose="020B0A04020102020204" pitchFamily="34" charset="0"/>
                <a:cs typeface="Arial"/>
              </a:rPr>
              <a:t>home</a:t>
            </a:r>
            <a:r>
              <a:rPr lang="en-US" altLang="ja-JP" sz="3700" b="1" spc="-60" dirty="0">
                <a:solidFill>
                  <a:srgbClr val="333333"/>
                </a:solidFill>
                <a:latin typeface="Arial Black" panose="020B0A04020102020204" pitchFamily="34" charset="0"/>
                <a:cs typeface="Arial"/>
              </a:rPr>
              <a:t>. </a:t>
            </a:r>
            <a:r>
              <a:rPr sz="3700" b="1" spc="-70" dirty="0">
                <a:solidFill>
                  <a:srgbClr val="333333"/>
                </a:solidFill>
                <a:latin typeface="Arial Black" panose="020B0A04020102020204" pitchFamily="34" charset="0"/>
                <a:cs typeface="Arial"/>
              </a:rPr>
              <a:t>Promote </a:t>
            </a:r>
            <a:r>
              <a:rPr sz="3700" b="1" spc="-35" dirty="0">
                <a:solidFill>
                  <a:srgbClr val="333333"/>
                </a:solidFill>
                <a:latin typeface="Arial Black" panose="020B0A04020102020204" pitchFamily="34" charset="0"/>
                <a:cs typeface="Arial"/>
              </a:rPr>
              <a:t>the </a:t>
            </a:r>
            <a:r>
              <a:rPr sz="3700" b="1" spc="-55" dirty="0">
                <a:solidFill>
                  <a:srgbClr val="333333"/>
                </a:solidFill>
                <a:latin typeface="Arial Black" panose="020B0A04020102020204" pitchFamily="34" charset="0"/>
                <a:cs typeface="Arial"/>
              </a:rPr>
              <a:t>safe </a:t>
            </a:r>
            <a:r>
              <a:rPr sz="3700" b="1" spc="-70" dirty="0">
                <a:solidFill>
                  <a:srgbClr val="333333"/>
                </a:solidFill>
                <a:latin typeface="Arial Black" panose="020B0A04020102020204" pitchFamily="34" charset="0"/>
                <a:cs typeface="Arial"/>
              </a:rPr>
              <a:t>packaging </a:t>
            </a:r>
            <a:r>
              <a:rPr sz="3700" b="1" spc="-50" dirty="0">
                <a:solidFill>
                  <a:srgbClr val="333333"/>
                </a:solidFill>
                <a:latin typeface="Arial Black" panose="020B0A04020102020204" pitchFamily="34" charset="0"/>
                <a:cs typeface="Arial"/>
              </a:rPr>
              <a:t>and</a:t>
            </a:r>
            <a:r>
              <a:rPr lang="en-US" altLang="ja-JP" sz="3700" b="1" spc="-50" dirty="0">
                <a:solidFill>
                  <a:srgbClr val="333333"/>
                </a:solidFill>
                <a:latin typeface="Arial Black" panose="020B0A04020102020204" pitchFamily="34" charset="0"/>
                <a:cs typeface="Arial"/>
              </a:rPr>
              <a:t> clear labelling </a:t>
            </a:r>
            <a:r>
              <a:rPr lang="en-US" altLang="ja-JP" sz="3700" b="1" spc="-50" dirty="0">
                <a:solidFill>
                  <a:srgbClr val="333333"/>
                </a:solidFill>
                <a:latin typeface="Arial"/>
                <a:cs typeface="Arial"/>
              </a:rPr>
              <a:t>of</a:t>
            </a:r>
            <a:r>
              <a:rPr sz="3700" b="1" spc="-45" dirty="0">
                <a:solidFill>
                  <a:srgbClr val="333333"/>
                </a:solidFill>
                <a:latin typeface="Arial"/>
                <a:cs typeface="Arial"/>
              </a:rPr>
              <a:t> </a:t>
            </a:r>
            <a:r>
              <a:rPr sz="3700" b="1" spc="-80" dirty="0">
                <a:solidFill>
                  <a:srgbClr val="333333"/>
                </a:solidFill>
                <a:latin typeface="Arial"/>
                <a:cs typeface="Arial"/>
              </a:rPr>
              <a:t>toxic </a:t>
            </a:r>
            <a:r>
              <a:rPr sz="3700" b="1" spc="-65" dirty="0">
                <a:solidFill>
                  <a:srgbClr val="333333"/>
                </a:solidFill>
                <a:latin typeface="Arial"/>
                <a:cs typeface="Arial"/>
              </a:rPr>
              <a:t>substances, </a:t>
            </a:r>
            <a:r>
              <a:rPr lang="en-US" sz="3700" b="1" spc="-65" dirty="0">
                <a:solidFill>
                  <a:srgbClr val="333333"/>
                </a:solidFill>
                <a:latin typeface="Arial"/>
                <a:cs typeface="Arial"/>
              </a:rPr>
              <a:t>as well as their storage </a:t>
            </a:r>
            <a:r>
              <a:rPr sz="3700" b="1" spc="-45" dirty="0">
                <a:solidFill>
                  <a:srgbClr val="333333"/>
                </a:solidFill>
                <a:latin typeface="Arial"/>
                <a:cs typeface="Arial"/>
              </a:rPr>
              <a:t>out of </a:t>
            </a:r>
            <a:r>
              <a:rPr sz="3700" b="1" spc="-35" dirty="0">
                <a:solidFill>
                  <a:srgbClr val="333333"/>
                </a:solidFill>
                <a:latin typeface="Arial"/>
                <a:cs typeface="Arial"/>
              </a:rPr>
              <a:t>the </a:t>
            </a:r>
            <a:r>
              <a:rPr sz="3700" b="1" spc="-60" dirty="0">
                <a:solidFill>
                  <a:srgbClr val="333333"/>
                </a:solidFill>
                <a:latin typeface="Arial"/>
                <a:cs typeface="Arial"/>
              </a:rPr>
              <a:t>reach </a:t>
            </a:r>
            <a:r>
              <a:rPr sz="3700" b="1" spc="-45" dirty="0">
                <a:solidFill>
                  <a:srgbClr val="333333"/>
                </a:solidFill>
                <a:latin typeface="Arial"/>
                <a:cs typeface="Arial"/>
              </a:rPr>
              <a:t>of </a:t>
            </a:r>
            <a:r>
              <a:rPr sz="3700" b="1" spc="-70" dirty="0">
                <a:solidFill>
                  <a:srgbClr val="333333"/>
                </a:solidFill>
                <a:latin typeface="Arial"/>
                <a:cs typeface="Arial"/>
              </a:rPr>
              <a:t>children </a:t>
            </a:r>
            <a:r>
              <a:rPr sz="3700" b="1" spc="-40" dirty="0">
                <a:solidFill>
                  <a:srgbClr val="333333"/>
                </a:solidFill>
                <a:latin typeface="Arial"/>
                <a:cs typeface="Arial"/>
              </a:rPr>
              <a:t>to </a:t>
            </a:r>
            <a:r>
              <a:rPr sz="3700" b="1" spc="-1015" dirty="0">
                <a:solidFill>
                  <a:srgbClr val="333333"/>
                </a:solidFill>
                <a:latin typeface="Arial"/>
                <a:cs typeface="Arial"/>
              </a:rPr>
              <a:t> </a:t>
            </a:r>
            <a:r>
              <a:rPr sz="3700" b="1" spc="-85" dirty="0">
                <a:solidFill>
                  <a:srgbClr val="333333"/>
                </a:solidFill>
                <a:latin typeface="Arial"/>
                <a:cs typeface="Arial"/>
              </a:rPr>
              <a:t>prevent</a:t>
            </a:r>
            <a:r>
              <a:rPr sz="3700" b="1" spc="-80" dirty="0">
                <a:solidFill>
                  <a:srgbClr val="333333"/>
                </a:solidFill>
                <a:latin typeface="Arial"/>
                <a:cs typeface="Arial"/>
              </a:rPr>
              <a:t> poisoning</a:t>
            </a:r>
            <a:endParaRPr sz="3700" dirty="0">
              <a:latin typeface="Arial"/>
              <a:cs typeface="Arial"/>
            </a:endParaRPr>
          </a:p>
          <a:p>
            <a:pPr>
              <a:lnSpc>
                <a:spcPct val="100000"/>
              </a:lnSpc>
              <a:spcBef>
                <a:spcPts val="25"/>
              </a:spcBef>
            </a:pPr>
            <a:endParaRPr sz="3350" dirty="0">
              <a:latin typeface="Arial"/>
              <a:cs typeface="Arial"/>
            </a:endParaRPr>
          </a:p>
          <a:p>
            <a:pPr marL="12700" marR="5715">
              <a:lnSpc>
                <a:spcPct val="111400"/>
              </a:lnSpc>
            </a:pPr>
            <a:r>
              <a:rPr sz="3700" spc="-35" dirty="0">
                <a:solidFill>
                  <a:srgbClr val="333333"/>
                </a:solidFill>
                <a:latin typeface="Arial Black"/>
                <a:cs typeface="Arial Black"/>
              </a:rPr>
              <a:t>Identify </a:t>
            </a:r>
            <a:r>
              <a:rPr sz="3700" spc="-30" dirty="0">
                <a:solidFill>
                  <a:srgbClr val="333333"/>
                </a:solidFill>
                <a:latin typeface="Arial Black"/>
                <a:cs typeface="Arial Black"/>
              </a:rPr>
              <a:t>and report to </a:t>
            </a:r>
            <a:r>
              <a:rPr lang="en-US" sz="3700" spc="-30" dirty="0">
                <a:solidFill>
                  <a:srgbClr val="333333"/>
                </a:solidFill>
                <a:latin typeface="Arial Black"/>
                <a:cs typeface="Arial Black"/>
              </a:rPr>
              <a:t>the </a:t>
            </a:r>
            <a:r>
              <a:rPr sz="3700" spc="-55" dirty="0">
                <a:solidFill>
                  <a:srgbClr val="333333"/>
                </a:solidFill>
                <a:latin typeface="Arial Black"/>
                <a:cs typeface="Arial Black"/>
              </a:rPr>
              <a:t>local </a:t>
            </a:r>
            <a:r>
              <a:rPr sz="3700" spc="-45" dirty="0">
                <a:solidFill>
                  <a:srgbClr val="333333"/>
                </a:solidFill>
                <a:latin typeface="Arial Black"/>
                <a:cs typeface="Arial Black"/>
              </a:rPr>
              <a:t>authorities </a:t>
            </a:r>
            <a:r>
              <a:rPr lang="en-US" sz="3700" b="1" spc="-35" dirty="0">
                <a:solidFill>
                  <a:srgbClr val="333333"/>
                </a:solidFill>
                <a:latin typeface="Arial"/>
                <a:cs typeface="Arial"/>
              </a:rPr>
              <a:t>the </a:t>
            </a:r>
            <a:r>
              <a:rPr sz="3700" b="1" spc="-60" dirty="0">
                <a:solidFill>
                  <a:srgbClr val="333333"/>
                </a:solidFill>
                <a:latin typeface="Arial"/>
                <a:cs typeface="Arial"/>
              </a:rPr>
              <a:t>potential </a:t>
            </a:r>
            <a:r>
              <a:rPr sz="3700" b="1" spc="-70" dirty="0">
                <a:solidFill>
                  <a:srgbClr val="333333"/>
                </a:solidFill>
                <a:latin typeface="Arial"/>
                <a:cs typeface="Arial"/>
              </a:rPr>
              <a:t>sources </a:t>
            </a:r>
            <a:r>
              <a:rPr sz="3700" b="1" spc="-45" dirty="0">
                <a:solidFill>
                  <a:srgbClr val="333333"/>
                </a:solidFill>
                <a:latin typeface="Arial"/>
                <a:cs typeface="Arial"/>
              </a:rPr>
              <a:t>of </a:t>
            </a:r>
            <a:r>
              <a:rPr sz="3700" b="1" spc="-40" dirty="0">
                <a:solidFill>
                  <a:srgbClr val="333333"/>
                </a:solidFill>
                <a:latin typeface="Arial"/>
                <a:cs typeface="Arial"/>
              </a:rPr>
              <a:t> </a:t>
            </a:r>
            <a:r>
              <a:rPr sz="3700" b="1" spc="-75" dirty="0">
                <a:solidFill>
                  <a:srgbClr val="333333"/>
                </a:solidFill>
                <a:latin typeface="Arial"/>
                <a:cs typeface="Arial"/>
              </a:rPr>
              <a:t>environmental </a:t>
            </a:r>
            <a:r>
              <a:rPr sz="3700" b="1" spc="-80" dirty="0">
                <a:solidFill>
                  <a:srgbClr val="333333"/>
                </a:solidFill>
                <a:latin typeface="Arial"/>
                <a:cs typeface="Arial"/>
              </a:rPr>
              <a:t>exposure, </a:t>
            </a:r>
            <a:r>
              <a:rPr sz="3700" b="1" spc="-65" dirty="0">
                <a:solidFill>
                  <a:srgbClr val="333333"/>
                </a:solidFill>
                <a:latin typeface="Arial"/>
                <a:cs typeface="Arial"/>
              </a:rPr>
              <a:t>such </a:t>
            </a:r>
            <a:r>
              <a:rPr sz="3700" b="1" spc="-25" dirty="0">
                <a:solidFill>
                  <a:srgbClr val="333333"/>
                </a:solidFill>
                <a:latin typeface="Arial"/>
                <a:cs typeface="Arial"/>
              </a:rPr>
              <a:t>as </a:t>
            </a:r>
            <a:r>
              <a:rPr sz="3700" b="1" spc="-55" dirty="0">
                <a:solidFill>
                  <a:srgbClr val="333333"/>
                </a:solidFill>
                <a:latin typeface="Arial"/>
                <a:cs typeface="Arial"/>
              </a:rPr>
              <a:t>hazardous </a:t>
            </a:r>
            <a:r>
              <a:rPr sz="3700" b="1" spc="-60" dirty="0">
                <a:solidFill>
                  <a:srgbClr val="333333"/>
                </a:solidFill>
                <a:latin typeface="Arial"/>
                <a:cs typeface="Arial"/>
              </a:rPr>
              <a:t>waste </a:t>
            </a:r>
            <a:r>
              <a:rPr sz="3700" b="1" spc="-55" dirty="0">
                <a:solidFill>
                  <a:srgbClr val="333333"/>
                </a:solidFill>
                <a:latin typeface="Arial"/>
                <a:cs typeface="Arial"/>
              </a:rPr>
              <a:t>sites </a:t>
            </a:r>
            <a:r>
              <a:rPr sz="3700" b="1" spc="-50" dirty="0">
                <a:solidFill>
                  <a:srgbClr val="333333"/>
                </a:solidFill>
                <a:latin typeface="Arial"/>
                <a:cs typeface="Arial"/>
              </a:rPr>
              <a:t>and </a:t>
            </a:r>
            <a:r>
              <a:rPr sz="3700" b="1" spc="-60" dirty="0">
                <a:solidFill>
                  <a:srgbClr val="333333"/>
                </a:solidFill>
                <a:latin typeface="Arial"/>
                <a:cs typeface="Arial"/>
              </a:rPr>
              <a:t>electronic </a:t>
            </a:r>
            <a:r>
              <a:rPr sz="3700" b="1" spc="-50" dirty="0">
                <a:solidFill>
                  <a:srgbClr val="333333"/>
                </a:solidFill>
                <a:latin typeface="Arial"/>
                <a:cs typeface="Arial"/>
              </a:rPr>
              <a:t>waste- </a:t>
            </a:r>
            <a:r>
              <a:rPr sz="3700" b="1" spc="-1015" dirty="0">
                <a:solidFill>
                  <a:srgbClr val="333333"/>
                </a:solidFill>
                <a:latin typeface="Arial"/>
                <a:cs typeface="Arial"/>
              </a:rPr>
              <a:t> </a:t>
            </a:r>
            <a:r>
              <a:rPr sz="3700" b="1" spc="-80" dirty="0">
                <a:solidFill>
                  <a:srgbClr val="333333"/>
                </a:solidFill>
                <a:latin typeface="Arial"/>
                <a:cs typeface="Arial"/>
              </a:rPr>
              <a:t>recycling </a:t>
            </a:r>
            <a:r>
              <a:rPr sz="3700" b="1" spc="-55" dirty="0">
                <a:solidFill>
                  <a:srgbClr val="333333"/>
                </a:solidFill>
                <a:latin typeface="Arial"/>
                <a:cs typeface="Arial"/>
              </a:rPr>
              <a:t>activities</a:t>
            </a:r>
            <a:r>
              <a:rPr lang="en-US" altLang="ja-JP" sz="3700" b="1" spc="-55" dirty="0">
                <a:solidFill>
                  <a:srgbClr val="333333"/>
                </a:solidFill>
                <a:latin typeface="Arial"/>
                <a:cs typeface="Arial"/>
              </a:rPr>
              <a:t>. </a:t>
            </a:r>
          </a:p>
          <a:p>
            <a:pPr marL="12700" marR="5715">
              <a:lnSpc>
                <a:spcPct val="111400"/>
              </a:lnSpc>
            </a:pPr>
            <a:endParaRPr lang="en-US" altLang="ja-JP" sz="3700" b="1" spc="-55" dirty="0">
              <a:solidFill>
                <a:srgbClr val="333333"/>
              </a:solidFill>
              <a:latin typeface="Arial"/>
              <a:cs typeface="Arial"/>
            </a:endParaRPr>
          </a:p>
          <a:p>
            <a:pPr marL="12700" marR="5715">
              <a:lnSpc>
                <a:spcPct val="111400"/>
              </a:lnSpc>
            </a:pPr>
            <a:r>
              <a:rPr lang="en-US" altLang="ja-JP" sz="3700" b="1" spc="-55" dirty="0">
                <a:solidFill>
                  <a:srgbClr val="333333"/>
                </a:solidFill>
                <a:latin typeface="Arial Black" panose="020B0A04020102020204" pitchFamily="34" charset="0"/>
                <a:cs typeface="Arial"/>
              </a:rPr>
              <a:t>Advise parents and caretakers to prevent children </a:t>
            </a:r>
            <a:r>
              <a:rPr lang="en-US" altLang="ja-JP" sz="3700" b="1" spc="-55" dirty="0">
                <a:solidFill>
                  <a:srgbClr val="333333"/>
                </a:solidFill>
                <a:latin typeface="Arial"/>
                <a:cs typeface="Arial"/>
              </a:rPr>
              <a:t>from accessing waste sites</a:t>
            </a:r>
            <a:endParaRPr sz="3700" dirty="0">
              <a:latin typeface="Arial"/>
              <a:cs typeface="Arial"/>
            </a:endParaRPr>
          </a:p>
        </p:txBody>
      </p:sp>
      <p:sp>
        <p:nvSpPr>
          <p:cNvPr id="60" name="object 60"/>
          <p:cNvSpPr/>
          <p:nvPr/>
        </p:nvSpPr>
        <p:spPr>
          <a:xfrm>
            <a:off x="957292" y="10725150"/>
            <a:ext cx="495934" cy="1006475"/>
          </a:xfrm>
          <a:custGeom>
            <a:avLst/>
            <a:gdLst/>
            <a:ahLst/>
            <a:cxnLst/>
            <a:rect l="l" t="t" r="r" b="b"/>
            <a:pathLst>
              <a:path w="495934" h="1006475">
                <a:moveTo>
                  <a:pt x="0" y="1005875"/>
                </a:moveTo>
                <a:lnTo>
                  <a:pt x="495838" y="502937"/>
                </a:lnTo>
                <a:lnTo>
                  <a:pt x="0" y="0"/>
                </a:lnTo>
              </a:path>
            </a:pathLst>
          </a:custGeom>
          <a:ln w="41883">
            <a:solidFill>
              <a:srgbClr val="79C44F"/>
            </a:solidFill>
          </a:ln>
        </p:spPr>
        <p:txBody>
          <a:bodyPr wrap="square" lIns="0" tIns="0" rIns="0" bIns="0" rtlCol="0"/>
          <a:lstStyle/>
          <a:p>
            <a:endParaRPr/>
          </a:p>
        </p:txBody>
      </p:sp>
      <p:sp>
        <p:nvSpPr>
          <p:cNvPr id="61" name="object 61"/>
          <p:cNvSpPr/>
          <p:nvPr/>
        </p:nvSpPr>
        <p:spPr>
          <a:xfrm>
            <a:off x="862688" y="6550025"/>
            <a:ext cx="495934" cy="1006475"/>
          </a:xfrm>
          <a:custGeom>
            <a:avLst/>
            <a:gdLst/>
            <a:ahLst/>
            <a:cxnLst/>
            <a:rect l="l" t="t" r="r" b="b"/>
            <a:pathLst>
              <a:path w="495934" h="1006475">
                <a:moveTo>
                  <a:pt x="0" y="1005875"/>
                </a:moveTo>
                <a:lnTo>
                  <a:pt x="495838" y="502937"/>
                </a:lnTo>
                <a:lnTo>
                  <a:pt x="0" y="0"/>
                </a:lnTo>
              </a:path>
            </a:pathLst>
          </a:custGeom>
          <a:ln w="41883">
            <a:solidFill>
              <a:srgbClr val="FFD13B"/>
            </a:solidFill>
          </a:ln>
        </p:spPr>
        <p:txBody>
          <a:bodyPr wrap="square" lIns="0" tIns="0" rIns="0" bIns="0" rtlCol="0"/>
          <a:lstStyle/>
          <a:p>
            <a:endParaRPr/>
          </a:p>
        </p:txBody>
      </p:sp>
      <p:sp>
        <p:nvSpPr>
          <p:cNvPr id="62" name="object 62"/>
          <p:cNvSpPr/>
          <p:nvPr/>
        </p:nvSpPr>
        <p:spPr>
          <a:xfrm>
            <a:off x="957292" y="13239750"/>
            <a:ext cx="495934" cy="1006475"/>
          </a:xfrm>
          <a:custGeom>
            <a:avLst/>
            <a:gdLst/>
            <a:ahLst/>
            <a:cxnLst/>
            <a:rect l="l" t="t" r="r" b="b"/>
            <a:pathLst>
              <a:path w="495934" h="1006475">
                <a:moveTo>
                  <a:pt x="0" y="1005875"/>
                </a:moveTo>
                <a:lnTo>
                  <a:pt x="495838" y="502937"/>
                </a:lnTo>
                <a:lnTo>
                  <a:pt x="0" y="0"/>
                </a:lnTo>
              </a:path>
            </a:pathLst>
          </a:custGeom>
          <a:ln w="41883">
            <a:solidFill>
              <a:srgbClr val="0E9C4E"/>
            </a:solidFill>
          </a:ln>
        </p:spPr>
        <p:txBody>
          <a:bodyPr wrap="square" lIns="0" tIns="0" rIns="0" bIns="0" rtlCol="0"/>
          <a:lstStyle/>
          <a:p>
            <a:endParaRPr/>
          </a:p>
        </p:txBody>
      </p:sp>
      <p:sp>
        <p:nvSpPr>
          <p:cNvPr id="63" name="object 63"/>
          <p:cNvSpPr txBox="1"/>
          <p:nvPr/>
        </p:nvSpPr>
        <p:spPr>
          <a:xfrm>
            <a:off x="942379" y="5711825"/>
            <a:ext cx="5296535" cy="618118"/>
          </a:xfrm>
          <a:prstGeom prst="rect">
            <a:avLst/>
          </a:prstGeom>
          <a:solidFill>
            <a:srgbClr val="00705C"/>
          </a:solidFill>
        </p:spPr>
        <p:txBody>
          <a:bodyPr vert="horz" wrap="square" lIns="0" tIns="139700" rIns="0" bIns="0" rtlCol="0">
            <a:spAutoFit/>
          </a:bodyPr>
          <a:lstStyle/>
          <a:p>
            <a:pPr marL="215265">
              <a:lnSpc>
                <a:spcPct val="100000"/>
              </a:lnSpc>
              <a:spcBef>
                <a:spcPts val="1100"/>
              </a:spcBef>
            </a:pPr>
            <a:r>
              <a:rPr sz="3100" spc="-30" dirty="0">
                <a:solidFill>
                  <a:srgbClr val="FFFFFF"/>
                </a:solidFill>
                <a:latin typeface="Arial Black"/>
                <a:cs typeface="Arial Black"/>
              </a:rPr>
              <a:t>Recommended</a:t>
            </a:r>
            <a:r>
              <a:rPr sz="3100" spc="-90" dirty="0">
                <a:solidFill>
                  <a:srgbClr val="FFFFFF"/>
                </a:solidFill>
                <a:latin typeface="Arial Black"/>
                <a:cs typeface="Arial Black"/>
              </a:rPr>
              <a:t> </a:t>
            </a:r>
            <a:r>
              <a:rPr sz="3100" spc="-30" dirty="0">
                <a:solidFill>
                  <a:srgbClr val="FFFFFF"/>
                </a:solidFill>
                <a:latin typeface="Arial Black"/>
                <a:cs typeface="Arial Black"/>
              </a:rPr>
              <a:t>action</a:t>
            </a:r>
            <a:r>
              <a:rPr lang="en-US" sz="3100" spc="-30" dirty="0">
                <a:solidFill>
                  <a:srgbClr val="FFFFFF"/>
                </a:solidFill>
                <a:latin typeface="Arial Black"/>
                <a:cs typeface="Arial Black"/>
              </a:rPr>
              <a:t>s</a:t>
            </a:r>
            <a:endParaRPr sz="3100" dirty="0">
              <a:latin typeface="Arial Black"/>
              <a:cs typeface="Arial Black"/>
            </a:endParaRPr>
          </a:p>
        </p:txBody>
      </p:sp>
      <p:sp>
        <p:nvSpPr>
          <p:cNvPr id="64" name="object 31">
            <a:extLst>
              <a:ext uri="{FF2B5EF4-FFF2-40B4-BE49-F238E27FC236}">
                <a16:creationId xmlns:a16="http://schemas.microsoft.com/office/drawing/2014/main" id="{A33047BB-D6E6-47D6-B418-65971A062EA8}"/>
              </a:ext>
            </a:extLst>
          </p:cNvPr>
          <p:cNvSpPr/>
          <p:nvPr/>
        </p:nvSpPr>
        <p:spPr>
          <a:xfrm>
            <a:off x="957292" y="8302625"/>
            <a:ext cx="495934" cy="1006475"/>
          </a:xfrm>
          <a:custGeom>
            <a:avLst/>
            <a:gdLst/>
            <a:ahLst/>
            <a:cxnLst/>
            <a:rect l="l" t="t" r="r" b="b"/>
            <a:pathLst>
              <a:path w="495934" h="1006475">
                <a:moveTo>
                  <a:pt x="0" y="1005875"/>
                </a:moveTo>
                <a:lnTo>
                  <a:pt x="495838" y="502937"/>
                </a:lnTo>
                <a:lnTo>
                  <a:pt x="0" y="0"/>
                </a:lnTo>
              </a:path>
            </a:pathLst>
          </a:custGeom>
          <a:ln w="41883">
            <a:solidFill>
              <a:srgbClr val="0E9C4E"/>
            </a:solidFill>
          </a:ln>
        </p:spPr>
        <p:txBody>
          <a:bodyPr wrap="square" lIns="0" tIns="0" rIns="0" bIns="0" rtlCol="0"/>
          <a:lstStyle/>
          <a:p>
            <a:endParaRPr/>
          </a:p>
        </p:txBody>
      </p:sp>
      <p:sp>
        <p:nvSpPr>
          <p:cNvPr id="65" name="テキスト ボックス 64">
            <a:extLst>
              <a:ext uri="{FF2B5EF4-FFF2-40B4-BE49-F238E27FC236}">
                <a16:creationId xmlns:a16="http://schemas.microsoft.com/office/drawing/2014/main" id="{7559574D-ABE7-4940-B7D6-A3FA7E5187A0}"/>
              </a:ext>
            </a:extLst>
          </p:cNvPr>
          <p:cNvSpPr txBox="1"/>
          <p:nvPr/>
        </p:nvSpPr>
        <p:spPr>
          <a:xfrm>
            <a:off x="374650" y="143326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42379" y="5711825"/>
            <a:ext cx="18606135" cy="8981340"/>
          </a:xfrm>
          <a:custGeom>
            <a:avLst/>
            <a:gdLst/>
            <a:ahLst/>
            <a:cxnLst/>
            <a:rect l="l" t="t" r="r" b="b"/>
            <a:pathLst>
              <a:path w="18606135" h="8446135">
                <a:moveTo>
                  <a:pt x="18071701" y="0"/>
                </a:moveTo>
                <a:lnTo>
                  <a:pt x="534015" y="0"/>
                </a:lnTo>
                <a:lnTo>
                  <a:pt x="485408" y="2182"/>
                </a:lnTo>
                <a:lnTo>
                  <a:pt x="438023" y="8603"/>
                </a:lnTo>
                <a:lnTo>
                  <a:pt x="392051" y="19075"/>
                </a:lnTo>
                <a:lnTo>
                  <a:pt x="347677" y="33408"/>
                </a:lnTo>
                <a:lnTo>
                  <a:pt x="305093" y="51415"/>
                </a:lnTo>
                <a:lnTo>
                  <a:pt x="264485" y="72907"/>
                </a:lnTo>
                <a:lnTo>
                  <a:pt x="226042" y="97695"/>
                </a:lnTo>
                <a:lnTo>
                  <a:pt x="189953" y="125592"/>
                </a:lnTo>
                <a:lnTo>
                  <a:pt x="156407" y="156407"/>
                </a:lnTo>
                <a:lnTo>
                  <a:pt x="125592" y="189953"/>
                </a:lnTo>
                <a:lnTo>
                  <a:pt x="97695" y="226042"/>
                </a:lnTo>
                <a:lnTo>
                  <a:pt x="72907" y="264485"/>
                </a:lnTo>
                <a:lnTo>
                  <a:pt x="51415" y="305093"/>
                </a:lnTo>
                <a:lnTo>
                  <a:pt x="33408" y="347677"/>
                </a:lnTo>
                <a:lnTo>
                  <a:pt x="19075" y="392051"/>
                </a:lnTo>
                <a:lnTo>
                  <a:pt x="8603" y="438023"/>
                </a:lnTo>
                <a:lnTo>
                  <a:pt x="2182" y="485408"/>
                </a:lnTo>
                <a:lnTo>
                  <a:pt x="0" y="534015"/>
                </a:lnTo>
                <a:lnTo>
                  <a:pt x="0" y="7911790"/>
                </a:lnTo>
                <a:lnTo>
                  <a:pt x="2182" y="7960395"/>
                </a:lnTo>
                <a:lnTo>
                  <a:pt x="8603" y="8007778"/>
                </a:lnTo>
                <a:lnTo>
                  <a:pt x="19075" y="8053750"/>
                </a:lnTo>
                <a:lnTo>
                  <a:pt x="33408" y="8098123"/>
                </a:lnTo>
                <a:lnTo>
                  <a:pt x="51415" y="8140707"/>
                </a:lnTo>
                <a:lnTo>
                  <a:pt x="72907" y="8181315"/>
                </a:lnTo>
                <a:lnTo>
                  <a:pt x="97695" y="8219758"/>
                </a:lnTo>
                <a:lnTo>
                  <a:pt x="125592" y="8255847"/>
                </a:lnTo>
                <a:lnTo>
                  <a:pt x="156407" y="8289394"/>
                </a:lnTo>
                <a:lnTo>
                  <a:pt x="189953" y="8320210"/>
                </a:lnTo>
                <a:lnTo>
                  <a:pt x="226042" y="8348106"/>
                </a:lnTo>
                <a:lnTo>
                  <a:pt x="264485" y="8372895"/>
                </a:lnTo>
                <a:lnTo>
                  <a:pt x="305093" y="8394388"/>
                </a:lnTo>
                <a:lnTo>
                  <a:pt x="347677" y="8412395"/>
                </a:lnTo>
                <a:lnTo>
                  <a:pt x="392051" y="8426729"/>
                </a:lnTo>
                <a:lnTo>
                  <a:pt x="438023" y="8437201"/>
                </a:lnTo>
                <a:lnTo>
                  <a:pt x="485408" y="8443623"/>
                </a:lnTo>
                <a:lnTo>
                  <a:pt x="534015" y="8445805"/>
                </a:lnTo>
                <a:lnTo>
                  <a:pt x="18071701" y="8445805"/>
                </a:lnTo>
                <a:lnTo>
                  <a:pt x="18120308" y="8443623"/>
                </a:lnTo>
                <a:lnTo>
                  <a:pt x="18167692" y="8437201"/>
                </a:lnTo>
                <a:lnTo>
                  <a:pt x="18213665" y="8426729"/>
                </a:lnTo>
                <a:lnTo>
                  <a:pt x="18258038" y="8412395"/>
                </a:lnTo>
                <a:lnTo>
                  <a:pt x="18300623" y="8394388"/>
                </a:lnTo>
                <a:lnTo>
                  <a:pt x="18341230" y="8372895"/>
                </a:lnTo>
                <a:lnTo>
                  <a:pt x="18379673" y="8348106"/>
                </a:lnTo>
                <a:lnTo>
                  <a:pt x="18415762" y="8320210"/>
                </a:lnTo>
                <a:lnTo>
                  <a:pt x="18449308" y="8289394"/>
                </a:lnTo>
                <a:lnTo>
                  <a:pt x="18480124" y="8255847"/>
                </a:lnTo>
                <a:lnTo>
                  <a:pt x="18508020" y="8219758"/>
                </a:lnTo>
                <a:lnTo>
                  <a:pt x="18532808" y="8181315"/>
                </a:lnTo>
                <a:lnTo>
                  <a:pt x="18554300" y="8140707"/>
                </a:lnTo>
                <a:lnTo>
                  <a:pt x="18572307" y="8098123"/>
                </a:lnTo>
                <a:lnTo>
                  <a:pt x="18586641" y="8053750"/>
                </a:lnTo>
                <a:lnTo>
                  <a:pt x="18597112" y="8007778"/>
                </a:lnTo>
                <a:lnTo>
                  <a:pt x="18603533" y="7960395"/>
                </a:lnTo>
                <a:lnTo>
                  <a:pt x="18605716" y="7911790"/>
                </a:lnTo>
                <a:lnTo>
                  <a:pt x="18605716" y="534015"/>
                </a:lnTo>
                <a:lnTo>
                  <a:pt x="18603533" y="485408"/>
                </a:lnTo>
                <a:lnTo>
                  <a:pt x="18597112" y="438023"/>
                </a:lnTo>
                <a:lnTo>
                  <a:pt x="18586641" y="392051"/>
                </a:lnTo>
                <a:lnTo>
                  <a:pt x="18572307" y="347677"/>
                </a:lnTo>
                <a:lnTo>
                  <a:pt x="18554300" y="305093"/>
                </a:lnTo>
                <a:lnTo>
                  <a:pt x="18532808" y="264485"/>
                </a:lnTo>
                <a:lnTo>
                  <a:pt x="18508020" y="226042"/>
                </a:lnTo>
                <a:lnTo>
                  <a:pt x="18480124" y="189953"/>
                </a:lnTo>
                <a:lnTo>
                  <a:pt x="18449308" y="156407"/>
                </a:lnTo>
                <a:lnTo>
                  <a:pt x="18415762" y="125592"/>
                </a:lnTo>
                <a:lnTo>
                  <a:pt x="18379673" y="97695"/>
                </a:lnTo>
                <a:lnTo>
                  <a:pt x="18341230" y="72907"/>
                </a:lnTo>
                <a:lnTo>
                  <a:pt x="18300623" y="51415"/>
                </a:lnTo>
                <a:lnTo>
                  <a:pt x="18258038" y="33408"/>
                </a:lnTo>
                <a:lnTo>
                  <a:pt x="18213665" y="19075"/>
                </a:lnTo>
                <a:lnTo>
                  <a:pt x="18167692" y="8603"/>
                </a:lnTo>
                <a:lnTo>
                  <a:pt x="18120308" y="2182"/>
                </a:lnTo>
                <a:lnTo>
                  <a:pt x="18071701" y="0"/>
                </a:lnTo>
                <a:close/>
              </a:path>
            </a:pathLst>
          </a:custGeom>
          <a:solidFill>
            <a:srgbClr val="FFF5D4"/>
          </a:solidFill>
        </p:spPr>
        <p:txBody>
          <a:bodyPr wrap="square" lIns="0" tIns="0" rIns="0" bIns="0" rtlCol="0"/>
          <a:lstStyle/>
          <a:p>
            <a:endParaRPr dirty="0"/>
          </a:p>
        </p:txBody>
      </p:sp>
      <p:sp>
        <p:nvSpPr>
          <p:cNvPr id="3" name="object 3"/>
          <p:cNvSpPr/>
          <p:nvPr/>
        </p:nvSpPr>
        <p:spPr>
          <a:xfrm>
            <a:off x="2512792" y="0"/>
            <a:ext cx="12574905" cy="2513330"/>
          </a:xfrm>
          <a:custGeom>
            <a:avLst/>
            <a:gdLst/>
            <a:ahLst/>
            <a:cxnLst/>
            <a:rect l="l" t="t" r="r" b="b"/>
            <a:pathLst>
              <a:path w="12574905" h="2513330">
                <a:moveTo>
                  <a:pt x="0" y="2512792"/>
                </a:moveTo>
                <a:lnTo>
                  <a:pt x="12574674" y="2512792"/>
                </a:lnTo>
                <a:lnTo>
                  <a:pt x="12574674" y="0"/>
                </a:lnTo>
                <a:lnTo>
                  <a:pt x="0" y="0"/>
                </a:lnTo>
                <a:lnTo>
                  <a:pt x="0" y="2512792"/>
                </a:lnTo>
                <a:close/>
              </a:path>
            </a:pathLst>
          </a:custGeom>
          <a:solidFill>
            <a:srgbClr val="FFF5D4"/>
          </a:solidFill>
        </p:spPr>
        <p:txBody>
          <a:bodyPr wrap="square" lIns="0" tIns="0" rIns="0" bIns="0" rtlCol="0"/>
          <a:lstStyle/>
          <a:p>
            <a:endParaRPr/>
          </a:p>
        </p:txBody>
      </p:sp>
      <p:sp>
        <p:nvSpPr>
          <p:cNvPr id="4" name="object 4"/>
          <p:cNvSpPr txBox="1"/>
          <p:nvPr/>
        </p:nvSpPr>
        <p:spPr>
          <a:xfrm>
            <a:off x="3048554" y="945692"/>
            <a:ext cx="11605895" cy="566420"/>
          </a:xfrm>
          <a:prstGeom prst="rect">
            <a:avLst/>
          </a:prstGeom>
        </p:spPr>
        <p:txBody>
          <a:bodyPr vert="horz" wrap="square" lIns="0" tIns="12065" rIns="0" bIns="0" rtlCol="0">
            <a:spAutoFit/>
          </a:bodyPr>
          <a:lstStyle/>
          <a:p>
            <a:pPr marL="12700">
              <a:lnSpc>
                <a:spcPct val="100000"/>
              </a:lnSpc>
              <a:spcBef>
                <a:spcPts val="95"/>
              </a:spcBef>
            </a:pPr>
            <a:r>
              <a:rPr sz="3550" spc="-65" dirty="0">
                <a:solidFill>
                  <a:srgbClr val="338D7D"/>
                </a:solidFill>
                <a:latin typeface="Arial Black"/>
                <a:cs typeface="Arial Black"/>
              </a:rPr>
              <a:t>Environmental</a:t>
            </a:r>
            <a:r>
              <a:rPr sz="3550" spc="-70" dirty="0">
                <a:solidFill>
                  <a:srgbClr val="338D7D"/>
                </a:solidFill>
                <a:latin typeface="Arial Black"/>
                <a:cs typeface="Arial Black"/>
              </a:rPr>
              <a:t> </a:t>
            </a:r>
            <a:r>
              <a:rPr sz="3550" spc="-50" dirty="0">
                <a:solidFill>
                  <a:srgbClr val="338D7D"/>
                </a:solidFill>
                <a:latin typeface="Arial Black"/>
                <a:cs typeface="Arial Black"/>
              </a:rPr>
              <a:t>issues</a:t>
            </a:r>
            <a:r>
              <a:rPr sz="3550" spc="-65" dirty="0">
                <a:solidFill>
                  <a:srgbClr val="338D7D"/>
                </a:solidFill>
                <a:latin typeface="Arial Black"/>
                <a:cs typeface="Arial Black"/>
              </a:rPr>
              <a:t> </a:t>
            </a:r>
            <a:r>
              <a:rPr sz="3550" spc="-40" dirty="0">
                <a:solidFill>
                  <a:srgbClr val="338D7D"/>
                </a:solidFill>
                <a:latin typeface="Arial Black"/>
                <a:cs typeface="Arial Black"/>
              </a:rPr>
              <a:t>affecting</a:t>
            </a:r>
            <a:r>
              <a:rPr sz="3550" spc="-65" dirty="0">
                <a:solidFill>
                  <a:srgbClr val="338D7D"/>
                </a:solidFill>
                <a:latin typeface="Arial Black"/>
                <a:cs typeface="Arial Black"/>
              </a:rPr>
              <a:t> children’s </a:t>
            </a:r>
            <a:r>
              <a:rPr sz="3550" spc="-50" dirty="0">
                <a:solidFill>
                  <a:srgbClr val="338D7D"/>
                </a:solidFill>
                <a:latin typeface="Arial Black"/>
                <a:cs typeface="Arial Black"/>
              </a:rPr>
              <a:t>health</a:t>
            </a:r>
            <a:endParaRPr sz="3550">
              <a:latin typeface="Arial Black"/>
              <a:cs typeface="Arial Black"/>
            </a:endParaRPr>
          </a:p>
        </p:txBody>
      </p:sp>
      <p:grpSp>
        <p:nvGrpSpPr>
          <p:cNvPr id="5" name="object 5"/>
          <p:cNvGrpSpPr/>
          <p:nvPr/>
        </p:nvGrpSpPr>
        <p:grpSpPr>
          <a:xfrm>
            <a:off x="0" y="0"/>
            <a:ext cx="20104100" cy="2513330"/>
            <a:chOff x="0" y="0"/>
            <a:chExt cx="20104100" cy="2513330"/>
          </a:xfrm>
        </p:grpSpPr>
        <p:sp>
          <p:nvSpPr>
            <p:cNvPr id="6" name="object 6"/>
            <p:cNvSpPr/>
            <p:nvPr/>
          </p:nvSpPr>
          <p:spPr>
            <a:xfrm>
              <a:off x="0"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7" name="object 7"/>
            <p:cNvSpPr/>
            <p:nvPr/>
          </p:nvSpPr>
          <p:spPr>
            <a:xfrm>
              <a:off x="470268" y="218363"/>
              <a:ext cx="1572260" cy="2076450"/>
            </a:xfrm>
            <a:custGeom>
              <a:avLst/>
              <a:gdLst/>
              <a:ahLst/>
              <a:cxnLst/>
              <a:rect l="l" t="t" r="r" b="b"/>
              <a:pathLst>
                <a:path w="1572260" h="2076450">
                  <a:moveTo>
                    <a:pt x="1238173" y="1479842"/>
                  </a:moveTo>
                  <a:lnTo>
                    <a:pt x="1236256" y="1430388"/>
                  </a:lnTo>
                  <a:lnTo>
                    <a:pt x="1230896" y="1383792"/>
                  </a:lnTo>
                  <a:lnTo>
                    <a:pt x="1230668" y="1381785"/>
                  </a:lnTo>
                  <a:lnTo>
                    <a:pt x="1221689" y="1334020"/>
                  </a:lnTo>
                  <a:lnTo>
                    <a:pt x="1209598" y="1287081"/>
                  </a:lnTo>
                  <a:lnTo>
                    <a:pt x="1194676" y="1240942"/>
                  </a:lnTo>
                  <a:lnTo>
                    <a:pt x="1177188" y="1195603"/>
                  </a:lnTo>
                  <a:lnTo>
                    <a:pt x="1157414" y="1151039"/>
                  </a:lnTo>
                  <a:lnTo>
                    <a:pt x="1135761" y="1107478"/>
                  </a:lnTo>
                  <a:lnTo>
                    <a:pt x="1112266" y="1064437"/>
                  </a:lnTo>
                  <a:lnTo>
                    <a:pt x="1087310" y="1022134"/>
                  </a:lnTo>
                  <a:lnTo>
                    <a:pt x="1061173" y="980554"/>
                  </a:lnTo>
                  <a:lnTo>
                    <a:pt x="1034122" y="939673"/>
                  </a:lnTo>
                  <a:lnTo>
                    <a:pt x="1006436" y="899477"/>
                  </a:lnTo>
                  <a:lnTo>
                    <a:pt x="978382" y="859955"/>
                  </a:lnTo>
                  <a:lnTo>
                    <a:pt x="950252" y="821105"/>
                  </a:lnTo>
                  <a:lnTo>
                    <a:pt x="888441" y="736549"/>
                  </a:lnTo>
                  <a:lnTo>
                    <a:pt x="855421" y="690664"/>
                  </a:lnTo>
                  <a:lnTo>
                    <a:pt x="823747" y="645236"/>
                  </a:lnTo>
                  <a:lnTo>
                    <a:pt x="793915" y="600265"/>
                  </a:lnTo>
                  <a:lnTo>
                    <a:pt x="766432" y="555713"/>
                  </a:lnTo>
                  <a:lnTo>
                    <a:pt x="741807" y="511606"/>
                  </a:lnTo>
                  <a:lnTo>
                    <a:pt x="720534" y="467918"/>
                  </a:lnTo>
                  <a:lnTo>
                    <a:pt x="703122" y="424649"/>
                  </a:lnTo>
                  <a:lnTo>
                    <a:pt x="702576" y="422859"/>
                  </a:lnTo>
                  <a:lnTo>
                    <a:pt x="702576" y="1837486"/>
                  </a:lnTo>
                  <a:lnTo>
                    <a:pt x="698220" y="1859102"/>
                  </a:lnTo>
                  <a:lnTo>
                    <a:pt x="686320" y="1876755"/>
                  </a:lnTo>
                  <a:lnTo>
                    <a:pt x="668667" y="1888642"/>
                  </a:lnTo>
                  <a:lnTo>
                    <a:pt x="647039" y="1893011"/>
                  </a:lnTo>
                  <a:lnTo>
                    <a:pt x="605955" y="1891588"/>
                  </a:lnTo>
                  <a:lnTo>
                    <a:pt x="564451" y="1887245"/>
                  </a:lnTo>
                  <a:lnTo>
                    <a:pt x="522935" y="1879841"/>
                  </a:lnTo>
                  <a:lnTo>
                    <a:pt x="481838" y="1869211"/>
                  </a:lnTo>
                  <a:lnTo>
                    <a:pt x="441591" y="1855228"/>
                  </a:lnTo>
                  <a:lnTo>
                    <a:pt x="402602" y="1837753"/>
                  </a:lnTo>
                  <a:lnTo>
                    <a:pt x="365315" y="1816633"/>
                  </a:lnTo>
                  <a:lnTo>
                    <a:pt x="330161" y="1791741"/>
                  </a:lnTo>
                  <a:lnTo>
                    <a:pt x="297535" y="1762925"/>
                  </a:lnTo>
                  <a:lnTo>
                    <a:pt x="267893" y="1730032"/>
                  </a:lnTo>
                  <a:lnTo>
                    <a:pt x="241642" y="1692935"/>
                  </a:lnTo>
                  <a:lnTo>
                    <a:pt x="219202" y="1651482"/>
                  </a:lnTo>
                  <a:lnTo>
                    <a:pt x="201015" y="1605546"/>
                  </a:lnTo>
                  <a:lnTo>
                    <a:pt x="187502" y="1554962"/>
                  </a:lnTo>
                  <a:lnTo>
                    <a:pt x="179082" y="1499603"/>
                  </a:lnTo>
                  <a:lnTo>
                    <a:pt x="176174" y="1439329"/>
                  </a:lnTo>
                  <a:lnTo>
                    <a:pt x="180543" y="1417713"/>
                  </a:lnTo>
                  <a:lnTo>
                    <a:pt x="192443" y="1400060"/>
                  </a:lnTo>
                  <a:lnTo>
                    <a:pt x="210096" y="1388160"/>
                  </a:lnTo>
                  <a:lnTo>
                    <a:pt x="231698" y="1383792"/>
                  </a:lnTo>
                  <a:lnTo>
                    <a:pt x="253314" y="1388160"/>
                  </a:lnTo>
                  <a:lnTo>
                    <a:pt x="270967" y="1400060"/>
                  </a:lnTo>
                  <a:lnTo>
                    <a:pt x="282867" y="1417713"/>
                  </a:lnTo>
                  <a:lnTo>
                    <a:pt x="287235" y="1439329"/>
                  </a:lnTo>
                  <a:lnTo>
                    <a:pt x="291909" y="1507604"/>
                  </a:lnTo>
                  <a:lnTo>
                    <a:pt x="305092" y="1566214"/>
                  </a:lnTo>
                  <a:lnTo>
                    <a:pt x="325501" y="1615871"/>
                  </a:lnTo>
                  <a:lnTo>
                    <a:pt x="351866" y="1657337"/>
                  </a:lnTo>
                  <a:lnTo>
                    <a:pt x="382917" y="1691309"/>
                  </a:lnTo>
                  <a:lnTo>
                    <a:pt x="417385" y="1718538"/>
                  </a:lnTo>
                  <a:lnTo>
                    <a:pt x="453974" y="1739760"/>
                  </a:lnTo>
                  <a:lnTo>
                    <a:pt x="491426" y="1755711"/>
                  </a:lnTo>
                  <a:lnTo>
                    <a:pt x="528472" y="1767116"/>
                  </a:lnTo>
                  <a:lnTo>
                    <a:pt x="596226" y="1779219"/>
                  </a:lnTo>
                  <a:lnTo>
                    <a:pt x="647039" y="1781949"/>
                  </a:lnTo>
                  <a:lnTo>
                    <a:pt x="668667" y="1786318"/>
                  </a:lnTo>
                  <a:lnTo>
                    <a:pt x="686320" y="1798218"/>
                  </a:lnTo>
                  <a:lnTo>
                    <a:pt x="698220" y="1815871"/>
                  </a:lnTo>
                  <a:lnTo>
                    <a:pt x="702576" y="1837486"/>
                  </a:lnTo>
                  <a:lnTo>
                    <a:pt x="702576" y="422859"/>
                  </a:lnTo>
                  <a:lnTo>
                    <a:pt x="690029" y="381685"/>
                  </a:lnTo>
                  <a:lnTo>
                    <a:pt x="681837" y="339280"/>
                  </a:lnTo>
                  <a:lnTo>
                    <a:pt x="679005" y="297281"/>
                  </a:lnTo>
                  <a:lnTo>
                    <a:pt x="674636" y="275666"/>
                  </a:lnTo>
                  <a:lnTo>
                    <a:pt x="662736" y="258013"/>
                  </a:lnTo>
                  <a:lnTo>
                    <a:pt x="645083" y="246113"/>
                  </a:lnTo>
                  <a:lnTo>
                    <a:pt x="623468" y="241744"/>
                  </a:lnTo>
                  <a:lnTo>
                    <a:pt x="601853" y="246113"/>
                  </a:lnTo>
                  <a:lnTo>
                    <a:pt x="584200" y="258013"/>
                  </a:lnTo>
                  <a:lnTo>
                    <a:pt x="572300" y="275666"/>
                  </a:lnTo>
                  <a:lnTo>
                    <a:pt x="567931" y="297281"/>
                  </a:lnTo>
                  <a:lnTo>
                    <a:pt x="565035" y="339344"/>
                  </a:lnTo>
                  <a:lnTo>
                    <a:pt x="556679" y="381800"/>
                  </a:lnTo>
                  <a:lnTo>
                    <a:pt x="543445" y="424510"/>
                  </a:lnTo>
                  <a:lnTo>
                    <a:pt x="525767" y="467741"/>
                  </a:lnTo>
                  <a:lnTo>
                    <a:pt x="504164" y="511390"/>
                  </a:lnTo>
                  <a:lnTo>
                    <a:pt x="479158" y="555472"/>
                  </a:lnTo>
                  <a:lnTo>
                    <a:pt x="451256" y="599998"/>
                  </a:lnTo>
                  <a:lnTo>
                    <a:pt x="420979" y="644956"/>
                  </a:lnTo>
                  <a:lnTo>
                    <a:pt x="388810" y="690372"/>
                  </a:lnTo>
                  <a:lnTo>
                    <a:pt x="355282" y="736244"/>
                  </a:lnTo>
                  <a:lnTo>
                    <a:pt x="292506" y="820788"/>
                  </a:lnTo>
                  <a:lnTo>
                    <a:pt x="263918" y="859650"/>
                  </a:lnTo>
                  <a:lnTo>
                    <a:pt x="235419" y="899172"/>
                  </a:lnTo>
                  <a:lnTo>
                    <a:pt x="207289" y="939380"/>
                  </a:lnTo>
                  <a:lnTo>
                    <a:pt x="179806" y="980274"/>
                  </a:lnTo>
                  <a:lnTo>
                    <a:pt x="153250" y="1021867"/>
                  </a:lnTo>
                  <a:lnTo>
                    <a:pt x="127901" y="1064183"/>
                  </a:lnTo>
                  <a:lnTo>
                    <a:pt x="103924" y="1107478"/>
                  </a:lnTo>
                  <a:lnTo>
                    <a:pt x="81838" y="1151255"/>
                  </a:lnTo>
                  <a:lnTo>
                    <a:pt x="61785" y="1195793"/>
                  </a:lnTo>
                  <a:lnTo>
                    <a:pt x="44069" y="1241120"/>
                  </a:lnTo>
                  <a:lnTo>
                    <a:pt x="28943" y="1287221"/>
                  </a:lnTo>
                  <a:lnTo>
                    <a:pt x="16700" y="1334135"/>
                  </a:lnTo>
                  <a:lnTo>
                    <a:pt x="7607" y="1381861"/>
                  </a:lnTo>
                  <a:lnTo>
                    <a:pt x="1943" y="1430426"/>
                  </a:lnTo>
                  <a:lnTo>
                    <a:pt x="0" y="1479842"/>
                  </a:lnTo>
                  <a:lnTo>
                    <a:pt x="2019" y="1538008"/>
                  </a:lnTo>
                  <a:lnTo>
                    <a:pt x="7962" y="1592745"/>
                  </a:lnTo>
                  <a:lnTo>
                    <a:pt x="17589" y="1644116"/>
                  </a:lnTo>
                  <a:lnTo>
                    <a:pt x="30708" y="1692198"/>
                  </a:lnTo>
                  <a:lnTo>
                    <a:pt x="47091" y="1737055"/>
                  </a:lnTo>
                  <a:lnTo>
                    <a:pt x="66535" y="1778762"/>
                  </a:lnTo>
                  <a:lnTo>
                    <a:pt x="88811" y="1817382"/>
                  </a:lnTo>
                  <a:lnTo>
                    <a:pt x="113715" y="1853006"/>
                  </a:lnTo>
                  <a:lnTo>
                    <a:pt x="141033" y="1885696"/>
                  </a:lnTo>
                  <a:lnTo>
                    <a:pt x="170548" y="1915515"/>
                  </a:lnTo>
                  <a:lnTo>
                    <a:pt x="202057" y="1942541"/>
                  </a:lnTo>
                  <a:lnTo>
                    <a:pt x="235318" y="1966849"/>
                  </a:lnTo>
                  <a:lnTo>
                    <a:pt x="270141" y="1988515"/>
                  </a:lnTo>
                  <a:lnTo>
                    <a:pt x="306311" y="2007590"/>
                  </a:lnTo>
                  <a:lnTo>
                    <a:pt x="343611" y="2024164"/>
                  </a:lnTo>
                  <a:lnTo>
                    <a:pt x="381812" y="2038311"/>
                  </a:lnTo>
                  <a:lnTo>
                    <a:pt x="420712" y="2050097"/>
                  </a:lnTo>
                  <a:lnTo>
                    <a:pt x="460108" y="2059584"/>
                  </a:lnTo>
                  <a:lnTo>
                    <a:pt x="499770" y="2066861"/>
                  </a:lnTo>
                  <a:lnTo>
                    <a:pt x="539483" y="2071979"/>
                  </a:lnTo>
                  <a:lnTo>
                    <a:pt x="579043" y="2075040"/>
                  </a:lnTo>
                  <a:lnTo>
                    <a:pt x="618236" y="2076081"/>
                  </a:lnTo>
                  <a:lnTo>
                    <a:pt x="618871" y="2076081"/>
                  </a:lnTo>
                  <a:lnTo>
                    <a:pt x="619239" y="2076056"/>
                  </a:lnTo>
                  <a:lnTo>
                    <a:pt x="619582" y="2076081"/>
                  </a:lnTo>
                  <a:lnTo>
                    <a:pt x="620382" y="2076056"/>
                  </a:lnTo>
                  <a:lnTo>
                    <a:pt x="659142" y="2075040"/>
                  </a:lnTo>
                  <a:lnTo>
                    <a:pt x="698703" y="2071979"/>
                  </a:lnTo>
                  <a:lnTo>
                    <a:pt x="738416" y="2066861"/>
                  </a:lnTo>
                  <a:lnTo>
                    <a:pt x="778078" y="2059584"/>
                  </a:lnTo>
                  <a:lnTo>
                    <a:pt x="817473" y="2050097"/>
                  </a:lnTo>
                  <a:lnTo>
                    <a:pt x="856373" y="2038311"/>
                  </a:lnTo>
                  <a:lnTo>
                    <a:pt x="894575" y="2024164"/>
                  </a:lnTo>
                  <a:lnTo>
                    <a:pt x="931875" y="2007590"/>
                  </a:lnTo>
                  <a:lnTo>
                    <a:pt x="968032" y="1988515"/>
                  </a:lnTo>
                  <a:lnTo>
                    <a:pt x="1002855" y="1966849"/>
                  </a:lnTo>
                  <a:lnTo>
                    <a:pt x="1036129" y="1942541"/>
                  </a:lnTo>
                  <a:lnTo>
                    <a:pt x="1067625" y="1915515"/>
                  </a:lnTo>
                  <a:lnTo>
                    <a:pt x="1097140" y="1885696"/>
                  </a:lnTo>
                  <a:lnTo>
                    <a:pt x="1124458" y="1853006"/>
                  </a:lnTo>
                  <a:lnTo>
                    <a:pt x="1149362" y="1817382"/>
                  </a:lnTo>
                  <a:lnTo>
                    <a:pt x="1171638" y="1778762"/>
                  </a:lnTo>
                  <a:lnTo>
                    <a:pt x="1191082" y="1737055"/>
                  </a:lnTo>
                  <a:lnTo>
                    <a:pt x="1207465" y="1692198"/>
                  </a:lnTo>
                  <a:lnTo>
                    <a:pt x="1220584" y="1644116"/>
                  </a:lnTo>
                  <a:lnTo>
                    <a:pt x="1230210" y="1592745"/>
                  </a:lnTo>
                  <a:lnTo>
                    <a:pt x="1236154" y="1538008"/>
                  </a:lnTo>
                  <a:lnTo>
                    <a:pt x="1238173" y="1479842"/>
                  </a:lnTo>
                  <a:close/>
                </a:path>
                <a:path w="1572260" h="2076450">
                  <a:moveTo>
                    <a:pt x="1572234" y="442544"/>
                  </a:moveTo>
                  <a:lnTo>
                    <a:pt x="1567649" y="394474"/>
                  </a:lnTo>
                  <a:lnTo>
                    <a:pt x="1555089" y="349313"/>
                  </a:lnTo>
                  <a:lnTo>
                    <a:pt x="1536382" y="306793"/>
                  </a:lnTo>
                  <a:lnTo>
                    <a:pt x="1513357" y="266636"/>
                  </a:lnTo>
                  <a:lnTo>
                    <a:pt x="1487843" y="228587"/>
                  </a:lnTo>
                  <a:lnTo>
                    <a:pt x="1434630" y="154901"/>
                  </a:lnTo>
                  <a:lnTo>
                    <a:pt x="1411490" y="119151"/>
                  </a:lnTo>
                  <a:lnTo>
                    <a:pt x="1395323" y="85801"/>
                  </a:lnTo>
                  <a:lnTo>
                    <a:pt x="1384884" y="33909"/>
                  </a:lnTo>
                  <a:lnTo>
                    <a:pt x="1372984" y="16268"/>
                  </a:lnTo>
                  <a:lnTo>
                    <a:pt x="1355331" y="4368"/>
                  </a:lnTo>
                  <a:lnTo>
                    <a:pt x="1333728" y="0"/>
                  </a:lnTo>
                  <a:lnTo>
                    <a:pt x="1312113" y="4368"/>
                  </a:lnTo>
                  <a:lnTo>
                    <a:pt x="1294460" y="16268"/>
                  </a:lnTo>
                  <a:lnTo>
                    <a:pt x="1282560" y="33909"/>
                  </a:lnTo>
                  <a:lnTo>
                    <a:pt x="1272032" y="85661"/>
                  </a:lnTo>
                  <a:lnTo>
                    <a:pt x="1255636" y="118922"/>
                  </a:lnTo>
                  <a:lnTo>
                    <a:pt x="1232154" y="154609"/>
                  </a:lnTo>
                  <a:lnTo>
                    <a:pt x="1178115" y="228282"/>
                  </a:lnTo>
                  <a:lnTo>
                    <a:pt x="1152169" y="266369"/>
                  </a:lnTo>
                  <a:lnTo>
                    <a:pt x="1128776" y="306565"/>
                  </a:lnTo>
                  <a:lnTo>
                    <a:pt x="1109764" y="349148"/>
                  </a:lnTo>
                  <a:lnTo>
                    <a:pt x="1097000" y="394385"/>
                  </a:lnTo>
                  <a:lnTo>
                    <a:pt x="1092327" y="442544"/>
                  </a:lnTo>
                  <a:lnTo>
                    <a:pt x="1097724" y="498563"/>
                  </a:lnTo>
                  <a:lnTo>
                    <a:pt x="1112977" y="546481"/>
                  </a:lnTo>
                  <a:lnTo>
                    <a:pt x="1136650" y="586498"/>
                  </a:lnTo>
                  <a:lnTo>
                    <a:pt x="1167345" y="618832"/>
                  </a:lnTo>
                  <a:lnTo>
                    <a:pt x="1203629" y="643648"/>
                  </a:lnTo>
                  <a:lnTo>
                    <a:pt x="1244092" y="661149"/>
                  </a:lnTo>
                  <a:lnTo>
                    <a:pt x="1287310" y="671550"/>
                  </a:lnTo>
                  <a:lnTo>
                    <a:pt x="1332445" y="675030"/>
                  </a:lnTo>
                  <a:lnTo>
                    <a:pt x="1377251" y="671550"/>
                  </a:lnTo>
                  <a:lnTo>
                    <a:pt x="1420469" y="661149"/>
                  </a:lnTo>
                  <a:lnTo>
                    <a:pt x="1460931" y="643648"/>
                  </a:lnTo>
                  <a:lnTo>
                    <a:pt x="1497215" y="618832"/>
                  </a:lnTo>
                  <a:lnTo>
                    <a:pt x="1527911" y="586498"/>
                  </a:lnTo>
                  <a:lnTo>
                    <a:pt x="1551597" y="546481"/>
                  </a:lnTo>
                  <a:lnTo>
                    <a:pt x="1566837" y="498563"/>
                  </a:lnTo>
                  <a:lnTo>
                    <a:pt x="1572234" y="442544"/>
                  </a:lnTo>
                  <a:close/>
                </a:path>
              </a:pathLst>
            </a:custGeom>
            <a:solidFill>
              <a:srgbClr val="79C44F"/>
            </a:solidFill>
          </p:spPr>
          <p:txBody>
            <a:bodyPr wrap="square" lIns="0" tIns="0" rIns="0" bIns="0" rtlCol="0"/>
            <a:lstStyle/>
            <a:p>
              <a:endParaRPr/>
            </a:p>
          </p:txBody>
        </p:sp>
        <p:sp>
          <p:nvSpPr>
            <p:cNvPr id="8" name="object 8"/>
            <p:cNvSpPr/>
            <p:nvPr/>
          </p:nvSpPr>
          <p:spPr>
            <a:xfrm>
              <a:off x="18837533" y="1658263"/>
              <a:ext cx="555625" cy="551815"/>
            </a:xfrm>
            <a:custGeom>
              <a:avLst/>
              <a:gdLst/>
              <a:ahLst/>
              <a:cxnLst/>
              <a:rect l="l" t="t" r="r" b="b"/>
              <a:pathLst>
                <a:path w="555625" h="551814">
                  <a:moveTo>
                    <a:pt x="406699" y="0"/>
                  </a:moveTo>
                  <a:lnTo>
                    <a:pt x="291289" y="30595"/>
                  </a:lnTo>
                  <a:lnTo>
                    <a:pt x="242473" y="49069"/>
                  </a:lnTo>
                  <a:lnTo>
                    <a:pt x="198874" y="76785"/>
                  </a:lnTo>
                  <a:lnTo>
                    <a:pt x="161772" y="112736"/>
                  </a:lnTo>
                  <a:lnTo>
                    <a:pt x="132446" y="155911"/>
                  </a:lnTo>
                  <a:lnTo>
                    <a:pt x="0" y="388564"/>
                  </a:lnTo>
                  <a:lnTo>
                    <a:pt x="423463" y="551470"/>
                  </a:lnTo>
                  <a:lnTo>
                    <a:pt x="525795" y="362250"/>
                  </a:lnTo>
                  <a:lnTo>
                    <a:pt x="545104" y="315997"/>
                  </a:lnTo>
                  <a:lnTo>
                    <a:pt x="554920" y="267328"/>
                  </a:lnTo>
                  <a:lnTo>
                    <a:pt x="555100" y="217679"/>
                  </a:lnTo>
                  <a:lnTo>
                    <a:pt x="545501" y="168487"/>
                  </a:lnTo>
                  <a:lnTo>
                    <a:pt x="511963" y="56689"/>
                  </a:lnTo>
                  <a:lnTo>
                    <a:pt x="406699" y="0"/>
                  </a:lnTo>
                  <a:close/>
                </a:path>
              </a:pathLst>
            </a:custGeom>
            <a:solidFill>
              <a:srgbClr val="00705C"/>
            </a:solidFill>
          </p:spPr>
          <p:txBody>
            <a:bodyPr wrap="square" lIns="0" tIns="0" rIns="0" bIns="0" rtlCol="0"/>
            <a:lstStyle/>
            <a:p>
              <a:endParaRPr/>
            </a:p>
          </p:txBody>
        </p:sp>
        <p:pic>
          <p:nvPicPr>
            <p:cNvPr id="9" name="object 9"/>
            <p:cNvPicPr/>
            <p:nvPr/>
          </p:nvPicPr>
          <p:blipFill>
            <a:blip r:embed="rId3" cstate="print"/>
            <a:stretch>
              <a:fillRect/>
            </a:stretch>
          </p:blipFill>
          <p:spPr>
            <a:xfrm>
              <a:off x="19221832" y="1563681"/>
              <a:ext cx="189603" cy="163754"/>
            </a:xfrm>
            <a:prstGeom prst="rect">
              <a:avLst/>
            </a:prstGeom>
          </p:spPr>
        </p:pic>
        <p:sp>
          <p:nvSpPr>
            <p:cNvPr id="10" name="object 10"/>
            <p:cNvSpPr/>
            <p:nvPr/>
          </p:nvSpPr>
          <p:spPr>
            <a:xfrm>
              <a:off x="17960680" y="1927325"/>
              <a:ext cx="443865" cy="271145"/>
            </a:xfrm>
            <a:custGeom>
              <a:avLst/>
              <a:gdLst/>
              <a:ahLst/>
              <a:cxnLst/>
              <a:rect l="l" t="t" r="r" b="b"/>
              <a:pathLst>
                <a:path w="443865" h="271144">
                  <a:moveTo>
                    <a:pt x="333476" y="0"/>
                  </a:moveTo>
                  <a:lnTo>
                    <a:pt x="0" y="152047"/>
                  </a:lnTo>
                  <a:lnTo>
                    <a:pt x="240432" y="237374"/>
                  </a:lnTo>
                  <a:lnTo>
                    <a:pt x="443630" y="270651"/>
                  </a:lnTo>
                  <a:lnTo>
                    <a:pt x="333476" y="0"/>
                  </a:lnTo>
                  <a:close/>
                </a:path>
              </a:pathLst>
            </a:custGeom>
            <a:solidFill>
              <a:srgbClr val="00705C"/>
            </a:solidFill>
          </p:spPr>
          <p:txBody>
            <a:bodyPr wrap="square" lIns="0" tIns="0" rIns="0" bIns="0" rtlCol="0"/>
            <a:lstStyle/>
            <a:p>
              <a:endParaRPr/>
            </a:p>
          </p:txBody>
        </p:sp>
        <p:sp>
          <p:nvSpPr>
            <p:cNvPr id="11" name="object 11"/>
            <p:cNvSpPr/>
            <p:nvPr/>
          </p:nvSpPr>
          <p:spPr>
            <a:xfrm>
              <a:off x="17544629" y="2069278"/>
              <a:ext cx="2532380" cy="121920"/>
            </a:xfrm>
            <a:custGeom>
              <a:avLst/>
              <a:gdLst/>
              <a:ahLst/>
              <a:cxnLst/>
              <a:rect l="l" t="t" r="r" b="b"/>
              <a:pathLst>
                <a:path w="2532380" h="121919">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12" name="object 12"/>
            <p:cNvSpPr/>
            <p:nvPr/>
          </p:nvSpPr>
          <p:spPr>
            <a:xfrm>
              <a:off x="18041011" y="334491"/>
              <a:ext cx="1603375" cy="1062355"/>
            </a:xfrm>
            <a:custGeom>
              <a:avLst/>
              <a:gdLst/>
              <a:ahLst/>
              <a:cxnLst/>
              <a:rect l="l" t="t" r="r" b="b"/>
              <a:pathLst>
                <a:path w="1603375" h="1062355">
                  <a:moveTo>
                    <a:pt x="132270" y="396201"/>
                  </a:moveTo>
                  <a:lnTo>
                    <a:pt x="127076" y="370446"/>
                  </a:lnTo>
                  <a:lnTo>
                    <a:pt x="112903" y="349427"/>
                  </a:lnTo>
                  <a:lnTo>
                    <a:pt x="91884" y="335254"/>
                  </a:lnTo>
                  <a:lnTo>
                    <a:pt x="66141" y="330047"/>
                  </a:lnTo>
                  <a:lnTo>
                    <a:pt x="40398" y="335254"/>
                  </a:lnTo>
                  <a:lnTo>
                    <a:pt x="19380" y="349427"/>
                  </a:lnTo>
                  <a:lnTo>
                    <a:pt x="5207" y="370446"/>
                  </a:lnTo>
                  <a:lnTo>
                    <a:pt x="0" y="396201"/>
                  </a:lnTo>
                  <a:lnTo>
                    <a:pt x="0" y="669010"/>
                  </a:lnTo>
                  <a:lnTo>
                    <a:pt x="5207" y="694740"/>
                  </a:lnTo>
                  <a:lnTo>
                    <a:pt x="19380" y="715772"/>
                  </a:lnTo>
                  <a:lnTo>
                    <a:pt x="40398" y="729945"/>
                  </a:lnTo>
                  <a:lnTo>
                    <a:pt x="66141" y="735139"/>
                  </a:lnTo>
                  <a:lnTo>
                    <a:pt x="91884" y="729945"/>
                  </a:lnTo>
                  <a:lnTo>
                    <a:pt x="112903" y="715772"/>
                  </a:lnTo>
                  <a:lnTo>
                    <a:pt x="127076" y="694740"/>
                  </a:lnTo>
                  <a:lnTo>
                    <a:pt x="132270" y="669010"/>
                  </a:lnTo>
                  <a:lnTo>
                    <a:pt x="132270" y="396201"/>
                  </a:lnTo>
                  <a:close/>
                </a:path>
                <a:path w="1603375" h="1062355">
                  <a:moveTo>
                    <a:pt x="603300" y="952373"/>
                  </a:moveTo>
                  <a:lnTo>
                    <a:pt x="501027" y="626503"/>
                  </a:lnTo>
                  <a:lnTo>
                    <a:pt x="50012" y="746810"/>
                  </a:lnTo>
                  <a:lnTo>
                    <a:pt x="131356" y="1051737"/>
                  </a:lnTo>
                  <a:lnTo>
                    <a:pt x="327367" y="1062278"/>
                  </a:lnTo>
                  <a:lnTo>
                    <a:pt x="603300" y="952373"/>
                  </a:lnTo>
                  <a:close/>
                </a:path>
                <a:path w="1603375" h="1062355">
                  <a:moveTo>
                    <a:pt x="1603248" y="172986"/>
                  </a:moveTo>
                  <a:lnTo>
                    <a:pt x="1311656" y="0"/>
                  </a:lnTo>
                  <a:lnTo>
                    <a:pt x="1201496" y="270649"/>
                  </a:lnTo>
                  <a:lnTo>
                    <a:pt x="1404696" y="247853"/>
                  </a:lnTo>
                  <a:lnTo>
                    <a:pt x="1603248" y="172986"/>
                  </a:lnTo>
                  <a:close/>
                </a:path>
              </a:pathLst>
            </a:custGeom>
            <a:solidFill>
              <a:srgbClr val="00705C"/>
            </a:solidFill>
          </p:spPr>
          <p:txBody>
            <a:bodyPr wrap="square" lIns="0" tIns="0" rIns="0" bIns="0" rtlCol="0"/>
            <a:lstStyle/>
            <a:p>
              <a:endParaRPr/>
            </a:p>
          </p:txBody>
        </p:sp>
        <p:sp>
          <p:nvSpPr>
            <p:cNvPr id="13" name="object 13"/>
            <p:cNvSpPr/>
            <p:nvPr/>
          </p:nvSpPr>
          <p:spPr>
            <a:xfrm>
              <a:off x="17544629" y="498645"/>
              <a:ext cx="2532380" cy="121920"/>
            </a:xfrm>
            <a:custGeom>
              <a:avLst/>
              <a:gdLst/>
              <a:ahLst/>
              <a:cxnLst/>
              <a:rect l="l" t="t" r="r" b="b"/>
              <a:pathLst>
                <a:path w="2532380" h="121920">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14" name="object 14"/>
            <p:cNvSpPr/>
            <p:nvPr/>
          </p:nvSpPr>
          <p:spPr>
            <a:xfrm>
              <a:off x="17544629" y="1263020"/>
              <a:ext cx="2532380" cy="121920"/>
            </a:xfrm>
            <a:custGeom>
              <a:avLst/>
              <a:gdLst/>
              <a:ahLst/>
              <a:cxnLst/>
              <a:rect l="l" t="t" r="r" b="b"/>
              <a:pathLst>
                <a:path w="2532380" h="121919">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15" name="object 15"/>
            <p:cNvSpPr/>
            <p:nvPr/>
          </p:nvSpPr>
          <p:spPr>
            <a:xfrm>
              <a:off x="15087466" y="0"/>
              <a:ext cx="2513330" cy="2513330"/>
            </a:xfrm>
            <a:custGeom>
              <a:avLst/>
              <a:gdLst/>
              <a:ahLst/>
              <a:cxnLst/>
              <a:rect l="l" t="t" r="r" b="b"/>
              <a:pathLst>
                <a:path w="2513330" h="2513330">
                  <a:moveTo>
                    <a:pt x="2512803" y="0"/>
                  </a:moveTo>
                  <a:lnTo>
                    <a:pt x="0" y="0"/>
                  </a:lnTo>
                  <a:lnTo>
                    <a:pt x="0" y="2512792"/>
                  </a:lnTo>
                  <a:lnTo>
                    <a:pt x="2512803" y="2512792"/>
                  </a:lnTo>
                  <a:lnTo>
                    <a:pt x="2512803" y="0"/>
                  </a:lnTo>
                  <a:close/>
                </a:path>
              </a:pathLst>
            </a:custGeom>
            <a:solidFill>
              <a:srgbClr val="00705C"/>
            </a:solidFill>
          </p:spPr>
          <p:txBody>
            <a:bodyPr wrap="square" lIns="0" tIns="0" rIns="0" bIns="0" rtlCol="0"/>
            <a:lstStyle/>
            <a:p>
              <a:endParaRPr/>
            </a:p>
          </p:txBody>
        </p:sp>
        <p:sp>
          <p:nvSpPr>
            <p:cNvPr id="16" name="object 16"/>
            <p:cNvSpPr/>
            <p:nvPr/>
          </p:nvSpPr>
          <p:spPr>
            <a:xfrm>
              <a:off x="15110480" y="1558005"/>
              <a:ext cx="2466340" cy="121920"/>
            </a:xfrm>
            <a:custGeom>
              <a:avLst/>
              <a:gdLst/>
              <a:ahLst/>
              <a:cxnLst/>
              <a:rect l="l" t="t" r="r" b="b"/>
              <a:pathLst>
                <a:path w="2466340" h="121919">
                  <a:moveTo>
                    <a:pt x="2466249" y="89814"/>
                  </a:moveTo>
                  <a:lnTo>
                    <a:pt x="2415639" y="70827"/>
                  </a:lnTo>
                  <a:lnTo>
                    <a:pt x="2366164" y="52262"/>
                  </a:lnTo>
                  <a:lnTo>
                    <a:pt x="2317422" y="33992"/>
                  </a:lnTo>
                  <a:lnTo>
                    <a:pt x="2269009" y="15889"/>
                  </a:lnTo>
                  <a:lnTo>
                    <a:pt x="2225454" y="4041"/>
                  </a:lnTo>
                  <a:lnTo>
                    <a:pt x="2180304" y="0"/>
                  </a:lnTo>
                  <a:lnTo>
                    <a:pt x="2135175" y="3779"/>
                  </a:lnTo>
                  <a:lnTo>
                    <a:pt x="2091685" y="15397"/>
                  </a:lnTo>
                  <a:lnTo>
                    <a:pt x="2042639" y="33489"/>
                  </a:lnTo>
                  <a:lnTo>
                    <a:pt x="1993633" y="51610"/>
                  </a:lnTo>
                  <a:lnTo>
                    <a:pt x="1944756" y="69811"/>
                  </a:lnTo>
                  <a:lnTo>
                    <a:pt x="1896099" y="88138"/>
                  </a:lnTo>
                  <a:lnTo>
                    <a:pt x="1850991" y="102574"/>
                  </a:lnTo>
                  <a:lnTo>
                    <a:pt x="1803166" y="112910"/>
                  </a:lnTo>
                  <a:lnTo>
                    <a:pt x="1753526" y="119144"/>
                  </a:lnTo>
                  <a:lnTo>
                    <a:pt x="1702975" y="121272"/>
                  </a:lnTo>
                  <a:lnTo>
                    <a:pt x="1652417" y="119290"/>
                  </a:lnTo>
                  <a:lnTo>
                    <a:pt x="1602755" y="113195"/>
                  </a:lnTo>
                  <a:lnTo>
                    <a:pt x="1554893" y="102983"/>
                  </a:lnTo>
                  <a:lnTo>
                    <a:pt x="1509734" y="88651"/>
                  </a:lnTo>
                  <a:lnTo>
                    <a:pt x="1460199" y="70062"/>
                  </a:lnTo>
                  <a:lnTo>
                    <a:pt x="1410535" y="51550"/>
                  </a:lnTo>
                  <a:lnTo>
                    <a:pt x="1360773" y="33098"/>
                  </a:lnTo>
                  <a:lnTo>
                    <a:pt x="1310944" y="14685"/>
                  </a:lnTo>
                  <a:lnTo>
                    <a:pt x="1266718" y="3472"/>
                  </a:lnTo>
                  <a:lnTo>
                    <a:pt x="1218559" y="111"/>
                  </a:lnTo>
                  <a:lnTo>
                    <a:pt x="1170102" y="4573"/>
                  </a:lnTo>
                  <a:lnTo>
                    <a:pt x="1124981" y="16831"/>
                  </a:lnTo>
                  <a:lnTo>
                    <a:pt x="1080691" y="33859"/>
                  </a:lnTo>
                  <a:lnTo>
                    <a:pt x="1036539" y="50965"/>
                  </a:lnTo>
                  <a:lnTo>
                    <a:pt x="992441" y="68101"/>
                  </a:lnTo>
                  <a:lnTo>
                    <a:pt x="948316" y="85217"/>
                  </a:lnTo>
                  <a:lnTo>
                    <a:pt x="902104" y="100484"/>
                  </a:lnTo>
                  <a:lnTo>
                    <a:pt x="853462" y="111620"/>
                  </a:lnTo>
                  <a:lnTo>
                    <a:pt x="803136" y="118596"/>
                  </a:lnTo>
                  <a:lnTo>
                    <a:pt x="751876" y="121382"/>
                  </a:lnTo>
                  <a:lnTo>
                    <a:pt x="700428" y="119951"/>
                  </a:lnTo>
                  <a:lnTo>
                    <a:pt x="649542" y="114273"/>
                  </a:lnTo>
                  <a:lnTo>
                    <a:pt x="599964" y="104321"/>
                  </a:lnTo>
                  <a:lnTo>
                    <a:pt x="552443" y="90065"/>
                  </a:lnTo>
                  <a:lnTo>
                    <a:pt x="505725" y="72953"/>
                  </a:lnTo>
                  <a:lnTo>
                    <a:pt x="459805" y="55337"/>
                  </a:lnTo>
                  <a:lnTo>
                    <a:pt x="414282" y="37476"/>
                  </a:lnTo>
                  <a:lnTo>
                    <a:pt x="368753" y="19627"/>
                  </a:lnTo>
                  <a:lnTo>
                    <a:pt x="318100" y="5085"/>
                  </a:lnTo>
                  <a:lnTo>
                    <a:pt x="266269" y="138"/>
                  </a:lnTo>
                  <a:lnTo>
                    <a:pt x="214344" y="4823"/>
                  </a:lnTo>
                  <a:lnTo>
                    <a:pt x="163408" y="19177"/>
                  </a:lnTo>
                  <a:lnTo>
                    <a:pt x="124267" y="34183"/>
                  </a:lnTo>
                  <a:lnTo>
                    <a:pt x="85133" y="49197"/>
                  </a:lnTo>
                  <a:lnTo>
                    <a:pt x="45999" y="64211"/>
                  </a:lnTo>
                  <a:lnTo>
                    <a:pt x="6858" y="79217"/>
                  </a:lnTo>
                  <a:lnTo>
                    <a:pt x="5874" y="79604"/>
                  </a:lnTo>
                  <a:lnTo>
                    <a:pt x="4481" y="79751"/>
                  </a:lnTo>
                  <a:lnTo>
                    <a:pt x="1486" y="80400"/>
                  </a:lnTo>
                  <a:lnTo>
                    <a:pt x="921" y="77751"/>
                  </a:lnTo>
                  <a:lnTo>
                    <a:pt x="10" y="75395"/>
                  </a:lnTo>
                  <a:lnTo>
                    <a:pt x="0" y="73050"/>
                  </a:lnTo>
                </a:path>
              </a:pathLst>
            </a:custGeom>
            <a:ln w="54909">
              <a:solidFill>
                <a:srgbClr val="FFF5D4"/>
              </a:solidFill>
            </a:ln>
          </p:spPr>
          <p:txBody>
            <a:bodyPr wrap="square" lIns="0" tIns="0" rIns="0" bIns="0" rtlCol="0"/>
            <a:lstStyle/>
            <a:p>
              <a:endParaRPr/>
            </a:p>
          </p:txBody>
        </p:sp>
        <p:sp>
          <p:nvSpPr>
            <p:cNvPr id="17" name="object 17"/>
            <p:cNvSpPr/>
            <p:nvPr/>
          </p:nvSpPr>
          <p:spPr>
            <a:xfrm>
              <a:off x="15084691" y="388085"/>
              <a:ext cx="1054100" cy="749300"/>
            </a:xfrm>
            <a:custGeom>
              <a:avLst/>
              <a:gdLst/>
              <a:ahLst/>
              <a:cxnLst/>
              <a:rect l="l" t="t" r="r" b="b"/>
              <a:pathLst>
                <a:path w="1054100" h="749300">
                  <a:moveTo>
                    <a:pt x="1054100" y="58331"/>
                  </a:moveTo>
                  <a:lnTo>
                    <a:pt x="1049528" y="35623"/>
                  </a:lnTo>
                  <a:lnTo>
                    <a:pt x="1037018" y="17081"/>
                  </a:lnTo>
                  <a:lnTo>
                    <a:pt x="1018476" y="4584"/>
                  </a:lnTo>
                  <a:lnTo>
                    <a:pt x="995768" y="0"/>
                  </a:lnTo>
                  <a:lnTo>
                    <a:pt x="881176" y="0"/>
                  </a:lnTo>
                  <a:lnTo>
                    <a:pt x="858469" y="4584"/>
                  </a:lnTo>
                  <a:lnTo>
                    <a:pt x="839927" y="17081"/>
                  </a:lnTo>
                  <a:lnTo>
                    <a:pt x="827430" y="35623"/>
                  </a:lnTo>
                  <a:lnTo>
                    <a:pt x="822845" y="58331"/>
                  </a:lnTo>
                  <a:lnTo>
                    <a:pt x="822845" y="72580"/>
                  </a:lnTo>
                  <a:lnTo>
                    <a:pt x="0" y="72580"/>
                  </a:lnTo>
                  <a:lnTo>
                    <a:pt x="0" y="676198"/>
                  </a:lnTo>
                  <a:lnTo>
                    <a:pt x="822845" y="676198"/>
                  </a:lnTo>
                  <a:lnTo>
                    <a:pt x="822845" y="690460"/>
                  </a:lnTo>
                  <a:lnTo>
                    <a:pt x="827430" y="713168"/>
                  </a:lnTo>
                  <a:lnTo>
                    <a:pt x="839927" y="731710"/>
                  </a:lnTo>
                  <a:lnTo>
                    <a:pt x="858469" y="744207"/>
                  </a:lnTo>
                  <a:lnTo>
                    <a:pt x="881176" y="748792"/>
                  </a:lnTo>
                  <a:lnTo>
                    <a:pt x="995768" y="748792"/>
                  </a:lnTo>
                  <a:lnTo>
                    <a:pt x="1018476" y="744207"/>
                  </a:lnTo>
                  <a:lnTo>
                    <a:pt x="1037018" y="731710"/>
                  </a:lnTo>
                  <a:lnTo>
                    <a:pt x="1049528" y="713168"/>
                  </a:lnTo>
                  <a:lnTo>
                    <a:pt x="1054100" y="690460"/>
                  </a:lnTo>
                  <a:lnTo>
                    <a:pt x="1054100" y="58331"/>
                  </a:lnTo>
                  <a:close/>
                </a:path>
              </a:pathLst>
            </a:custGeom>
            <a:solidFill>
              <a:srgbClr val="79C44F"/>
            </a:solidFill>
          </p:spPr>
          <p:txBody>
            <a:bodyPr wrap="square" lIns="0" tIns="0" rIns="0" bIns="0" rtlCol="0"/>
            <a:lstStyle/>
            <a:p>
              <a:endParaRPr/>
            </a:p>
          </p:txBody>
        </p:sp>
        <p:sp>
          <p:nvSpPr>
            <p:cNvPr id="18" name="object 18"/>
            <p:cNvSpPr/>
            <p:nvPr/>
          </p:nvSpPr>
          <p:spPr>
            <a:xfrm>
              <a:off x="16133143" y="531361"/>
              <a:ext cx="445134" cy="1395095"/>
            </a:xfrm>
            <a:custGeom>
              <a:avLst/>
              <a:gdLst/>
              <a:ahLst/>
              <a:cxnLst/>
              <a:rect l="l" t="t" r="r" b="b"/>
              <a:pathLst>
                <a:path w="445134" h="1395095">
                  <a:moveTo>
                    <a:pt x="51370" y="0"/>
                  </a:moveTo>
                  <a:lnTo>
                    <a:pt x="0" y="0"/>
                  </a:lnTo>
                  <a:lnTo>
                    <a:pt x="0" y="1394920"/>
                  </a:lnTo>
                  <a:lnTo>
                    <a:pt x="219459" y="1312933"/>
                  </a:lnTo>
                  <a:lnTo>
                    <a:pt x="444708" y="1376481"/>
                  </a:lnTo>
                  <a:lnTo>
                    <a:pt x="444708" y="393338"/>
                  </a:lnTo>
                  <a:lnTo>
                    <a:pt x="441644" y="343998"/>
                  </a:lnTo>
                  <a:lnTo>
                    <a:pt x="432696" y="296487"/>
                  </a:lnTo>
                  <a:lnTo>
                    <a:pt x="418233" y="251173"/>
                  </a:lnTo>
                  <a:lnTo>
                    <a:pt x="398624" y="208426"/>
                  </a:lnTo>
                  <a:lnTo>
                    <a:pt x="374236" y="168613"/>
                  </a:lnTo>
                  <a:lnTo>
                    <a:pt x="345440" y="132105"/>
                  </a:lnTo>
                  <a:lnTo>
                    <a:pt x="312603" y="99268"/>
                  </a:lnTo>
                  <a:lnTo>
                    <a:pt x="276095" y="70471"/>
                  </a:lnTo>
                  <a:lnTo>
                    <a:pt x="236282" y="46084"/>
                  </a:lnTo>
                  <a:lnTo>
                    <a:pt x="193535" y="26475"/>
                  </a:lnTo>
                  <a:lnTo>
                    <a:pt x="148221" y="12012"/>
                  </a:lnTo>
                  <a:lnTo>
                    <a:pt x="100710" y="3064"/>
                  </a:lnTo>
                  <a:lnTo>
                    <a:pt x="51370" y="0"/>
                  </a:lnTo>
                  <a:close/>
                </a:path>
              </a:pathLst>
            </a:custGeom>
            <a:solidFill>
              <a:srgbClr val="FFF5D4"/>
            </a:solidFill>
          </p:spPr>
          <p:txBody>
            <a:bodyPr wrap="square" lIns="0" tIns="0" rIns="0" bIns="0" rtlCol="0"/>
            <a:lstStyle/>
            <a:p>
              <a:endParaRPr/>
            </a:p>
          </p:txBody>
        </p:sp>
        <p:sp>
          <p:nvSpPr>
            <p:cNvPr id="19" name="object 19"/>
            <p:cNvSpPr/>
            <p:nvPr/>
          </p:nvSpPr>
          <p:spPr>
            <a:xfrm>
              <a:off x="15110480" y="1857277"/>
              <a:ext cx="2466340" cy="419734"/>
            </a:xfrm>
            <a:custGeom>
              <a:avLst/>
              <a:gdLst/>
              <a:ahLst/>
              <a:cxnLst/>
              <a:rect l="l" t="t" r="r" b="b"/>
              <a:pathLst>
                <a:path w="2466340" h="419735">
                  <a:moveTo>
                    <a:pt x="2466249" y="89814"/>
                  </a:moveTo>
                  <a:lnTo>
                    <a:pt x="2415639" y="70827"/>
                  </a:lnTo>
                  <a:lnTo>
                    <a:pt x="2366164" y="52262"/>
                  </a:lnTo>
                  <a:lnTo>
                    <a:pt x="2317422" y="33992"/>
                  </a:lnTo>
                  <a:lnTo>
                    <a:pt x="2269009" y="15889"/>
                  </a:lnTo>
                  <a:lnTo>
                    <a:pt x="2225454" y="4041"/>
                  </a:lnTo>
                  <a:lnTo>
                    <a:pt x="2180304" y="0"/>
                  </a:lnTo>
                  <a:lnTo>
                    <a:pt x="2135175" y="3779"/>
                  </a:lnTo>
                  <a:lnTo>
                    <a:pt x="2091685" y="15397"/>
                  </a:lnTo>
                  <a:lnTo>
                    <a:pt x="2042639" y="33489"/>
                  </a:lnTo>
                  <a:lnTo>
                    <a:pt x="1993633" y="51610"/>
                  </a:lnTo>
                  <a:lnTo>
                    <a:pt x="1944756" y="69811"/>
                  </a:lnTo>
                  <a:lnTo>
                    <a:pt x="1896099" y="88138"/>
                  </a:lnTo>
                  <a:lnTo>
                    <a:pt x="1850991" y="102574"/>
                  </a:lnTo>
                  <a:lnTo>
                    <a:pt x="1803166" y="112910"/>
                  </a:lnTo>
                  <a:lnTo>
                    <a:pt x="1753526" y="119144"/>
                  </a:lnTo>
                  <a:lnTo>
                    <a:pt x="1702975" y="121272"/>
                  </a:lnTo>
                  <a:lnTo>
                    <a:pt x="1652417" y="119290"/>
                  </a:lnTo>
                  <a:lnTo>
                    <a:pt x="1602755" y="113195"/>
                  </a:lnTo>
                  <a:lnTo>
                    <a:pt x="1554893" y="102983"/>
                  </a:lnTo>
                  <a:lnTo>
                    <a:pt x="1509734" y="88651"/>
                  </a:lnTo>
                  <a:lnTo>
                    <a:pt x="1460199" y="70062"/>
                  </a:lnTo>
                  <a:lnTo>
                    <a:pt x="1410535" y="51552"/>
                  </a:lnTo>
                  <a:lnTo>
                    <a:pt x="1360773" y="33102"/>
                  </a:lnTo>
                  <a:lnTo>
                    <a:pt x="1310944" y="14695"/>
                  </a:lnTo>
                  <a:lnTo>
                    <a:pt x="1266718" y="3476"/>
                  </a:lnTo>
                  <a:lnTo>
                    <a:pt x="1218559" y="112"/>
                  </a:lnTo>
                  <a:lnTo>
                    <a:pt x="1170102" y="4574"/>
                  </a:lnTo>
                  <a:lnTo>
                    <a:pt x="1124981" y="16831"/>
                  </a:lnTo>
                  <a:lnTo>
                    <a:pt x="1080691" y="33859"/>
                  </a:lnTo>
                  <a:lnTo>
                    <a:pt x="1036539" y="50965"/>
                  </a:lnTo>
                  <a:lnTo>
                    <a:pt x="992441" y="68101"/>
                  </a:lnTo>
                  <a:lnTo>
                    <a:pt x="948316" y="85217"/>
                  </a:lnTo>
                  <a:lnTo>
                    <a:pt x="902104" y="100484"/>
                  </a:lnTo>
                  <a:lnTo>
                    <a:pt x="853462" y="111620"/>
                  </a:lnTo>
                  <a:lnTo>
                    <a:pt x="803136" y="118596"/>
                  </a:lnTo>
                  <a:lnTo>
                    <a:pt x="751876" y="121382"/>
                  </a:lnTo>
                  <a:lnTo>
                    <a:pt x="700428" y="119951"/>
                  </a:lnTo>
                  <a:lnTo>
                    <a:pt x="649542" y="114273"/>
                  </a:lnTo>
                  <a:lnTo>
                    <a:pt x="599964" y="104321"/>
                  </a:lnTo>
                  <a:lnTo>
                    <a:pt x="552443" y="90065"/>
                  </a:lnTo>
                  <a:lnTo>
                    <a:pt x="505725" y="72953"/>
                  </a:lnTo>
                  <a:lnTo>
                    <a:pt x="459805" y="55337"/>
                  </a:lnTo>
                  <a:lnTo>
                    <a:pt x="414282" y="37476"/>
                  </a:lnTo>
                  <a:lnTo>
                    <a:pt x="368753" y="19627"/>
                  </a:lnTo>
                  <a:lnTo>
                    <a:pt x="318100" y="5085"/>
                  </a:lnTo>
                  <a:lnTo>
                    <a:pt x="266269" y="138"/>
                  </a:lnTo>
                  <a:lnTo>
                    <a:pt x="214344" y="4823"/>
                  </a:lnTo>
                  <a:lnTo>
                    <a:pt x="163408" y="19177"/>
                  </a:lnTo>
                  <a:lnTo>
                    <a:pt x="124267" y="34183"/>
                  </a:lnTo>
                  <a:lnTo>
                    <a:pt x="85133" y="49197"/>
                  </a:lnTo>
                  <a:lnTo>
                    <a:pt x="45999" y="64211"/>
                  </a:lnTo>
                  <a:lnTo>
                    <a:pt x="6858" y="79217"/>
                  </a:lnTo>
                  <a:lnTo>
                    <a:pt x="5874" y="79604"/>
                  </a:lnTo>
                  <a:lnTo>
                    <a:pt x="4481" y="79751"/>
                  </a:lnTo>
                  <a:lnTo>
                    <a:pt x="1486" y="80400"/>
                  </a:lnTo>
                  <a:lnTo>
                    <a:pt x="921" y="77751"/>
                  </a:lnTo>
                  <a:lnTo>
                    <a:pt x="10" y="75395"/>
                  </a:lnTo>
                  <a:lnTo>
                    <a:pt x="0" y="73050"/>
                  </a:lnTo>
                </a:path>
                <a:path w="2466340" h="419735">
                  <a:moveTo>
                    <a:pt x="2466249" y="387867"/>
                  </a:moveTo>
                  <a:lnTo>
                    <a:pt x="2415639" y="368881"/>
                  </a:lnTo>
                  <a:lnTo>
                    <a:pt x="2366164" y="350317"/>
                  </a:lnTo>
                  <a:lnTo>
                    <a:pt x="2317422" y="332050"/>
                  </a:lnTo>
                  <a:lnTo>
                    <a:pt x="2269009" y="313953"/>
                  </a:lnTo>
                  <a:lnTo>
                    <a:pt x="2225454" y="302099"/>
                  </a:lnTo>
                  <a:lnTo>
                    <a:pt x="2180304" y="298055"/>
                  </a:lnTo>
                  <a:lnTo>
                    <a:pt x="2135175" y="301833"/>
                  </a:lnTo>
                  <a:lnTo>
                    <a:pt x="2091685" y="313451"/>
                  </a:lnTo>
                  <a:lnTo>
                    <a:pt x="2042639" y="331543"/>
                  </a:lnTo>
                  <a:lnTo>
                    <a:pt x="1993633" y="349664"/>
                  </a:lnTo>
                  <a:lnTo>
                    <a:pt x="1944756" y="367864"/>
                  </a:lnTo>
                  <a:lnTo>
                    <a:pt x="1896099" y="386192"/>
                  </a:lnTo>
                  <a:lnTo>
                    <a:pt x="1850991" y="400627"/>
                  </a:lnTo>
                  <a:lnTo>
                    <a:pt x="1803166" y="410964"/>
                  </a:lnTo>
                  <a:lnTo>
                    <a:pt x="1753526" y="417198"/>
                  </a:lnTo>
                  <a:lnTo>
                    <a:pt x="1702975" y="419326"/>
                  </a:lnTo>
                  <a:lnTo>
                    <a:pt x="1652417" y="417344"/>
                  </a:lnTo>
                  <a:lnTo>
                    <a:pt x="1602755" y="411249"/>
                  </a:lnTo>
                  <a:lnTo>
                    <a:pt x="1554893" y="401037"/>
                  </a:lnTo>
                  <a:lnTo>
                    <a:pt x="1509734" y="386705"/>
                  </a:lnTo>
                  <a:lnTo>
                    <a:pt x="1460199" y="368121"/>
                  </a:lnTo>
                  <a:lnTo>
                    <a:pt x="1410535" y="349613"/>
                  </a:lnTo>
                  <a:lnTo>
                    <a:pt x="1360773" y="331162"/>
                  </a:lnTo>
                  <a:lnTo>
                    <a:pt x="1310944" y="312749"/>
                  </a:lnTo>
                  <a:lnTo>
                    <a:pt x="1266718" y="301530"/>
                  </a:lnTo>
                  <a:lnTo>
                    <a:pt x="1218559" y="298166"/>
                  </a:lnTo>
                  <a:lnTo>
                    <a:pt x="1170102" y="302627"/>
                  </a:lnTo>
                  <a:lnTo>
                    <a:pt x="1124981" y="314885"/>
                  </a:lnTo>
                  <a:lnTo>
                    <a:pt x="1080691" y="331912"/>
                  </a:lnTo>
                  <a:lnTo>
                    <a:pt x="1036539" y="349019"/>
                  </a:lnTo>
                  <a:lnTo>
                    <a:pt x="992441" y="366155"/>
                  </a:lnTo>
                  <a:lnTo>
                    <a:pt x="948316" y="383271"/>
                  </a:lnTo>
                  <a:lnTo>
                    <a:pt x="902104" y="398538"/>
                  </a:lnTo>
                  <a:lnTo>
                    <a:pt x="853462" y="409674"/>
                  </a:lnTo>
                  <a:lnTo>
                    <a:pt x="803136" y="416649"/>
                  </a:lnTo>
                  <a:lnTo>
                    <a:pt x="751876" y="419436"/>
                  </a:lnTo>
                  <a:lnTo>
                    <a:pt x="700428" y="418004"/>
                  </a:lnTo>
                  <a:lnTo>
                    <a:pt x="649542" y="412327"/>
                  </a:lnTo>
                  <a:lnTo>
                    <a:pt x="599964" y="402374"/>
                  </a:lnTo>
                  <a:lnTo>
                    <a:pt x="552443" y="388119"/>
                  </a:lnTo>
                  <a:lnTo>
                    <a:pt x="505725" y="371006"/>
                  </a:lnTo>
                  <a:lnTo>
                    <a:pt x="459805" y="353391"/>
                  </a:lnTo>
                  <a:lnTo>
                    <a:pt x="414282" y="335529"/>
                  </a:lnTo>
                  <a:lnTo>
                    <a:pt x="368753" y="317681"/>
                  </a:lnTo>
                  <a:lnTo>
                    <a:pt x="318100" y="303139"/>
                  </a:lnTo>
                  <a:lnTo>
                    <a:pt x="266269" y="298192"/>
                  </a:lnTo>
                  <a:lnTo>
                    <a:pt x="214344" y="302877"/>
                  </a:lnTo>
                  <a:lnTo>
                    <a:pt x="163408" y="317231"/>
                  </a:lnTo>
                  <a:lnTo>
                    <a:pt x="124267" y="332237"/>
                  </a:lnTo>
                  <a:lnTo>
                    <a:pt x="85133" y="347251"/>
                  </a:lnTo>
                  <a:lnTo>
                    <a:pt x="45999" y="362265"/>
                  </a:lnTo>
                  <a:lnTo>
                    <a:pt x="6858" y="377271"/>
                  </a:lnTo>
                  <a:lnTo>
                    <a:pt x="5874" y="377658"/>
                  </a:lnTo>
                  <a:lnTo>
                    <a:pt x="4481" y="377805"/>
                  </a:lnTo>
                  <a:lnTo>
                    <a:pt x="1486" y="378454"/>
                  </a:lnTo>
                  <a:lnTo>
                    <a:pt x="921" y="375805"/>
                  </a:lnTo>
                  <a:lnTo>
                    <a:pt x="10" y="373449"/>
                  </a:lnTo>
                  <a:lnTo>
                    <a:pt x="0" y="371103"/>
                  </a:lnTo>
                </a:path>
              </a:pathLst>
            </a:custGeom>
            <a:ln w="54909">
              <a:solidFill>
                <a:srgbClr val="FFF5D4"/>
              </a:solidFill>
            </a:ln>
          </p:spPr>
          <p:txBody>
            <a:bodyPr wrap="square" lIns="0" tIns="0" rIns="0" bIns="0" rtlCol="0"/>
            <a:lstStyle/>
            <a:p>
              <a:endParaRPr/>
            </a:p>
          </p:txBody>
        </p:sp>
      </p:grpSp>
      <p:grpSp>
        <p:nvGrpSpPr>
          <p:cNvPr id="20" name="object 20"/>
          <p:cNvGrpSpPr/>
          <p:nvPr/>
        </p:nvGrpSpPr>
        <p:grpSpPr>
          <a:xfrm>
            <a:off x="816729" y="3382095"/>
            <a:ext cx="1885314" cy="1885314"/>
            <a:chOff x="816729" y="3382095"/>
            <a:chExt cx="1885314" cy="1885314"/>
          </a:xfrm>
        </p:grpSpPr>
        <p:sp>
          <p:nvSpPr>
            <p:cNvPr id="21" name="object 21"/>
            <p:cNvSpPr/>
            <p:nvPr/>
          </p:nvSpPr>
          <p:spPr>
            <a:xfrm>
              <a:off x="816729" y="3382095"/>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22" name="object 22"/>
            <p:cNvSpPr/>
            <p:nvPr/>
          </p:nvSpPr>
          <p:spPr>
            <a:xfrm>
              <a:off x="1724228" y="4049900"/>
              <a:ext cx="840105" cy="1009650"/>
            </a:xfrm>
            <a:custGeom>
              <a:avLst/>
              <a:gdLst/>
              <a:ahLst/>
              <a:cxnLst/>
              <a:rect l="l" t="t" r="r" b="b"/>
              <a:pathLst>
                <a:path w="840105" h="1009650">
                  <a:moveTo>
                    <a:pt x="645784" y="429546"/>
                  </a:moveTo>
                  <a:lnTo>
                    <a:pt x="158665" y="429546"/>
                  </a:lnTo>
                  <a:lnTo>
                    <a:pt x="191182" y="433156"/>
                  </a:lnTo>
                  <a:lnTo>
                    <a:pt x="217656" y="445167"/>
                  </a:lnTo>
                  <a:lnTo>
                    <a:pt x="237022" y="464848"/>
                  </a:lnTo>
                  <a:lnTo>
                    <a:pt x="248212" y="491471"/>
                  </a:lnTo>
                  <a:lnTo>
                    <a:pt x="249629" y="522153"/>
                  </a:lnTo>
                  <a:lnTo>
                    <a:pt x="239897" y="549105"/>
                  </a:lnTo>
                  <a:lnTo>
                    <a:pt x="190235" y="586494"/>
                  </a:lnTo>
                  <a:lnTo>
                    <a:pt x="140675" y="602678"/>
                  </a:lnTo>
                  <a:lnTo>
                    <a:pt x="92561" y="616213"/>
                  </a:lnTo>
                  <a:lnTo>
                    <a:pt x="45725" y="627137"/>
                  </a:lnTo>
                  <a:lnTo>
                    <a:pt x="0" y="635487"/>
                  </a:lnTo>
                  <a:lnTo>
                    <a:pt x="15782" y="650695"/>
                  </a:lnTo>
                  <a:lnTo>
                    <a:pt x="23612" y="658362"/>
                  </a:lnTo>
                  <a:lnTo>
                    <a:pt x="31360" y="666115"/>
                  </a:lnTo>
                  <a:lnTo>
                    <a:pt x="69936" y="702152"/>
                  </a:lnTo>
                  <a:lnTo>
                    <a:pt x="110282" y="733696"/>
                  </a:lnTo>
                  <a:lnTo>
                    <a:pt x="152498" y="760591"/>
                  </a:lnTo>
                  <a:lnTo>
                    <a:pt x="196689" y="782682"/>
                  </a:lnTo>
                  <a:lnTo>
                    <a:pt x="242956" y="799813"/>
                  </a:lnTo>
                  <a:lnTo>
                    <a:pt x="291402" y="811830"/>
                  </a:lnTo>
                  <a:lnTo>
                    <a:pt x="342131" y="818577"/>
                  </a:lnTo>
                  <a:lnTo>
                    <a:pt x="395244" y="819900"/>
                  </a:lnTo>
                  <a:lnTo>
                    <a:pt x="405619" y="821017"/>
                  </a:lnTo>
                  <a:lnTo>
                    <a:pt x="470047" y="868032"/>
                  </a:lnTo>
                  <a:lnTo>
                    <a:pt x="504827" y="900111"/>
                  </a:lnTo>
                  <a:lnTo>
                    <a:pt x="608641" y="996921"/>
                  </a:lnTo>
                  <a:lnTo>
                    <a:pt x="624332" y="1009607"/>
                  </a:lnTo>
                  <a:lnTo>
                    <a:pt x="668512" y="972140"/>
                  </a:lnTo>
                  <a:lnTo>
                    <a:pt x="701241" y="940936"/>
                  </a:lnTo>
                  <a:lnTo>
                    <a:pt x="732444" y="908208"/>
                  </a:lnTo>
                  <a:lnTo>
                    <a:pt x="762064" y="874014"/>
                  </a:lnTo>
                  <a:lnTo>
                    <a:pt x="790040" y="838413"/>
                  </a:lnTo>
                  <a:lnTo>
                    <a:pt x="816314" y="801466"/>
                  </a:lnTo>
                  <a:lnTo>
                    <a:pt x="839508" y="765288"/>
                  </a:lnTo>
                  <a:lnTo>
                    <a:pt x="828864" y="753976"/>
                  </a:lnTo>
                  <a:lnTo>
                    <a:pt x="685350" y="620327"/>
                  </a:lnTo>
                  <a:lnTo>
                    <a:pt x="649797" y="586494"/>
                  </a:lnTo>
                  <a:lnTo>
                    <a:pt x="643375" y="579004"/>
                  </a:lnTo>
                  <a:lnTo>
                    <a:pt x="637963" y="569955"/>
                  </a:lnTo>
                  <a:lnTo>
                    <a:pt x="634324" y="560317"/>
                  </a:lnTo>
                  <a:lnTo>
                    <a:pt x="633184" y="551019"/>
                  </a:lnTo>
                  <a:lnTo>
                    <a:pt x="634974" y="524084"/>
                  </a:lnTo>
                  <a:lnTo>
                    <a:pt x="637826" y="497188"/>
                  </a:lnTo>
                  <a:lnTo>
                    <a:pt x="644619" y="443451"/>
                  </a:lnTo>
                  <a:lnTo>
                    <a:pt x="645784" y="429546"/>
                  </a:lnTo>
                  <a:close/>
                </a:path>
                <a:path w="840105" h="1009650">
                  <a:moveTo>
                    <a:pt x="85484" y="332208"/>
                  </a:moveTo>
                  <a:lnTo>
                    <a:pt x="69599" y="348697"/>
                  </a:lnTo>
                  <a:lnTo>
                    <a:pt x="62354" y="356101"/>
                  </a:lnTo>
                  <a:lnTo>
                    <a:pt x="55533" y="362993"/>
                  </a:lnTo>
                  <a:lnTo>
                    <a:pt x="41948" y="378924"/>
                  </a:lnTo>
                  <a:lnTo>
                    <a:pt x="33060" y="394570"/>
                  </a:lnTo>
                  <a:lnTo>
                    <a:pt x="29314" y="408995"/>
                  </a:lnTo>
                  <a:lnTo>
                    <a:pt x="31056" y="421379"/>
                  </a:lnTo>
                  <a:lnTo>
                    <a:pt x="34506" y="426916"/>
                  </a:lnTo>
                  <a:lnTo>
                    <a:pt x="39570" y="431012"/>
                  </a:lnTo>
                  <a:lnTo>
                    <a:pt x="46050" y="433553"/>
                  </a:lnTo>
                  <a:lnTo>
                    <a:pt x="53747" y="434425"/>
                  </a:lnTo>
                  <a:lnTo>
                    <a:pt x="121636" y="430849"/>
                  </a:lnTo>
                  <a:lnTo>
                    <a:pt x="140126" y="430082"/>
                  </a:lnTo>
                  <a:lnTo>
                    <a:pt x="158665" y="429546"/>
                  </a:lnTo>
                  <a:lnTo>
                    <a:pt x="645784" y="429546"/>
                  </a:lnTo>
                  <a:lnTo>
                    <a:pt x="648873" y="392687"/>
                  </a:lnTo>
                  <a:lnTo>
                    <a:pt x="648983" y="384144"/>
                  </a:lnTo>
                  <a:lnTo>
                    <a:pt x="143629" y="384144"/>
                  </a:lnTo>
                  <a:lnTo>
                    <a:pt x="137303" y="378916"/>
                  </a:lnTo>
                  <a:lnTo>
                    <a:pt x="130952" y="373718"/>
                  </a:lnTo>
                  <a:lnTo>
                    <a:pt x="124671" y="368445"/>
                  </a:lnTo>
                  <a:lnTo>
                    <a:pt x="118427" y="362878"/>
                  </a:lnTo>
                  <a:lnTo>
                    <a:pt x="85484" y="332208"/>
                  </a:lnTo>
                  <a:close/>
                </a:path>
                <a:path w="840105" h="1009650">
                  <a:moveTo>
                    <a:pt x="188057" y="222212"/>
                  </a:moveTo>
                  <a:lnTo>
                    <a:pt x="164381" y="247895"/>
                  </a:lnTo>
                  <a:lnTo>
                    <a:pt x="141383" y="272727"/>
                  </a:lnTo>
                  <a:lnTo>
                    <a:pt x="98824" y="318177"/>
                  </a:lnTo>
                  <a:lnTo>
                    <a:pt x="136131" y="352983"/>
                  </a:lnTo>
                  <a:lnTo>
                    <a:pt x="140932" y="358455"/>
                  </a:lnTo>
                  <a:lnTo>
                    <a:pt x="145033" y="364673"/>
                  </a:lnTo>
                  <a:lnTo>
                    <a:pt x="148837" y="371206"/>
                  </a:lnTo>
                  <a:lnTo>
                    <a:pt x="152749" y="377621"/>
                  </a:lnTo>
                  <a:lnTo>
                    <a:pt x="143629" y="384144"/>
                  </a:lnTo>
                  <a:lnTo>
                    <a:pt x="648983" y="384144"/>
                  </a:lnTo>
                  <a:lnTo>
                    <a:pt x="649440" y="348697"/>
                  </a:lnTo>
                  <a:lnTo>
                    <a:pt x="649430" y="340717"/>
                  </a:lnTo>
                  <a:lnTo>
                    <a:pt x="646815" y="292553"/>
                  </a:lnTo>
                  <a:lnTo>
                    <a:pt x="644512" y="272954"/>
                  </a:lnTo>
                  <a:lnTo>
                    <a:pt x="247688" y="272954"/>
                  </a:lnTo>
                  <a:lnTo>
                    <a:pt x="241249" y="268367"/>
                  </a:lnTo>
                  <a:lnTo>
                    <a:pt x="234755" y="263838"/>
                  </a:lnTo>
                  <a:lnTo>
                    <a:pt x="228409" y="259149"/>
                  </a:lnTo>
                  <a:lnTo>
                    <a:pt x="222412" y="254085"/>
                  </a:lnTo>
                  <a:lnTo>
                    <a:pt x="188057" y="222212"/>
                  </a:lnTo>
                  <a:close/>
                </a:path>
                <a:path w="840105" h="1009650">
                  <a:moveTo>
                    <a:pt x="289750" y="111336"/>
                  </a:moveTo>
                  <a:lnTo>
                    <a:pt x="201072" y="208045"/>
                  </a:lnTo>
                  <a:lnTo>
                    <a:pt x="238160" y="242609"/>
                  </a:lnTo>
                  <a:lnTo>
                    <a:pt x="243000" y="247895"/>
                  </a:lnTo>
                  <a:lnTo>
                    <a:pt x="247288" y="253723"/>
                  </a:lnTo>
                  <a:lnTo>
                    <a:pt x="251362" y="259806"/>
                  </a:lnTo>
                  <a:lnTo>
                    <a:pt x="255521" y="265802"/>
                  </a:lnTo>
                  <a:lnTo>
                    <a:pt x="247688" y="272954"/>
                  </a:lnTo>
                  <a:lnTo>
                    <a:pt x="644512" y="272954"/>
                  </a:lnTo>
                  <a:lnTo>
                    <a:pt x="641007" y="243127"/>
                  </a:lnTo>
                  <a:lnTo>
                    <a:pt x="636888" y="219800"/>
                  </a:lnTo>
                  <a:lnTo>
                    <a:pt x="440773" y="219800"/>
                  </a:lnTo>
                  <a:lnTo>
                    <a:pt x="409319" y="215906"/>
                  </a:lnTo>
                  <a:lnTo>
                    <a:pt x="371936" y="189658"/>
                  </a:lnTo>
                  <a:lnTo>
                    <a:pt x="355418" y="173424"/>
                  </a:lnTo>
                  <a:lnTo>
                    <a:pt x="335881" y="154675"/>
                  </a:lnTo>
                  <a:lnTo>
                    <a:pt x="313825" y="133837"/>
                  </a:lnTo>
                  <a:lnTo>
                    <a:pt x="289750" y="111336"/>
                  </a:lnTo>
                  <a:close/>
                </a:path>
                <a:path w="840105" h="1009650">
                  <a:moveTo>
                    <a:pt x="539491" y="0"/>
                  </a:moveTo>
                  <a:lnTo>
                    <a:pt x="494113" y="10314"/>
                  </a:lnTo>
                  <a:lnTo>
                    <a:pt x="468631" y="47918"/>
                  </a:lnTo>
                  <a:lnTo>
                    <a:pt x="465661" y="75075"/>
                  </a:lnTo>
                  <a:lnTo>
                    <a:pt x="466503" y="101378"/>
                  </a:lnTo>
                  <a:lnTo>
                    <a:pt x="467747" y="127679"/>
                  </a:lnTo>
                  <a:lnTo>
                    <a:pt x="469204" y="154675"/>
                  </a:lnTo>
                  <a:lnTo>
                    <a:pt x="470540" y="180339"/>
                  </a:lnTo>
                  <a:lnTo>
                    <a:pt x="462459" y="206292"/>
                  </a:lnTo>
                  <a:lnTo>
                    <a:pt x="440773" y="219800"/>
                  </a:lnTo>
                  <a:lnTo>
                    <a:pt x="636888" y="219800"/>
                  </a:lnTo>
                  <a:lnTo>
                    <a:pt x="621093" y="145421"/>
                  </a:lnTo>
                  <a:lnTo>
                    <a:pt x="607490" y="97084"/>
                  </a:lnTo>
                  <a:lnTo>
                    <a:pt x="591793" y="49055"/>
                  </a:lnTo>
                  <a:lnTo>
                    <a:pt x="560996" y="7476"/>
                  </a:lnTo>
                  <a:lnTo>
                    <a:pt x="539491" y="0"/>
                  </a:lnTo>
                  <a:close/>
                </a:path>
              </a:pathLst>
            </a:custGeom>
            <a:solidFill>
              <a:srgbClr val="FFFFFF"/>
            </a:solidFill>
          </p:spPr>
          <p:txBody>
            <a:bodyPr wrap="square" lIns="0" tIns="0" rIns="0" bIns="0" rtlCol="0"/>
            <a:lstStyle/>
            <a:p>
              <a:endParaRPr/>
            </a:p>
          </p:txBody>
        </p:sp>
        <p:pic>
          <p:nvPicPr>
            <p:cNvPr id="23" name="object 23"/>
            <p:cNvPicPr/>
            <p:nvPr/>
          </p:nvPicPr>
          <p:blipFill>
            <a:blip r:embed="rId4" cstate="print"/>
            <a:stretch>
              <a:fillRect/>
            </a:stretch>
          </p:blipFill>
          <p:spPr>
            <a:xfrm>
              <a:off x="1188974" y="3585157"/>
              <a:ext cx="221176" cy="218192"/>
            </a:xfrm>
            <a:prstGeom prst="rect">
              <a:avLst/>
            </a:prstGeom>
          </p:spPr>
        </p:pic>
        <p:pic>
          <p:nvPicPr>
            <p:cNvPr id="24" name="object 24"/>
            <p:cNvPicPr/>
            <p:nvPr/>
          </p:nvPicPr>
          <p:blipFill>
            <a:blip r:embed="rId5" cstate="print"/>
            <a:stretch>
              <a:fillRect/>
            </a:stretch>
          </p:blipFill>
          <p:spPr>
            <a:xfrm>
              <a:off x="2022262" y="3658518"/>
              <a:ext cx="198035" cy="195156"/>
            </a:xfrm>
            <a:prstGeom prst="rect">
              <a:avLst/>
            </a:prstGeom>
          </p:spPr>
        </p:pic>
        <p:pic>
          <p:nvPicPr>
            <p:cNvPr id="25" name="object 25"/>
            <p:cNvPicPr/>
            <p:nvPr/>
          </p:nvPicPr>
          <p:blipFill>
            <a:blip r:embed="rId6" cstate="print"/>
            <a:stretch>
              <a:fillRect/>
            </a:stretch>
          </p:blipFill>
          <p:spPr>
            <a:xfrm>
              <a:off x="964983" y="3905706"/>
              <a:ext cx="165000" cy="163942"/>
            </a:xfrm>
            <a:prstGeom prst="rect">
              <a:avLst/>
            </a:prstGeom>
          </p:spPr>
        </p:pic>
        <p:pic>
          <p:nvPicPr>
            <p:cNvPr id="26" name="object 26"/>
            <p:cNvPicPr/>
            <p:nvPr/>
          </p:nvPicPr>
          <p:blipFill>
            <a:blip r:embed="rId7" cstate="print"/>
            <a:stretch>
              <a:fillRect/>
            </a:stretch>
          </p:blipFill>
          <p:spPr>
            <a:xfrm>
              <a:off x="2380007" y="3978419"/>
              <a:ext cx="165031" cy="163115"/>
            </a:xfrm>
            <a:prstGeom prst="rect">
              <a:avLst/>
            </a:prstGeom>
          </p:spPr>
        </p:pic>
        <p:sp>
          <p:nvSpPr>
            <p:cNvPr id="27" name="object 27"/>
            <p:cNvSpPr/>
            <p:nvPr/>
          </p:nvSpPr>
          <p:spPr>
            <a:xfrm>
              <a:off x="895303" y="3839385"/>
              <a:ext cx="1125855" cy="1141095"/>
            </a:xfrm>
            <a:custGeom>
              <a:avLst/>
              <a:gdLst/>
              <a:ahLst/>
              <a:cxnLst/>
              <a:rect l="l" t="t" r="r" b="b"/>
              <a:pathLst>
                <a:path w="1125855" h="1141095">
                  <a:moveTo>
                    <a:pt x="621988" y="23071"/>
                  </a:moveTo>
                  <a:lnTo>
                    <a:pt x="591263" y="25970"/>
                  </a:lnTo>
                  <a:lnTo>
                    <a:pt x="562669" y="44892"/>
                  </a:lnTo>
                  <a:lnTo>
                    <a:pt x="529541" y="80265"/>
                  </a:lnTo>
                  <a:lnTo>
                    <a:pt x="464037" y="151740"/>
                  </a:lnTo>
                  <a:lnTo>
                    <a:pt x="430884" y="187066"/>
                  </a:lnTo>
                  <a:lnTo>
                    <a:pt x="396946" y="221599"/>
                  </a:lnTo>
                  <a:lnTo>
                    <a:pt x="360906" y="260178"/>
                  </a:lnTo>
                  <a:lnTo>
                    <a:pt x="329360" y="300525"/>
                  </a:lnTo>
                  <a:lnTo>
                    <a:pt x="302465" y="342742"/>
                  </a:lnTo>
                  <a:lnTo>
                    <a:pt x="280375" y="386931"/>
                  </a:lnTo>
                  <a:lnTo>
                    <a:pt x="263237" y="433230"/>
                  </a:lnTo>
                  <a:lnTo>
                    <a:pt x="251230" y="481643"/>
                  </a:lnTo>
                  <a:lnTo>
                    <a:pt x="244483" y="532370"/>
                  </a:lnTo>
                  <a:lnTo>
                    <a:pt x="243161" y="585483"/>
                  </a:lnTo>
                  <a:lnTo>
                    <a:pt x="242039" y="595862"/>
                  </a:lnTo>
                  <a:lnTo>
                    <a:pt x="201455" y="652708"/>
                  </a:lnTo>
                  <a:lnTo>
                    <a:pt x="167357" y="688632"/>
                  </a:lnTo>
                  <a:lnTo>
                    <a:pt x="0" y="861898"/>
                  </a:lnTo>
                  <a:lnTo>
                    <a:pt x="14353" y="893647"/>
                  </a:lnTo>
                  <a:lnTo>
                    <a:pt x="35164" y="934281"/>
                  </a:lnTo>
                  <a:lnTo>
                    <a:pt x="57855" y="973745"/>
                  </a:lnTo>
                  <a:lnTo>
                    <a:pt x="82367" y="1011980"/>
                  </a:lnTo>
                  <a:lnTo>
                    <a:pt x="108641" y="1048927"/>
                  </a:lnTo>
                  <a:lnTo>
                    <a:pt x="136617" y="1084528"/>
                  </a:lnTo>
                  <a:lnTo>
                    <a:pt x="166237" y="1118722"/>
                  </a:lnTo>
                  <a:lnTo>
                    <a:pt x="187105" y="1140610"/>
                  </a:lnTo>
                  <a:lnTo>
                    <a:pt x="209471" y="1116914"/>
                  </a:lnTo>
                  <a:lnTo>
                    <a:pt x="476515" y="840072"/>
                  </a:lnTo>
                  <a:lnTo>
                    <a:pt x="484046" y="833619"/>
                  </a:lnTo>
                  <a:lnTo>
                    <a:pt x="493095" y="828206"/>
                  </a:lnTo>
                  <a:lnTo>
                    <a:pt x="502734" y="824564"/>
                  </a:lnTo>
                  <a:lnTo>
                    <a:pt x="512032" y="823423"/>
                  </a:lnTo>
                  <a:lnTo>
                    <a:pt x="864236" y="823423"/>
                  </a:lnTo>
                  <a:lnTo>
                    <a:pt x="868966" y="822588"/>
                  </a:lnTo>
                  <a:lnTo>
                    <a:pt x="917639" y="811332"/>
                  </a:lnTo>
                  <a:lnTo>
                    <a:pt x="965977" y="797729"/>
                  </a:lnTo>
                  <a:lnTo>
                    <a:pt x="1014006" y="782032"/>
                  </a:lnTo>
                  <a:lnTo>
                    <a:pt x="1055581" y="751238"/>
                  </a:lnTo>
                  <a:lnTo>
                    <a:pt x="1063057" y="729734"/>
                  </a:lnTo>
                  <a:lnTo>
                    <a:pt x="1061722" y="705469"/>
                  </a:lnTo>
                  <a:lnTo>
                    <a:pt x="1052747" y="684352"/>
                  </a:lnTo>
                  <a:lnTo>
                    <a:pt x="1036974" y="668586"/>
                  </a:lnTo>
                  <a:lnTo>
                    <a:pt x="1019453" y="660790"/>
                  </a:lnTo>
                  <a:lnTo>
                    <a:pt x="882722" y="660790"/>
                  </a:lnTo>
                  <a:lnTo>
                    <a:pt x="856769" y="652708"/>
                  </a:lnTo>
                  <a:lnTo>
                    <a:pt x="843260" y="631021"/>
                  </a:lnTo>
                  <a:lnTo>
                    <a:pt x="847150" y="599564"/>
                  </a:lnTo>
                  <a:lnTo>
                    <a:pt x="873393" y="562175"/>
                  </a:lnTo>
                  <a:lnTo>
                    <a:pt x="898804" y="536149"/>
                  </a:lnTo>
                  <a:lnTo>
                    <a:pt x="929421" y="503859"/>
                  </a:lnTo>
                  <a:lnTo>
                    <a:pt x="963803" y="466995"/>
                  </a:lnTo>
                  <a:lnTo>
                    <a:pt x="983418" y="445759"/>
                  </a:lnTo>
                  <a:lnTo>
                    <a:pt x="797259" y="445759"/>
                  </a:lnTo>
                  <a:lnTo>
                    <a:pt x="790097" y="437927"/>
                  </a:lnTo>
                  <a:lnTo>
                    <a:pt x="794684" y="431489"/>
                  </a:lnTo>
                  <a:lnTo>
                    <a:pt x="799213" y="425000"/>
                  </a:lnTo>
                  <a:lnTo>
                    <a:pt x="803901" y="418657"/>
                  </a:lnTo>
                  <a:lnTo>
                    <a:pt x="808965" y="412661"/>
                  </a:lnTo>
                  <a:lnTo>
                    <a:pt x="873539" y="342988"/>
                  </a:lnTo>
                  <a:lnTo>
                    <a:pt x="685430" y="342988"/>
                  </a:lnTo>
                  <a:lnTo>
                    <a:pt x="678917" y="333878"/>
                  </a:lnTo>
                  <a:lnTo>
                    <a:pt x="684140" y="327551"/>
                  </a:lnTo>
                  <a:lnTo>
                    <a:pt x="689339" y="321197"/>
                  </a:lnTo>
                  <a:lnTo>
                    <a:pt x="694615" y="314911"/>
                  </a:lnTo>
                  <a:lnTo>
                    <a:pt x="700068" y="308790"/>
                  </a:lnTo>
                  <a:lnTo>
                    <a:pt x="762468" y="241640"/>
                  </a:lnTo>
                  <a:lnTo>
                    <a:pt x="577140" y="241640"/>
                  </a:lnTo>
                  <a:lnTo>
                    <a:pt x="569339" y="233337"/>
                  </a:lnTo>
                  <a:lnTo>
                    <a:pt x="573204" y="227856"/>
                  </a:lnTo>
                  <a:lnTo>
                    <a:pt x="577020" y="222330"/>
                  </a:lnTo>
                  <a:lnTo>
                    <a:pt x="580969" y="216929"/>
                  </a:lnTo>
                  <a:lnTo>
                    <a:pt x="585234" y="211819"/>
                  </a:lnTo>
                  <a:lnTo>
                    <a:pt x="603238" y="192313"/>
                  </a:lnTo>
                  <a:lnTo>
                    <a:pt x="639109" y="153905"/>
                  </a:lnTo>
                  <a:lnTo>
                    <a:pt x="656980" y="134523"/>
                  </a:lnTo>
                  <a:lnTo>
                    <a:pt x="669314" y="118120"/>
                  </a:lnTo>
                  <a:lnTo>
                    <a:pt x="676561" y="100618"/>
                  </a:lnTo>
                  <a:lnTo>
                    <a:pt x="677627" y="81844"/>
                  </a:lnTo>
                  <a:lnTo>
                    <a:pt x="671420" y="61625"/>
                  </a:lnTo>
                  <a:lnTo>
                    <a:pt x="650241" y="35265"/>
                  </a:lnTo>
                  <a:lnTo>
                    <a:pt x="621988" y="23071"/>
                  </a:lnTo>
                  <a:close/>
                </a:path>
                <a:path w="1125855" h="1141095">
                  <a:moveTo>
                    <a:pt x="864236" y="823423"/>
                  </a:moveTo>
                  <a:lnTo>
                    <a:pt x="512032" y="823423"/>
                  </a:lnTo>
                  <a:lnTo>
                    <a:pt x="538972" y="825214"/>
                  </a:lnTo>
                  <a:lnTo>
                    <a:pt x="565868" y="828069"/>
                  </a:lnTo>
                  <a:lnTo>
                    <a:pt x="619610" y="834858"/>
                  </a:lnTo>
                  <a:lnTo>
                    <a:pt x="670371" y="839112"/>
                  </a:lnTo>
                  <a:lnTo>
                    <a:pt x="720660" y="839760"/>
                  </a:lnTo>
                  <a:lnTo>
                    <a:pt x="770503" y="837054"/>
                  </a:lnTo>
                  <a:lnTo>
                    <a:pt x="819930" y="831246"/>
                  </a:lnTo>
                  <a:lnTo>
                    <a:pt x="864236" y="823423"/>
                  </a:lnTo>
                  <a:close/>
                </a:path>
                <a:path w="1125855" h="1141095">
                  <a:moveTo>
                    <a:pt x="987976" y="655900"/>
                  </a:moveTo>
                  <a:lnTo>
                    <a:pt x="961679" y="656742"/>
                  </a:lnTo>
                  <a:lnTo>
                    <a:pt x="882722" y="660790"/>
                  </a:lnTo>
                  <a:lnTo>
                    <a:pt x="1019453" y="660790"/>
                  </a:lnTo>
                  <a:lnTo>
                    <a:pt x="1015139" y="658870"/>
                  </a:lnTo>
                  <a:lnTo>
                    <a:pt x="987976" y="655900"/>
                  </a:lnTo>
                  <a:close/>
                </a:path>
                <a:path w="1125855" h="1141095">
                  <a:moveTo>
                    <a:pt x="1068341" y="203588"/>
                  </a:moveTo>
                  <a:lnTo>
                    <a:pt x="1037800" y="207009"/>
                  </a:lnTo>
                  <a:lnTo>
                    <a:pt x="1009211" y="226373"/>
                  </a:lnTo>
                  <a:lnTo>
                    <a:pt x="971274" y="266604"/>
                  </a:lnTo>
                  <a:lnTo>
                    <a:pt x="820452" y="428399"/>
                  </a:lnTo>
                  <a:lnTo>
                    <a:pt x="815176" y="433230"/>
                  </a:lnTo>
                  <a:lnTo>
                    <a:pt x="809334" y="437531"/>
                  </a:lnTo>
                  <a:lnTo>
                    <a:pt x="803253" y="441605"/>
                  </a:lnTo>
                  <a:lnTo>
                    <a:pt x="797259" y="445759"/>
                  </a:lnTo>
                  <a:lnTo>
                    <a:pt x="983418" y="445759"/>
                  </a:lnTo>
                  <a:lnTo>
                    <a:pt x="995021" y="433197"/>
                  </a:lnTo>
                  <a:lnTo>
                    <a:pt x="1110234" y="307638"/>
                  </a:lnTo>
                  <a:lnTo>
                    <a:pt x="1120557" y="292649"/>
                  </a:lnTo>
                  <a:lnTo>
                    <a:pt x="1125367" y="276367"/>
                  </a:lnTo>
                  <a:lnTo>
                    <a:pt x="1124605" y="259150"/>
                  </a:lnTo>
                  <a:lnTo>
                    <a:pt x="1118212" y="241357"/>
                  </a:lnTo>
                  <a:lnTo>
                    <a:pt x="1096568" y="215305"/>
                  </a:lnTo>
                  <a:lnTo>
                    <a:pt x="1068341" y="203588"/>
                  </a:lnTo>
                  <a:close/>
                </a:path>
                <a:path w="1125855" h="1141095">
                  <a:moveTo>
                    <a:pt x="1020624" y="30112"/>
                  </a:moveTo>
                  <a:lnTo>
                    <a:pt x="990912" y="35326"/>
                  </a:lnTo>
                  <a:lnTo>
                    <a:pt x="962887" y="55457"/>
                  </a:lnTo>
                  <a:lnTo>
                    <a:pt x="710068" y="326370"/>
                  </a:lnTo>
                  <a:lnTo>
                    <a:pt x="704597" y="331171"/>
                  </a:lnTo>
                  <a:lnTo>
                    <a:pt x="698381" y="335272"/>
                  </a:lnTo>
                  <a:lnTo>
                    <a:pt x="691849" y="339076"/>
                  </a:lnTo>
                  <a:lnTo>
                    <a:pt x="685430" y="342988"/>
                  </a:lnTo>
                  <a:lnTo>
                    <a:pt x="873539" y="342988"/>
                  </a:lnTo>
                  <a:lnTo>
                    <a:pt x="1013424" y="192313"/>
                  </a:lnTo>
                  <a:lnTo>
                    <a:pt x="1057104" y="145172"/>
                  </a:lnTo>
                  <a:lnTo>
                    <a:pt x="1072864" y="123973"/>
                  </a:lnTo>
                  <a:lnTo>
                    <a:pt x="1080352" y="103339"/>
                  </a:lnTo>
                  <a:lnTo>
                    <a:pt x="1079724" y="83041"/>
                  </a:lnTo>
                  <a:lnTo>
                    <a:pt x="1071135" y="62850"/>
                  </a:lnTo>
                  <a:lnTo>
                    <a:pt x="1048529" y="39419"/>
                  </a:lnTo>
                  <a:lnTo>
                    <a:pt x="1020624" y="30112"/>
                  </a:lnTo>
                  <a:close/>
                </a:path>
                <a:path w="1125855" h="1141095">
                  <a:moveTo>
                    <a:pt x="847787" y="0"/>
                  </a:moveTo>
                  <a:lnTo>
                    <a:pt x="815958" y="4089"/>
                  </a:lnTo>
                  <a:lnTo>
                    <a:pt x="785825" y="25039"/>
                  </a:lnTo>
                  <a:lnTo>
                    <a:pt x="776210" y="35326"/>
                  </a:lnTo>
                  <a:lnTo>
                    <a:pt x="629906" y="192442"/>
                  </a:lnTo>
                  <a:lnTo>
                    <a:pt x="601213" y="223138"/>
                  </a:lnTo>
                  <a:lnTo>
                    <a:pt x="595708" y="228244"/>
                  </a:lnTo>
                  <a:lnTo>
                    <a:pt x="589647" y="232829"/>
                  </a:lnTo>
                  <a:lnTo>
                    <a:pt x="583351" y="237194"/>
                  </a:lnTo>
                  <a:lnTo>
                    <a:pt x="577140" y="241640"/>
                  </a:lnTo>
                  <a:lnTo>
                    <a:pt x="762468" y="241640"/>
                  </a:lnTo>
                  <a:lnTo>
                    <a:pt x="808376" y="192313"/>
                  </a:lnTo>
                  <a:lnTo>
                    <a:pt x="880701" y="114764"/>
                  </a:lnTo>
                  <a:lnTo>
                    <a:pt x="893902" y="97995"/>
                  </a:lnTo>
                  <a:lnTo>
                    <a:pt x="902137" y="80111"/>
                  </a:lnTo>
                  <a:lnTo>
                    <a:pt x="904036" y="60813"/>
                  </a:lnTo>
                  <a:lnTo>
                    <a:pt x="898230" y="39803"/>
                  </a:lnTo>
                  <a:lnTo>
                    <a:pt x="876736" y="12121"/>
                  </a:lnTo>
                  <a:lnTo>
                    <a:pt x="847787" y="0"/>
                  </a:lnTo>
                  <a:close/>
                </a:path>
              </a:pathLst>
            </a:custGeom>
            <a:solidFill>
              <a:srgbClr val="FFFFFF"/>
            </a:solidFill>
          </p:spPr>
          <p:txBody>
            <a:bodyPr wrap="square" lIns="0" tIns="0" rIns="0" bIns="0" rtlCol="0"/>
            <a:lstStyle/>
            <a:p>
              <a:endParaRPr/>
            </a:p>
          </p:txBody>
        </p:sp>
      </p:grpSp>
      <p:sp>
        <p:nvSpPr>
          <p:cNvPr id="28" name="object 28"/>
          <p:cNvSpPr txBox="1"/>
          <p:nvPr/>
        </p:nvSpPr>
        <p:spPr>
          <a:xfrm>
            <a:off x="2220298" y="6778625"/>
            <a:ext cx="17328216" cy="7625549"/>
          </a:xfrm>
          <a:prstGeom prst="rect">
            <a:avLst/>
          </a:prstGeom>
        </p:spPr>
        <p:txBody>
          <a:bodyPr vert="horz" wrap="square" lIns="0" tIns="12065" rIns="0" bIns="0" rtlCol="0">
            <a:spAutoFit/>
          </a:bodyPr>
          <a:lstStyle/>
          <a:p>
            <a:pPr marL="12700" marR="613410">
              <a:lnSpc>
                <a:spcPct val="111400"/>
              </a:lnSpc>
              <a:spcBef>
                <a:spcPts val="95"/>
              </a:spcBef>
            </a:pPr>
            <a:r>
              <a:rPr sz="3700" b="1" spc="-45" dirty="0">
                <a:solidFill>
                  <a:srgbClr val="333333"/>
                </a:solidFill>
                <a:latin typeface="Arial"/>
                <a:cs typeface="Arial"/>
              </a:rPr>
              <a:t>Lack</a:t>
            </a:r>
            <a:r>
              <a:rPr sz="3700" b="1" spc="-70" dirty="0">
                <a:solidFill>
                  <a:srgbClr val="333333"/>
                </a:solidFill>
                <a:latin typeface="Arial"/>
                <a:cs typeface="Arial"/>
              </a:rPr>
              <a:t> </a:t>
            </a:r>
            <a:r>
              <a:rPr sz="3700" b="1" spc="-45" dirty="0">
                <a:solidFill>
                  <a:srgbClr val="333333"/>
                </a:solidFill>
                <a:latin typeface="Arial"/>
                <a:cs typeface="Arial"/>
              </a:rPr>
              <a:t>of</a:t>
            </a:r>
            <a:r>
              <a:rPr sz="3700" b="1" spc="-65" dirty="0">
                <a:solidFill>
                  <a:srgbClr val="333333"/>
                </a:solidFill>
                <a:latin typeface="Arial"/>
                <a:cs typeface="Arial"/>
              </a:rPr>
              <a:t> </a:t>
            </a:r>
            <a:r>
              <a:rPr sz="3700" b="1" spc="-100" dirty="0">
                <a:solidFill>
                  <a:srgbClr val="333333"/>
                </a:solidFill>
                <a:latin typeface="Arial"/>
                <a:cs typeface="Arial"/>
              </a:rPr>
              <a:t>WASH</a:t>
            </a:r>
            <a:r>
              <a:rPr sz="3700" b="1" spc="-70" dirty="0">
                <a:solidFill>
                  <a:srgbClr val="333333"/>
                </a:solidFill>
                <a:latin typeface="Arial"/>
                <a:cs typeface="Arial"/>
              </a:rPr>
              <a:t> </a:t>
            </a:r>
            <a:r>
              <a:rPr sz="3700" b="1" spc="-30" dirty="0">
                <a:solidFill>
                  <a:srgbClr val="333333"/>
                </a:solidFill>
                <a:latin typeface="Arial"/>
                <a:cs typeface="Arial"/>
              </a:rPr>
              <a:t>is</a:t>
            </a:r>
            <a:r>
              <a:rPr sz="3700" b="1" spc="-65" dirty="0">
                <a:solidFill>
                  <a:srgbClr val="333333"/>
                </a:solidFill>
                <a:latin typeface="Arial"/>
                <a:cs typeface="Arial"/>
              </a:rPr>
              <a:t> </a:t>
            </a:r>
            <a:r>
              <a:rPr sz="3700" b="1" spc="5" dirty="0">
                <a:solidFill>
                  <a:srgbClr val="333333"/>
                </a:solidFill>
                <a:latin typeface="Arial"/>
                <a:cs typeface="Arial"/>
              </a:rPr>
              <a:t>a</a:t>
            </a:r>
            <a:r>
              <a:rPr sz="3700" b="1" spc="-70" dirty="0">
                <a:solidFill>
                  <a:srgbClr val="333333"/>
                </a:solidFill>
                <a:latin typeface="Arial"/>
                <a:cs typeface="Arial"/>
              </a:rPr>
              <a:t> </a:t>
            </a:r>
            <a:r>
              <a:rPr sz="3700" b="1" spc="-60" dirty="0">
                <a:solidFill>
                  <a:srgbClr val="333333"/>
                </a:solidFill>
                <a:latin typeface="Arial"/>
                <a:cs typeface="Arial"/>
              </a:rPr>
              <a:t>major</a:t>
            </a:r>
            <a:r>
              <a:rPr sz="3700" b="1" spc="-65" dirty="0">
                <a:solidFill>
                  <a:srgbClr val="333333"/>
                </a:solidFill>
                <a:latin typeface="Arial"/>
                <a:cs typeface="Arial"/>
              </a:rPr>
              <a:t> </a:t>
            </a:r>
            <a:r>
              <a:rPr sz="3700" b="1" spc="-50" dirty="0">
                <a:solidFill>
                  <a:srgbClr val="333333"/>
                </a:solidFill>
                <a:latin typeface="Arial"/>
                <a:cs typeface="Arial"/>
              </a:rPr>
              <a:t>risk</a:t>
            </a:r>
            <a:r>
              <a:rPr sz="3700" b="1" spc="-70" dirty="0">
                <a:solidFill>
                  <a:srgbClr val="333333"/>
                </a:solidFill>
                <a:latin typeface="Arial"/>
                <a:cs typeface="Arial"/>
              </a:rPr>
              <a:t> </a:t>
            </a:r>
            <a:r>
              <a:rPr sz="3700" b="1" spc="-55" dirty="0">
                <a:solidFill>
                  <a:srgbClr val="333333"/>
                </a:solidFill>
                <a:latin typeface="Arial"/>
                <a:cs typeface="Arial"/>
              </a:rPr>
              <a:t>factor</a:t>
            </a:r>
            <a:r>
              <a:rPr sz="3700" b="1" spc="-65" dirty="0">
                <a:solidFill>
                  <a:srgbClr val="333333"/>
                </a:solidFill>
                <a:latin typeface="Arial"/>
                <a:cs typeface="Arial"/>
              </a:rPr>
              <a:t> </a:t>
            </a:r>
            <a:r>
              <a:rPr sz="3700" b="1" spc="-50" dirty="0">
                <a:solidFill>
                  <a:srgbClr val="333333"/>
                </a:solidFill>
                <a:latin typeface="Arial"/>
                <a:cs typeface="Arial"/>
              </a:rPr>
              <a:t>for</a:t>
            </a:r>
            <a:r>
              <a:rPr sz="3700" b="1" spc="-70" dirty="0">
                <a:solidFill>
                  <a:srgbClr val="333333"/>
                </a:solidFill>
                <a:latin typeface="Arial"/>
                <a:cs typeface="Arial"/>
              </a:rPr>
              <a:t> </a:t>
            </a:r>
            <a:r>
              <a:rPr sz="3700" b="1" spc="-55" dirty="0">
                <a:solidFill>
                  <a:srgbClr val="333333"/>
                </a:solidFill>
                <a:latin typeface="Arial"/>
                <a:cs typeface="Arial"/>
              </a:rPr>
              <a:t>diarrhoea,</a:t>
            </a:r>
            <a:r>
              <a:rPr sz="3700" b="1" spc="-60" dirty="0">
                <a:solidFill>
                  <a:srgbClr val="333333"/>
                </a:solidFill>
                <a:latin typeface="Arial"/>
                <a:cs typeface="Arial"/>
              </a:rPr>
              <a:t> parasitic</a:t>
            </a:r>
            <a:r>
              <a:rPr sz="3700" b="1" spc="-70" dirty="0">
                <a:solidFill>
                  <a:srgbClr val="333333"/>
                </a:solidFill>
                <a:latin typeface="Arial"/>
                <a:cs typeface="Arial"/>
              </a:rPr>
              <a:t> </a:t>
            </a:r>
            <a:r>
              <a:rPr sz="3700" b="1" spc="-60" dirty="0">
                <a:solidFill>
                  <a:srgbClr val="333333"/>
                </a:solidFill>
                <a:latin typeface="Arial"/>
                <a:cs typeface="Arial"/>
              </a:rPr>
              <a:t>infections</a:t>
            </a:r>
            <a:r>
              <a:rPr sz="3700" b="1" spc="-65" dirty="0">
                <a:solidFill>
                  <a:srgbClr val="333333"/>
                </a:solidFill>
                <a:latin typeface="Arial"/>
                <a:cs typeface="Arial"/>
              </a:rPr>
              <a:t> </a:t>
            </a:r>
            <a:r>
              <a:rPr sz="3700" b="1" spc="-50" dirty="0">
                <a:solidFill>
                  <a:srgbClr val="333333"/>
                </a:solidFill>
                <a:latin typeface="Arial"/>
                <a:cs typeface="Arial"/>
              </a:rPr>
              <a:t>and </a:t>
            </a:r>
            <a:r>
              <a:rPr sz="3700" b="1" spc="-1015" dirty="0">
                <a:solidFill>
                  <a:srgbClr val="333333"/>
                </a:solidFill>
                <a:latin typeface="Arial"/>
                <a:cs typeface="Arial"/>
              </a:rPr>
              <a:t> </a:t>
            </a:r>
            <a:r>
              <a:rPr sz="3700" b="1" spc="-60" dirty="0">
                <a:solidFill>
                  <a:srgbClr val="333333"/>
                </a:solidFill>
                <a:latin typeface="Arial"/>
                <a:cs typeface="Arial"/>
              </a:rPr>
              <a:t>malnutrition</a:t>
            </a:r>
            <a:r>
              <a:rPr sz="3700" b="1" spc="-80" dirty="0">
                <a:solidFill>
                  <a:srgbClr val="333333"/>
                </a:solidFill>
                <a:latin typeface="Arial"/>
                <a:cs typeface="Arial"/>
              </a:rPr>
              <a:t> </a:t>
            </a:r>
            <a:r>
              <a:rPr sz="3700" b="1" spc="-45" dirty="0">
                <a:solidFill>
                  <a:srgbClr val="333333"/>
                </a:solidFill>
                <a:latin typeface="Arial"/>
                <a:cs typeface="Arial"/>
              </a:rPr>
              <a:t>in</a:t>
            </a:r>
            <a:r>
              <a:rPr sz="3700" b="1" spc="-75" dirty="0">
                <a:solidFill>
                  <a:srgbClr val="333333"/>
                </a:solidFill>
                <a:latin typeface="Arial"/>
                <a:cs typeface="Arial"/>
              </a:rPr>
              <a:t> </a:t>
            </a:r>
            <a:r>
              <a:rPr sz="3700" b="1" spc="-70" dirty="0">
                <a:solidFill>
                  <a:srgbClr val="333333"/>
                </a:solidFill>
                <a:latin typeface="Arial"/>
                <a:cs typeface="Arial"/>
              </a:rPr>
              <a:t>children</a:t>
            </a:r>
            <a:r>
              <a:rPr lang="en-US" altLang="ja-JP" sz="3700" b="1" spc="-70" dirty="0">
                <a:solidFill>
                  <a:srgbClr val="333333"/>
                </a:solidFill>
                <a:latin typeface="Arial"/>
                <a:cs typeface="Arial"/>
              </a:rPr>
              <a:t>. </a:t>
            </a:r>
            <a:r>
              <a:rPr lang="en-US" altLang="ja-JP" sz="3700" b="1" spc="-70" dirty="0" err="1">
                <a:solidFill>
                  <a:srgbClr val="333333"/>
                </a:solidFill>
                <a:latin typeface="Arial"/>
                <a:cs typeface="Arial"/>
              </a:rPr>
              <a:t>Diarrhoea</a:t>
            </a:r>
            <a:r>
              <a:rPr lang="en-US" altLang="ja-JP" sz="3700" b="1" spc="-70" dirty="0">
                <a:solidFill>
                  <a:srgbClr val="333333"/>
                </a:solidFill>
                <a:latin typeface="Arial"/>
                <a:cs typeface="Arial"/>
              </a:rPr>
              <a:t> is the fourth leading cause of death among children under 5 years</a:t>
            </a:r>
            <a:endParaRPr sz="3700" dirty="0">
              <a:latin typeface="Arial"/>
              <a:cs typeface="Arial"/>
            </a:endParaRPr>
          </a:p>
          <a:p>
            <a:pPr>
              <a:lnSpc>
                <a:spcPct val="100000"/>
              </a:lnSpc>
              <a:spcBef>
                <a:spcPts val="10"/>
              </a:spcBef>
            </a:pPr>
            <a:endParaRPr sz="3300" dirty="0">
              <a:latin typeface="Arial"/>
              <a:cs typeface="Arial"/>
            </a:endParaRPr>
          </a:p>
          <a:p>
            <a:pPr marL="12700">
              <a:lnSpc>
                <a:spcPct val="100000"/>
              </a:lnSpc>
            </a:pPr>
            <a:r>
              <a:rPr sz="3700" b="1" spc="-60" dirty="0">
                <a:solidFill>
                  <a:srgbClr val="333333"/>
                </a:solidFill>
                <a:latin typeface="Arial"/>
                <a:cs typeface="Arial"/>
              </a:rPr>
              <a:t>Infections</a:t>
            </a:r>
            <a:r>
              <a:rPr sz="3700" b="1" spc="-70" dirty="0">
                <a:solidFill>
                  <a:srgbClr val="333333"/>
                </a:solidFill>
                <a:latin typeface="Arial"/>
                <a:cs typeface="Arial"/>
              </a:rPr>
              <a:t> </a:t>
            </a:r>
            <a:r>
              <a:rPr sz="3700" b="1" spc="-65" dirty="0">
                <a:solidFill>
                  <a:srgbClr val="333333"/>
                </a:solidFill>
                <a:latin typeface="Arial"/>
                <a:cs typeface="Arial"/>
              </a:rPr>
              <a:t>associated </a:t>
            </a:r>
            <a:r>
              <a:rPr sz="3700" b="1" spc="-40" dirty="0">
                <a:solidFill>
                  <a:srgbClr val="333333"/>
                </a:solidFill>
                <a:latin typeface="Arial"/>
                <a:cs typeface="Arial"/>
              </a:rPr>
              <a:t>with</a:t>
            </a:r>
            <a:r>
              <a:rPr sz="3700" b="1" spc="-65" dirty="0">
                <a:solidFill>
                  <a:srgbClr val="333333"/>
                </a:solidFill>
                <a:latin typeface="Arial"/>
                <a:cs typeface="Arial"/>
              </a:rPr>
              <a:t> unclean </a:t>
            </a:r>
            <a:r>
              <a:rPr sz="3700" b="1" spc="-25" dirty="0">
                <a:solidFill>
                  <a:srgbClr val="333333"/>
                </a:solidFill>
                <a:latin typeface="Arial"/>
                <a:cs typeface="Arial"/>
              </a:rPr>
              <a:t>birth</a:t>
            </a:r>
            <a:r>
              <a:rPr lang="en-US" sz="3700" b="1" spc="-25" dirty="0">
                <a:solidFill>
                  <a:srgbClr val="333333"/>
                </a:solidFill>
                <a:latin typeface="Arial"/>
                <a:cs typeface="Arial"/>
              </a:rPr>
              <a:t>s</a:t>
            </a:r>
            <a:r>
              <a:rPr sz="3700" b="1" spc="-70" dirty="0">
                <a:solidFill>
                  <a:srgbClr val="333333"/>
                </a:solidFill>
                <a:latin typeface="Arial"/>
                <a:cs typeface="Arial"/>
              </a:rPr>
              <a:t> </a:t>
            </a:r>
            <a:r>
              <a:rPr sz="3700" b="1" spc="-65" dirty="0">
                <a:solidFill>
                  <a:srgbClr val="333333"/>
                </a:solidFill>
                <a:latin typeface="Arial"/>
                <a:cs typeface="Arial"/>
              </a:rPr>
              <a:t>account </a:t>
            </a:r>
            <a:r>
              <a:rPr sz="3700" b="1" spc="-50" dirty="0">
                <a:solidFill>
                  <a:srgbClr val="333333"/>
                </a:solidFill>
                <a:latin typeface="Arial"/>
                <a:cs typeface="Arial"/>
              </a:rPr>
              <a:t>for</a:t>
            </a:r>
            <a:r>
              <a:rPr sz="3700" b="1" spc="-65" dirty="0">
                <a:solidFill>
                  <a:srgbClr val="333333"/>
                </a:solidFill>
                <a:latin typeface="Arial"/>
                <a:cs typeface="Arial"/>
              </a:rPr>
              <a:t> </a:t>
            </a:r>
            <a:r>
              <a:rPr sz="3700" b="1" spc="-55" dirty="0">
                <a:solidFill>
                  <a:srgbClr val="333333"/>
                </a:solidFill>
                <a:latin typeface="Arial"/>
                <a:cs typeface="Arial"/>
              </a:rPr>
              <a:t>26%</a:t>
            </a:r>
            <a:r>
              <a:rPr sz="3700" b="1" spc="-65" dirty="0">
                <a:solidFill>
                  <a:srgbClr val="333333"/>
                </a:solidFill>
                <a:latin typeface="Arial"/>
                <a:cs typeface="Arial"/>
              </a:rPr>
              <a:t> </a:t>
            </a:r>
            <a:r>
              <a:rPr sz="3700" b="1" spc="-45" dirty="0">
                <a:solidFill>
                  <a:srgbClr val="333333"/>
                </a:solidFill>
                <a:latin typeface="Arial"/>
                <a:cs typeface="Arial"/>
              </a:rPr>
              <a:t>of</a:t>
            </a:r>
            <a:r>
              <a:rPr sz="3700" b="1" spc="-65" dirty="0">
                <a:solidFill>
                  <a:srgbClr val="333333"/>
                </a:solidFill>
                <a:latin typeface="Arial"/>
                <a:cs typeface="Arial"/>
              </a:rPr>
              <a:t> </a:t>
            </a:r>
            <a:r>
              <a:rPr sz="3700" b="1" spc="-60" dirty="0">
                <a:solidFill>
                  <a:srgbClr val="333333"/>
                </a:solidFill>
                <a:latin typeface="Arial"/>
                <a:cs typeface="Arial"/>
              </a:rPr>
              <a:t>neonatal</a:t>
            </a:r>
            <a:r>
              <a:rPr sz="3700" b="1" spc="-70" dirty="0">
                <a:solidFill>
                  <a:srgbClr val="333333"/>
                </a:solidFill>
                <a:latin typeface="Arial"/>
                <a:cs typeface="Arial"/>
              </a:rPr>
              <a:t> </a:t>
            </a:r>
            <a:r>
              <a:rPr sz="3700" b="1" spc="-50" dirty="0">
                <a:solidFill>
                  <a:srgbClr val="333333"/>
                </a:solidFill>
                <a:latin typeface="Arial"/>
                <a:cs typeface="Arial"/>
              </a:rPr>
              <a:t>deaths</a:t>
            </a:r>
            <a:endParaRPr sz="3700" dirty="0">
              <a:latin typeface="Arial"/>
              <a:cs typeface="Arial"/>
            </a:endParaRPr>
          </a:p>
          <a:p>
            <a:pPr marL="12700" marR="5080">
              <a:lnSpc>
                <a:spcPct val="111400"/>
              </a:lnSpc>
              <a:spcBef>
                <a:spcPts val="3300"/>
              </a:spcBef>
            </a:pPr>
            <a:r>
              <a:rPr sz="3700" b="1" spc="-60" dirty="0">
                <a:solidFill>
                  <a:srgbClr val="333333"/>
                </a:solidFill>
                <a:latin typeface="Arial"/>
                <a:cs typeface="Arial"/>
              </a:rPr>
              <a:t>Inadequate </a:t>
            </a:r>
            <a:r>
              <a:rPr sz="3700" b="1" spc="-100" dirty="0">
                <a:solidFill>
                  <a:srgbClr val="333333"/>
                </a:solidFill>
                <a:latin typeface="Arial"/>
                <a:cs typeface="Arial"/>
              </a:rPr>
              <a:t>WASH </a:t>
            </a:r>
            <a:r>
              <a:rPr sz="3700" b="1" spc="-45" dirty="0">
                <a:solidFill>
                  <a:srgbClr val="333333"/>
                </a:solidFill>
                <a:latin typeface="Arial"/>
                <a:cs typeface="Arial"/>
              </a:rPr>
              <a:t>in health-care </a:t>
            </a:r>
            <a:r>
              <a:rPr sz="3700" b="1" spc="-60" dirty="0">
                <a:solidFill>
                  <a:srgbClr val="333333"/>
                </a:solidFill>
                <a:latin typeface="Arial"/>
                <a:cs typeface="Arial"/>
              </a:rPr>
              <a:t>facilities </a:t>
            </a:r>
            <a:r>
              <a:rPr sz="3700" b="1" spc="-50" dirty="0">
                <a:solidFill>
                  <a:srgbClr val="333333"/>
                </a:solidFill>
                <a:latin typeface="Arial"/>
                <a:cs typeface="Arial"/>
              </a:rPr>
              <a:t>and </a:t>
            </a:r>
            <a:r>
              <a:rPr sz="3700" b="1" spc="-35" dirty="0">
                <a:solidFill>
                  <a:srgbClr val="333333"/>
                </a:solidFill>
                <a:latin typeface="Arial"/>
                <a:cs typeface="Arial"/>
              </a:rPr>
              <a:t>the </a:t>
            </a:r>
            <a:r>
              <a:rPr sz="3700" b="1" spc="-65" dirty="0">
                <a:solidFill>
                  <a:srgbClr val="333333"/>
                </a:solidFill>
                <a:latin typeface="Arial"/>
                <a:cs typeface="Arial"/>
              </a:rPr>
              <a:t>unsafe disposal </a:t>
            </a:r>
            <a:r>
              <a:rPr sz="3700" b="1" spc="-45" dirty="0">
                <a:solidFill>
                  <a:srgbClr val="333333"/>
                </a:solidFill>
                <a:latin typeface="Arial"/>
                <a:cs typeface="Arial"/>
              </a:rPr>
              <a:t>of </a:t>
            </a:r>
            <a:r>
              <a:rPr sz="3700" b="1" spc="-40" dirty="0">
                <a:solidFill>
                  <a:srgbClr val="333333"/>
                </a:solidFill>
                <a:latin typeface="Arial"/>
                <a:cs typeface="Arial"/>
              </a:rPr>
              <a:t> </a:t>
            </a:r>
            <a:r>
              <a:rPr sz="3700" b="1" spc="-70" dirty="0">
                <a:solidFill>
                  <a:srgbClr val="333333"/>
                </a:solidFill>
                <a:latin typeface="Arial"/>
                <a:cs typeface="Arial"/>
              </a:rPr>
              <a:t>wastewater</a:t>
            </a:r>
            <a:r>
              <a:rPr sz="3700" b="1" spc="-75" dirty="0">
                <a:solidFill>
                  <a:srgbClr val="333333"/>
                </a:solidFill>
                <a:latin typeface="Arial"/>
                <a:cs typeface="Arial"/>
              </a:rPr>
              <a:t> </a:t>
            </a:r>
            <a:r>
              <a:rPr sz="3700" b="1" spc="-55" dirty="0">
                <a:solidFill>
                  <a:srgbClr val="333333"/>
                </a:solidFill>
                <a:latin typeface="Arial"/>
                <a:cs typeface="Arial"/>
              </a:rPr>
              <a:t>from</a:t>
            </a:r>
            <a:r>
              <a:rPr sz="3700" b="1" spc="-70" dirty="0">
                <a:solidFill>
                  <a:srgbClr val="333333"/>
                </a:solidFill>
                <a:latin typeface="Arial"/>
                <a:cs typeface="Arial"/>
              </a:rPr>
              <a:t> </a:t>
            </a:r>
            <a:r>
              <a:rPr sz="3700" b="1" spc="-50" dirty="0">
                <a:solidFill>
                  <a:srgbClr val="333333"/>
                </a:solidFill>
                <a:latin typeface="Arial"/>
                <a:cs typeface="Arial"/>
              </a:rPr>
              <a:t>health</a:t>
            </a:r>
            <a:r>
              <a:rPr sz="3700" b="1" spc="-65" dirty="0">
                <a:solidFill>
                  <a:srgbClr val="333333"/>
                </a:solidFill>
                <a:latin typeface="Arial"/>
                <a:cs typeface="Arial"/>
              </a:rPr>
              <a:t> </a:t>
            </a:r>
            <a:r>
              <a:rPr sz="3700" b="1" spc="-55" dirty="0">
                <a:solidFill>
                  <a:srgbClr val="333333"/>
                </a:solidFill>
                <a:latin typeface="Arial"/>
                <a:cs typeface="Arial"/>
              </a:rPr>
              <a:t>centres</a:t>
            </a:r>
            <a:r>
              <a:rPr sz="3700" b="1" spc="-70" dirty="0">
                <a:solidFill>
                  <a:srgbClr val="333333"/>
                </a:solidFill>
                <a:latin typeface="Arial"/>
                <a:cs typeface="Arial"/>
              </a:rPr>
              <a:t> </a:t>
            </a:r>
            <a:r>
              <a:rPr sz="3700" b="1" spc="-40" dirty="0">
                <a:solidFill>
                  <a:srgbClr val="333333"/>
                </a:solidFill>
                <a:latin typeface="Arial"/>
                <a:cs typeface="Arial"/>
              </a:rPr>
              <a:t>can</a:t>
            </a:r>
            <a:r>
              <a:rPr sz="3700" b="1" spc="-65" dirty="0">
                <a:solidFill>
                  <a:srgbClr val="333333"/>
                </a:solidFill>
                <a:latin typeface="Arial"/>
                <a:cs typeface="Arial"/>
              </a:rPr>
              <a:t> </a:t>
            </a:r>
            <a:r>
              <a:rPr sz="3700" b="1" spc="-55" dirty="0">
                <a:solidFill>
                  <a:srgbClr val="333333"/>
                </a:solidFill>
                <a:latin typeface="Arial"/>
                <a:cs typeface="Arial"/>
              </a:rPr>
              <a:t>contribute</a:t>
            </a:r>
            <a:r>
              <a:rPr sz="3700" b="1" spc="-70" dirty="0">
                <a:solidFill>
                  <a:srgbClr val="333333"/>
                </a:solidFill>
                <a:latin typeface="Arial"/>
                <a:cs typeface="Arial"/>
              </a:rPr>
              <a:t> </a:t>
            </a:r>
            <a:r>
              <a:rPr sz="3700" b="1" spc="-40" dirty="0">
                <a:solidFill>
                  <a:srgbClr val="333333"/>
                </a:solidFill>
                <a:latin typeface="Arial"/>
                <a:cs typeface="Arial"/>
              </a:rPr>
              <a:t>to</a:t>
            </a:r>
            <a:r>
              <a:rPr sz="3700" b="1" spc="-65" dirty="0">
                <a:solidFill>
                  <a:srgbClr val="333333"/>
                </a:solidFill>
                <a:latin typeface="Arial"/>
                <a:cs typeface="Arial"/>
              </a:rPr>
              <a:t> </a:t>
            </a:r>
            <a:r>
              <a:rPr sz="3700" b="1" spc="-35" dirty="0">
                <a:solidFill>
                  <a:srgbClr val="333333"/>
                </a:solidFill>
                <a:latin typeface="Arial"/>
                <a:cs typeface="Arial"/>
              </a:rPr>
              <a:t>the</a:t>
            </a:r>
            <a:r>
              <a:rPr sz="3700" b="1" spc="-70" dirty="0">
                <a:solidFill>
                  <a:srgbClr val="333333"/>
                </a:solidFill>
                <a:latin typeface="Arial"/>
                <a:cs typeface="Arial"/>
              </a:rPr>
              <a:t> </a:t>
            </a:r>
            <a:r>
              <a:rPr sz="3700" b="1" spc="-65" dirty="0">
                <a:solidFill>
                  <a:srgbClr val="333333"/>
                </a:solidFill>
                <a:latin typeface="Arial"/>
                <a:cs typeface="Arial"/>
              </a:rPr>
              <a:t>spread </a:t>
            </a:r>
            <a:r>
              <a:rPr sz="3700" b="1" spc="-45" dirty="0">
                <a:solidFill>
                  <a:srgbClr val="333333"/>
                </a:solidFill>
                <a:latin typeface="Arial"/>
                <a:cs typeface="Arial"/>
              </a:rPr>
              <a:t>of</a:t>
            </a:r>
            <a:r>
              <a:rPr sz="3700" b="1" spc="-70" dirty="0">
                <a:solidFill>
                  <a:srgbClr val="333333"/>
                </a:solidFill>
                <a:latin typeface="Arial"/>
                <a:cs typeface="Arial"/>
              </a:rPr>
              <a:t> </a:t>
            </a:r>
            <a:r>
              <a:rPr sz="3700" b="1" spc="-65" dirty="0">
                <a:solidFill>
                  <a:srgbClr val="333333"/>
                </a:solidFill>
                <a:latin typeface="Arial"/>
                <a:cs typeface="Arial"/>
              </a:rPr>
              <a:t>antimicrobial </a:t>
            </a:r>
            <a:r>
              <a:rPr sz="3700" b="1" spc="-1015" dirty="0">
                <a:solidFill>
                  <a:srgbClr val="333333"/>
                </a:solidFill>
                <a:latin typeface="Arial"/>
                <a:cs typeface="Arial"/>
              </a:rPr>
              <a:t> </a:t>
            </a:r>
            <a:r>
              <a:rPr sz="3700" b="1" spc="-65" dirty="0">
                <a:solidFill>
                  <a:srgbClr val="333333"/>
                </a:solidFill>
                <a:latin typeface="Arial"/>
                <a:cs typeface="Arial"/>
              </a:rPr>
              <a:t>resistance</a:t>
            </a:r>
            <a:r>
              <a:rPr sz="3700" b="1" spc="-75" dirty="0">
                <a:solidFill>
                  <a:srgbClr val="333333"/>
                </a:solidFill>
                <a:latin typeface="Arial"/>
                <a:cs typeface="Arial"/>
              </a:rPr>
              <a:t> </a:t>
            </a:r>
            <a:r>
              <a:rPr sz="3700" b="1" spc="-55" dirty="0">
                <a:solidFill>
                  <a:srgbClr val="333333"/>
                </a:solidFill>
                <a:latin typeface="Arial"/>
                <a:cs typeface="Arial"/>
              </a:rPr>
              <a:t>among</a:t>
            </a:r>
            <a:r>
              <a:rPr sz="3700" b="1" spc="-75" dirty="0">
                <a:solidFill>
                  <a:srgbClr val="333333"/>
                </a:solidFill>
                <a:latin typeface="Arial"/>
                <a:cs typeface="Arial"/>
              </a:rPr>
              <a:t> </a:t>
            </a:r>
            <a:r>
              <a:rPr sz="3700" b="1" spc="-55" dirty="0">
                <a:solidFill>
                  <a:srgbClr val="333333"/>
                </a:solidFill>
                <a:latin typeface="Arial"/>
                <a:cs typeface="Arial"/>
              </a:rPr>
              <a:t>patients</a:t>
            </a:r>
            <a:r>
              <a:rPr sz="3700" b="1" spc="-75" dirty="0">
                <a:solidFill>
                  <a:srgbClr val="333333"/>
                </a:solidFill>
                <a:latin typeface="Arial"/>
                <a:cs typeface="Arial"/>
              </a:rPr>
              <a:t> </a:t>
            </a:r>
            <a:r>
              <a:rPr sz="3700" b="1" spc="-50" dirty="0">
                <a:solidFill>
                  <a:srgbClr val="333333"/>
                </a:solidFill>
                <a:latin typeface="Arial"/>
                <a:cs typeface="Arial"/>
              </a:rPr>
              <a:t>and</a:t>
            </a:r>
            <a:r>
              <a:rPr sz="3700" b="1" spc="-75" dirty="0">
                <a:solidFill>
                  <a:srgbClr val="333333"/>
                </a:solidFill>
                <a:latin typeface="Arial"/>
                <a:cs typeface="Arial"/>
              </a:rPr>
              <a:t> </a:t>
            </a:r>
            <a:r>
              <a:rPr sz="3700" b="1" spc="-60" dirty="0">
                <a:solidFill>
                  <a:srgbClr val="333333"/>
                </a:solidFill>
                <a:latin typeface="Arial"/>
                <a:cs typeface="Arial"/>
              </a:rPr>
              <a:t>communities</a:t>
            </a:r>
            <a:endParaRPr sz="3700" dirty="0">
              <a:latin typeface="Arial"/>
              <a:cs typeface="Arial"/>
            </a:endParaRPr>
          </a:p>
          <a:p>
            <a:pPr marL="12700" marR="429259">
              <a:lnSpc>
                <a:spcPct val="111400"/>
              </a:lnSpc>
              <a:spcBef>
                <a:spcPts val="3295"/>
              </a:spcBef>
            </a:pPr>
            <a:r>
              <a:rPr sz="3700" b="1" spc="-50" dirty="0">
                <a:solidFill>
                  <a:srgbClr val="333333"/>
                </a:solidFill>
                <a:latin typeface="Arial"/>
                <a:cs typeface="Arial"/>
              </a:rPr>
              <a:t>The </a:t>
            </a:r>
            <a:r>
              <a:rPr sz="3700" b="1" spc="-65" dirty="0">
                <a:solidFill>
                  <a:srgbClr val="333333"/>
                </a:solidFill>
                <a:latin typeface="Arial"/>
                <a:cs typeface="Arial"/>
              </a:rPr>
              <a:t>unsafe </a:t>
            </a:r>
            <a:r>
              <a:rPr sz="3700" b="1" spc="-60" dirty="0">
                <a:solidFill>
                  <a:srgbClr val="333333"/>
                </a:solidFill>
                <a:latin typeface="Arial"/>
                <a:cs typeface="Arial"/>
              </a:rPr>
              <a:t>management </a:t>
            </a:r>
            <a:r>
              <a:rPr sz="3700" b="1" spc="-45" dirty="0">
                <a:solidFill>
                  <a:srgbClr val="333333"/>
                </a:solidFill>
                <a:latin typeface="Arial"/>
                <a:cs typeface="Arial"/>
              </a:rPr>
              <a:t>of health-care </a:t>
            </a:r>
            <a:r>
              <a:rPr sz="3700" b="1" spc="-60" dirty="0">
                <a:solidFill>
                  <a:srgbClr val="333333"/>
                </a:solidFill>
                <a:latin typeface="Arial"/>
                <a:cs typeface="Arial"/>
              </a:rPr>
              <a:t>waste </a:t>
            </a:r>
            <a:r>
              <a:rPr sz="3700" b="1" spc="-70" dirty="0">
                <a:solidFill>
                  <a:srgbClr val="333333"/>
                </a:solidFill>
                <a:latin typeface="Arial"/>
                <a:cs typeface="Arial"/>
              </a:rPr>
              <a:t>exposes </a:t>
            </a:r>
            <a:r>
              <a:rPr sz="3700" b="1" spc="-45" dirty="0">
                <a:solidFill>
                  <a:srgbClr val="333333"/>
                </a:solidFill>
                <a:latin typeface="Arial"/>
                <a:cs typeface="Arial"/>
              </a:rPr>
              <a:t>health-care </a:t>
            </a:r>
            <a:r>
              <a:rPr sz="3700" b="1" spc="-70" dirty="0">
                <a:solidFill>
                  <a:srgbClr val="333333"/>
                </a:solidFill>
                <a:latin typeface="Arial"/>
                <a:cs typeface="Arial"/>
              </a:rPr>
              <a:t>workers,</a:t>
            </a:r>
            <a:r>
              <a:rPr sz="3700" b="1" spc="-60" dirty="0">
                <a:solidFill>
                  <a:srgbClr val="333333"/>
                </a:solidFill>
                <a:latin typeface="Arial"/>
                <a:cs typeface="Arial"/>
              </a:rPr>
              <a:t> waste </a:t>
            </a:r>
            <a:r>
              <a:rPr sz="3700" b="1" spc="-65" dirty="0">
                <a:solidFill>
                  <a:srgbClr val="333333"/>
                </a:solidFill>
                <a:latin typeface="Arial"/>
                <a:cs typeface="Arial"/>
              </a:rPr>
              <a:t>handlers,</a:t>
            </a:r>
            <a:r>
              <a:rPr sz="3700" b="1" spc="-60" dirty="0">
                <a:solidFill>
                  <a:srgbClr val="333333"/>
                </a:solidFill>
                <a:latin typeface="Arial"/>
                <a:cs typeface="Arial"/>
              </a:rPr>
              <a:t> </a:t>
            </a:r>
            <a:r>
              <a:rPr sz="3700" b="1" spc="-55" dirty="0">
                <a:solidFill>
                  <a:srgbClr val="333333"/>
                </a:solidFill>
                <a:latin typeface="Arial"/>
                <a:cs typeface="Arial"/>
              </a:rPr>
              <a:t>patients</a:t>
            </a:r>
            <a:r>
              <a:rPr sz="3700" b="1" spc="-60" dirty="0">
                <a:solidFill>
                  <a:srgbClr val="333333"/>
                </a:solidFill>
                <a:latin typeface="Arial"/>
                <a:cs typeface="Arial"/>
              </a:rPr>
              <a:t> </a:t>
            </a:r>
            <a:r>
              <a:rPr sz="3700" b="1" spc="-50" dirty="0">
                <a:solidFill>
                  <a:srgbClr val="333333"/>
                </a:solidFill>
                <a:latin typeface="Arial"/>
                <a:cs typeface="Arial"/>
              </a:rPr>
              <a:t>and</a:t>
            </a:r>
            <a:r>
              <a:rPr sz="3700" b="1" spc="-55" dirty="0">
                <a:solidFill>
                  <a:srgbClr val="333333"/>
                </a:solidFill>
                <a:latin typeface="Arial"/>
                <a:cs typeface="Arial"/>
              </a:rPr>
              <a:t> their</a:t>
            </a:r>
            <a:r>
              <a:rPr sz="3700" b="1" spc="-65" dirty="0">
                <a:solidFill>
                  <a:srgbClr val="333333"/>
                </a:solidFill>
                <a:latin typeface="Arial"/>
                <a:cs typeface="Arial"/>
              </a:rPr>
              <a:t> families,</a:t>
            </a:r>
            <a:r>
              <a:rPr sz="3700" b="1" spc="-55" dirty="0">
                <a:solidFill>
                  <a:srgbClr val="333333"/>
                </a:solidFill>
                <a:latin typeface="Arial"/>
                <a:cs typeface="Arial"/>
              </a:rPr>
              <a:t> </a:t>
            </a:r>
            <a:r>
              <a:rPr sz="3700" b="1" spc="-50" dirty="0">
                <a:solidFill>
                  <a:srgbClr val="333333"/>
                </a:solidFill>
                <a:latin typeface="Arial"/>
                <a:cs typeface="Arial"/>
              </a:rPr>
              <a:t>and</a:t>
            </a:r>
            <a:r>
              <a:rPr sz="3700" b="1" spc="-60" dirty="0">
                <a:solidFill>
                  <a:srgbClr val="333333"/>
                </a:solidFill>
                <a:latin typeface="Arial"/>
                <a:cs typeface="Arial"/>
              </a:rPr>
              <a:t> </a:t>
            </a:r>
            <a:r>
              <a:rPr sz="3700" b="1" spc="-35" dirty="0">
                <a:solidFill>
                  <a:srgbClr val="333333"/>
                </a:solidFill>
                <a:latin typeface="Arial"/>
                <a:cs typeface="Arial"/>
              </a:rPr>
              <a:t>the</a:t>
            </a:r>
            <a:r>
              <a:rPr sz="3700" b="1" spc="-60" dirty="0">
                <a:solidFill>
                  <a:srgbClr val="333333"/>
                </a:solidFill>
                <a:latin typeface="Arial"/>
                <a:cs typeface="Arial"/>
              </a:rPr>
              <a:t> </a:t>
            </a:r>
            <a:r>
              <a:rPr sz="3700" b="1" spc="-55" dirty="0">
                <a:solidFill>
                  <a:srgbClr val="333333"/>
                </a:solidFill>
                <a:latin typeface="Arial"/>
                <a:cs typeface="Arial"/>
              </a:rPr>
              <a:t>community</a:t>
            </a:r>
            <a:r>
              <a:rPr sz="3700" b="1" spc="-60" dirty="0">
                <a:solidFill>
                  <a:srgbClr val="333333"/>
                </a:solidFill>
                <a:latin typeface="Arial"/>
                <a:cs typeface="Arial"/>
              </a:rPr>
              <a:t> </a:t>
            </a:r>
            <a:r>
              <a:rPr sz="3700" b="1" spc="-40" dirty="0">
                <a:solidFill>
                  <a:srgbClr val="333333"/>
                </a:solidFill>
                <a:latin typeface="Arial"/>
                <a:cs typeface="Arial"/>
              </a:rPr>
              <a:t>to</a:t>
            </a:r>
            <a:endParaRPr sz="3700" dirty="0">
              <a:latin typeface="Arial"/>
              <a:cs typeface="Arial"/>
            </a:endParaRPr>
          </a:p>
          <a:p>
            <a:pPr marL="12700">
              <a:lnSpc>
                <a:spcPct val="100000"/>
              </a:lnSpc>
              <a:spcBef>
                <a:spcPts val="505"/>
              </a:spcBef>
            </a:pPr>
            <a:r>
              <a:rPr sz="3700" b="1" spc="-75" dirty="0">
                <a:solidFill>
                  <a:srgbClr val="333333"/>
                </a:solidFill>
                <a:latin typeface="Arial"/>
                <a:cs typeface="Arial"/>
              </a:rPr>
              <a:t>preventable</a:t>
            </a:r>
            <a:r>
              <a:rPr sz="3700" b="1" spc="-70" dirty="0">
                <a:solidFill>
                  <a:srgbClr val="333333"/>
                </a:solidFill>
                <a:latin typeface="Arial"/>
                <a:cs typeface="Arial"/>
              </a:rPr>
              <a:t> </a:t>
            </a:r>
            <a:r>
              <a:rPr sz="3700" b="1" spc="-60" dirty="0">
                <a:solidFill>
                  <a:srgbClr val="333333"/>
                </a:solidFill>
                <a:latin typeface="Arial"/>
                <a:cs typeface="Arial"/>
              </a:rPr>
              <a:t>infections</a:t>
            </a:r>
            <a:r>
              <a:rPr sz="3700" b="1" spc="-65" dirty="0">
                <a:solidFill>
                  <a:srgbClr val="333333"/>
                </a:solidFill>
                <a:latin typeface="Arial"/>
                <a:cs typeface="Arial"/>
              </a:rPr>
              <a:t> </a:t>
            </a:r>
            <a:r>
              <a:rPr sz="3700" b="1" spc="-50" dirty="0">
                <a:solidFill>
                  <a:srgbClr val="333333"/>
                </a:solidFill>
                <a:latin typeface="Arial"/>
                <a:cs typeface="Arial"/>
              </a:rPr>
              <a:t>and</a:t>
            </a:r>
            <a:r>
              <a:rPr sz="3700" b="1" spc="-70" dirty="0">
                <a:solidFill>
                  <a:srgbClr val="333333"/>
                </a:solidFill>
                <a:latin typeface="Arial"/>
                <a:cs typeface="Arial"/>
              </a:rPr>
              <a:t> </a:t>
            </a:r>
            <a:r>
              <a:rPr sz="3700" b="1" spc="-35" dirty="0">
                <a:solidFill>
                  <a:srgbClr val="333333"/>
                </a:solidFill>
                <a:latin typeface="Arial"/>
                <a:cs typeface="Arial"/>
              </a:rPr>
              <a:t>the</a:t>
            </a:r>
            <a:r>
              <a:rPr sz="3700" b="1" spc="-65" dirty="0">
                <a:solidFill>
                  <a:srgbClr val="333333"/>
                </a:solidFill>
                <a:latin typeface="Arial"/>
                <a:cs typeface="Arial"/>
              </a:rPr>
              <a:t> </a:t>
            </a:r>
            <a:r>
              <a:rPr sz="3700" b="1" spc="-35" dirty="0">
                <a:solidFill>
                  <a:srgbClr val="333333"/>
                </a:solidFill>
                <a:latin typeface="Arial"/>
                <a:cs typeface="Arial"/>
              </a:rPr>
              <a:t>effects</a:t>
            </a:r>
            <a:r>
              <a:rPr sz="3700" b="1" spc="-70" dirty="0">
                <a:solidFill>
                  <a:srgbClr val="333333"/>
                </a:solidFill>
                <a:latin typeface="Arial"/>
                <a:cs typeface="Arial"/>
              </a:rPr>
              <a:t> </a:t>
            </a:r>
            <a:r>
              <a:rPr sz="3700" b="1" spc="-45" dirty="0">
                <a:solidFill>
                  <a:srgbClr val="333333"/>
                </a:solidFill>
                <a:latin typeface="Arial"/>
                <a:cs typeface="Arial"/>
              </a:rPr>
              <a:t>of</a:t>
            </a:r>
            <a:r>
              <a:rPr sz="3700" b="1" spc="-65" dirty="0">
                <a:solidFill>
                  <a:srgbClr val="333333"/>
                </a:solidFill>
                <a:latin typeface="Arial"/>
                <a:cs typeface="Arial"/>
              </a:rPr>
              <a:t> </a:t>
            </a:r>
            <a:r>
              <a:rPr sz="3700" b="1" spc="-80" dirty="0">
                <a:solidFill>
                  <a:srgbClr val="333333"/>
                </a:solidFill>
                <a:latin typeface="Arial"/>
                <a:cs typeface="Arial"/>
              </a:rPr>
              <a:t>toxic</a:t>
            </a:r>
            <a:r>
              <a:rPr sz="3700" b="1" spc="-65" dirty="0">
                <a:solidFill>
                  <a:srgbClr val="333333"/>
                </a:solidFill>
                <a:latin typeface="Arial"/>
                <a:cs typeface="Arial"/>
              </a:rPr>
              <a:t> substances, </a:t>
            </a:r>
            <a:r>
              <a:rPr sz="3700" b="1" spc="-70" dirty="0">
                <a:solidFill>
                  <a:srgbClr val="333333"/>
                </a:solidFill>
                <a:latin typeface="Arial"/>
                <a:cs typeface="Arial"/>
              </a:rPr>
              <a:t>including </a:t>
            </a:r>
            <a:r>
              <a:rPr sz="3700" b="1" spc="-65" dirty="0">
                <a:solidFill>
                  <a:srgbClr val="333333"/>
                </a:solidFill>
                <a:latin typeface="Arial"/>
                <a:cs typeface="Arial"/>
              </a:rPr>
              <a:t>injuries</a:t>
            </a:r>
            <a:endParaRPr sz="3700" dirty="0">
              <a:latin typeface="Arial"/>
              <a:cs typeface="Arial"/>
            </a:endParaRPr>
          </a:p>
        </p:txBody>
      </p:sp>
      <p:sp>
        <p:nvSpPr>
          <p:cNvPr id="29" name="object 29"/>
          <p:cNvSpPr/>
          <p:nvPr/>
        </p:nvSpPr>
        <p:spPr>
          <a:xfrm>
            <a:off x="1450851" y="6861258"/>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sp>
        <p:nvSpPr>
          <p:cNvPr id="30" name="object 30"/>
          <p:cNvSpPr/>
          <p:nvPr/>
        </p:nvSpPr>
        <p:spPr>
          <a:xfrm>
            <a:off x="1450851" y="10344150"/>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sp>
        <p:nvSpPr>
          <p:cNvPr id="31" name="object 31"/>
          <p:cNvSpPr/>
          <p:nvPr/>
        </p:nvSpPr>
        <p:spPr>
          <a:xfrm>
            <a:off x="1450851" y="12477750"/>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sp>
        <p:nvSpPr>
          <p:cNvPr id="32" name="object 32"/>
          <p:cNvSpPr/>
          <p:nvPr/>
        </p:nvSpPr>
        <p:spPr>
          <a:xfrm>
            <a:off x="1450851" y="8972550"/>
            <a:ext cx="495934" cy="1006475"/>
          </a:xfrm>
          <a:custGeom>
            <a:avLst/>
            <a:gdLst/>
            <a:ahLst/>
            <a:cxnLst/>
            <a:rect l="l" t="t" r="r" b="b"/>
            <a:pathLst>
              <a:path w="495935" h="1006475">
                <a:moveTo>
                  <a:pt x="0" y="1005875"/>
                </a:moveTo>
                <a:lnTo>
                  <a:pt x="495838" y="502937"/>
                </a:lnTo>
                <a:lnTo>
                  <a:pt x="0" y="0"/>
                </a:lnTo>
              </a:path>
            </a:pathLst>
          </a:custGeom>
          <a:ln w="41883">
            <a:solidFill>
              <a:srgbClr val="FF831A"/>
            </a:solidFill>
          </a:ln>
        </p:spPr>
        <p:txBody>
          <a:bodyPr wrap="square" lIns="0" tIns="0" rIns="0" bIns="0" rtlCol="0"/>
          <a:lstStyle/>
          <a:p>
            <a:endParaRPr/>
          </a:p>
        </p:txBody>
      </p:sp>
      <p:sp>
        <p:nvSpPr>
          <p:cNvPr id="33" name="object 33"/>
          <p:cNvSpPr txBox="1"/>
          <p:nvPr/>
        </p:nvSpPr>
        <p:spPr>
          <a:xfrm>
            <a:off x="1413569" y="5711825"/>
            <a:ext cx="3424554" cy="801370"/>
          </a:xfrm>
          <a:prstGeom prst="rect">
            <a:avLst/>
          </a:prstGeom>
          <a:solidFill>
            <a:srgbClr val="FF831A"/>
          </a:solidFill>
        </p:spPr>
        <p:txBody>
          <a:bodyPr vert="horz" wrap="square" lIns="0" tIns="139700" rIns="0" bIns="0" rtlCol="0">
            <a:spAutoFit/>
          </a:bodyPr>
          <a:lstStyle/>
          <a:p>
            <a:pPr marL="215265">
              <a:lnSpc>
                <a:spcPct val="100000"/>
              </a:lnSpc>
              <a:spcBef>
                <a:spcPts val="1100"/>
              </a:spcBef>
            </a:pPr>
            <a:r>
              <a:rPr sz="3100" spc="-25" dirty="0">
                <a:solidFill>
                  <a:srgbClr val="FFFFFF"/>
                </a:solidFill>
                <a:latin typeface="Arial Black"/>
                <a:cs typeface="Arial Black"/>
              </a:rPr>
              <a:t>Health</a:t>
            </a:r>
            <a:r>
              <a:rPr sz="3100" spc="-95" dirty="0">
                <a:solidFill>
                  <a:srgbClr val="FFFFFF"/>
                </a:solidFill>
                <a:latin typeface="Arial Black"/>
                <a:cs typeface="Arial Black"/>
              </a:rPr>
              <a:t> </a:t>
            </a:r>
            <a:r>
              <a:rPr sz="3100" spc="-20" dirty="0">
                <a:solidFill>
                  <a:srgbClr val="FFFFFF"/>
                </a:solidFill>
                <a:latin typeface="Arial Black"/>
                <a:cs typeface="Arial Black"/>
              </a:rPr>
              <a:t>effects</a:t>
            </a:r>
            <a:endParaRPr sz="3100">
              <a:latin typeface="Arial Black"/>
              <a:cs typeface="Arial Black"/>
            </a:endParaRPr>
          </a:p>
        </p:txBody>
      </p:sp>
      <p:sp>
        <p:nvSpPr>
          <p:cNvPr id="34" name="object 34"/>
          <p:cNvSpPr txBox="1">
            <a:spLocks noGrp="1"/>
          </p:cNvSpPr>
          <p:nvPr>
            <p:ph type="title"/>
          </p:nvPr>
        </p:nvSpPr>
        <p:spPr>
          <a:xfrm>
            <a:off x="3128565" y="3155601"/>
            <a:ext cx="9343390" cy="2433955"/>
          </a:xfrm>
          <a:prstGeom prst="rect">
            <a:avLst/>
          </a:prstGeom>
        </p:spPr>
        <p:txBody>
          <a:bodyPr vert="horz" wrap="square" lIns="0" tIns="129539" rIns="0" bIns="0" rtlCol="0">
            <a:spAutoFit/>
          </a:bodyPr>
          <a:lstStyle/>
          <a:p>
            <a:pPr marL="12700" marR="5080">
              <a:lnSpc>
                <a:spcPts val="9070"/>
              </a:lnSpc>
              <a:spcBef>
                <a:spcPts val="1019"/>
              </a:spcBef>
            </a:pPr>
            <a:r>
              <a:rPr sz="8250" spc="-330" dirty="0"/>
              <a:t>W</a:t>
            </a:r>
            <a:r>
              <a:rPr sz="8250" spc="-265" dirty="0"/>
              <a:t>a</a:t>
            </a:r>
            <a:r>
              <a:rPr sz="8250" spc="-220" dirty="0"/>
              <a:t>t</a:t>
            </a:r>
            <a:r>
              <a:rPr sz="8250" spc="-170" dirty="0"/>
              <a:t>e</a:t>
            </a:r>
            <a:r>
              <a:rPr sz="8250" spc="-660" dirty="0"/>
              <a:t>r</a:t>
            </a:r>
            <a:r>
              <a:rPr sz="8250" spc="-5" dirty="0"/>
              <a:t>,</a:t>
            </a:r>
            <a:r>
              <a:rPr sz="8250" spc="-670" dirty="0"/>
              <a:t> </a:t>
            </a:r>
            <a:r>
              <a:rPr sz="8250" spc="-225" dirty="0"/>
              <a:t>s</a:t>
            </a:r>
            <a:r>
              <a:rPr sz="8250" spc="-190" dirty="0"/>
              <a:t>a</a:t>
            </a:r>
            <a:r>
              <a:rPr sz="8250" spc="-204" dirty="0"/>
              <a:t>ni</a:t>
            </a:r>
            <a:r>
              <a:rPr sz="8250" spc="-175" dirty="0"/>
              <a:t>t</a:t>
            </a:r>
            <a:r>
              <a:rPr sz="8250" spc="-265" dirty="0"/>
              <a:t>a</a:t>
            </a:r>
            <a:r>
              <a:rPr sz="8250" spc="-150" dirty="0"/>
              <a:t>t</a:t>
            </a:r>
            <a:r>
              <a:rPr sz="8250" spc="-225" dirty="0"/>
              <a:t>i</a:t>
            </a:r>
            <a:r>
              <a:rPr sz="8250" spc="-195" dirty="0"/>
              <a:t>o</a:t>
            </a:r>
            <a:r>
              <a:rPr sz="8250" spc="-5" dirty="0"/>
              <a:t>n  </a:t>
            </a:r>
            <a:r>
              <a:rPr sz="8250" spc="-125" dirty="0"/>
              <a:t>and</a:t>
            </a:r>
            <a:r>
              <a:rPr sz="8250" spc="-525" dirty="0"/>
              <a:t> </a:t>
            </a:r>
            <a:r>
              <a:rPr sz="8250" spc="-210" dirty="0"/>
              <a:t>hygiene</a:t>
            </a:r>
            <a:r>
              <a:rPr sz="8250" spc="-190" dirty="0"/>
              <a:t> </a:t>
            </a:r>
            <a:r>
              <a:rPr sz="4100" spc="-75" dirty="0"/>
              <a:t>(WASH)</a:t>
            </a:r>
            <a:endParaRPr sz="4100"/>
          </a:p>
        </p:txBody>
      </p:sp>
      <p:sp>
        <p:nvSpPr>
          <p:cNvPr id="35" name="テキスト ボックス 34">
            <a:extLst>
              <a:ext uri="{FF2B5EF4-FFF2-40B4-BE49-F238E27FC236}">
                <a16:creationId xmlns:a16="http://schemas.microsoft.com/office/drawing/2014/main" id="{E0A29804-75FA-4F81-ACAC-0778254289CF}"/>
              </a:ext>
            </a:extLst>
          </p:cNvPr>
          <p:cNvSpPr txBox="1"/>
          <p:nvPr/>
        </p:nvSpPr>
        <p:spPr>
          <a:xfrm>
            <a:off x="374650" y="143326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512792" y="0"/>
            <a:ext cx="12574905" cy="2513330"/>
          </a:xfrm>
          <a:custGeom>
            <a:avLst/>
            <a:gdLst/>
            <a:ahLst/>
            <a:cxnLst/>
            <a:rect l="l" t="t" r="r" b="b"/>
            <a:pathLst>
              <a:path w="12574905" h="2513330">
                <a:moveTo>
                  <a:pt x="0" y="2512792"/>
                </a:moveTo>
                <a:lnTo>
                  <a:pt x="12574674" y="2512792"/>
                </a:lnTo>
                <a:lnTo>
                  <a:pt x="12574674" y="0"/>
                </a:lnTo>
                <a:lnTo>
                  <a:pt x="0" y="0"/>
                </a:lnTo>
                <a:lnTo>
                  <a:pt x="0" y="2512792"/>
                </a:lnTo>
                <a:close/>
              </a:path>
            </a:pathLst>
          </a:custGeom>
          <a:solidFill>
            <a:srgbClr val="FFF5D4"/>
          </a:solidFill>
        </p:spPr>
        <p:txBody>
          <a:bodyPr wrap="square" lIns="0" tIns="0" rIns="0" bIns="0" rtlCol="0"/>
          <a:lstStyle/>
          <a:p>
            <a:endParaRPr/>
          </a:p>
        </p:txBody>
      </p:sp>
      <p:sp>
        <p:nvSpPr>
          <p:cNvPr id="3" name="object 3"/>
          <p:cNvSpPr txBox="1"/>
          <p:nvPr/>
        </p:nvSpPr>
        <p:spPr>
          <a:xfrm>
            <a:off x="3048554" y="945692"/>
            <a:ext cx="11605895" cy="566420"/>
          </a:xfrm>
          <a:prstGeom prst="rect">
            <a:avLst/>
          </a:prstGeom>
        </p:spPr>
        <p:txBody>
          <a:bodyPr vert="horz" wrap="square" lIns="0" tIns="12065" rIns="0" bIns="0" rtlCol="0">
            <a:spAutoFit/>
          </a:bodyPr>
          <a:lstStyle/>
          <a:p>
            <a:pPr marL="12700">
              <a:lnSpc>
                <a:spcPct val="100000"/>
              </a:lnSpc>
              <a:spcBef>
                <a:spcPts val="95"/>
              </a:spcBef>
            </a:pPr>
            <a:r>
              <a:rPr sz="3550" spc="-65" dirty="0">
                <a:solidFill>
                  <a:srgbClr val="338D7D"/>
                </a:solidFill>
                <a:latin typeface="Arial Black"/>
                <a:cs typeface="Arial Black"/>
              </a:rPr>
              <a:t>Environmental</a:t>
            </a:r>
            <a:r>
              <a:rPr sz="3550" spc="-70" dirty="0">
                <a:solidFill>
                  <a:srgbClr val="338D7D"/>
                </a:solidFill>
                <a:latin typeface="Arial Black"/>
                <a:cs typeface="Arial Black"/>
              </a:rPr>
              <a:t> </a:t>
            </a:r>
            <a:r>
              <a:rPr sz="3550" spc="-50" dirty="0">
                <a:solidFill>
                  <a:srgbClr val="338D7D"/>
                </a:solidFill>
                <a:latin typeface="Arial Black"/>
                <a:cs typeface="Arial Black"/>
              </a:rPr>
              <a:t>issues</a:t>
            </a:r>
            <a:r>
              <a:rPr sz="3550" spc="-65" dirty="0">
                <a:solidFill>
                  <a:srgbClr val="338D7D"/>
                </a:solidFill>
                <a:latin typeface="Arial Black"/>
                <a:cs typeface="Arial Black"/>
              </a:rPr>
              <a:t> </a:t>
            </a:r>
            <a:r>
              <a:rPr sz="3550" spc="-40" dirty="0">
                <a:solidFill>
                  <a:srgbClr val="338D7D"/>
                </a:solidFill>
                <a:latin typeface="Arial Black"/>
                <a:cs typeface="Arial Black"/>
              </a:rPr>
              <a:t>affecting</a:t>
            </a:r>
            <a:r>
              <a:rPr sz="3550" spc="-65" dirty="0">
                <a:solidFill>
                  <a:srgbClr val="338D7D"/>
                </a:solidFill>
                <a:latin typeface="Arial Black"/>
                <a:cs typeface="Arial Black"/>
              </a:rPr>
              <a:t> children’s </a:t>
            </a:r>
            <a:r>
              <a:rPr sz="3550" spc="-50" dirty="0">
                <a:solidFill>
                  <a:srgbClr val="338D7D"/>
                </a:solidFill>
                <a:latin typeface="Arial Black"/>
                <a:cs typeface="Arial Black"/>
              </a:rPr>
              <a:t>health</a:t>
            </a:r>
            <a:endParaRPr sz="3550">
              <a:latin typeface="Arial Black"/>
              <a:cs typeface="Arial Black"/>
            </a:endParaRPr>
          </a:p>
        </p:txBody>
      </p:sp>
      <p:grpSp>
        <p:nvGrpSpPr>
          <p:cNvPr id="4" name="object 4"/>
          <p:cNvGrpSpPr/>
          <p:nvPr/>
        </p:nvGrpSpPr>
        <p:grpSpPr>
          <a:xfrm>
            <a:off x="816729" y="3382095"/>
            <a:ext cx="1885314" cy="1885314"/>
            <a:chOff x="816729" y="3382095"/>
            <a:chExt cx="1885314" cy="1885314"/>
          </a:xfrm>
        </p:grpSpPr>
        <p:sp>
          <p:nvSpPr>
            <p:cNvPr id="5" name="object 5"/>
            <p:cNvSpPr/>
            <p:nvPr/>
          </p:nvSpPr>
          <p:spPr>
            <a:xfrm>
              <a:off x="816729" y="3382095"/>
              <a:ext cx="1885314" cy="1885314"/>
            </a:xfrm>
            <a:custGeom>
              <a:avLst/>
              <a:gdLst/>
              <a:ahLst/>
              <a:cxnLst/>
              <a:rect l="l" t="t" r="r" b="b"/>
              <a:pathLst>
                <a:path w="1885314" h="1885314">
                  <a:moveTo>
                    <a:pt x="942379" y="0"/>
                  </a:moveTo>
                  <a:lnTo>
                    <a:pt x="893884" y="1226"/>
                  </a:lnTo>
                  <a:lnTo>
                    <a:pt x="846026" y="4865"/>
                  </a:lnTo>
                  <a:lnTo>
                    <a:pt x="798863" y="10858"/>
                  </a:lnTo>
                  <a:lnTo>
                    <a:pt x="752456" y="19145"/>
                  </a:lnTo>
                  <a:lnTo>
                    <a:pt x="706863" y="29668"/>
                  </a:lnTo>
                  <a:lnTo>
                    <a:pt x="662143" y="42367"/>
                  </a:lnTo>
                  <a:lnTo>
                    <a:pt x="618356" y="57182"/>
                  </a:lnTo>
                  <a:lnTo>
                    <a:pt x="575561" y="74056"/>
                  </a:lnTo>
                  <a:lnTo>
                    <a:pt x="533817" y="92928"/>
                  </a:lnTo>
                  <a:lnTo>
                    <a:pt x="493183" y="113739"/>
                  </a:lnTo>
                  <a:lnTo>
                    <a:pt x="453719" y="136430"/>
                  </a:lnTo>
                  <a:lnTo>
                    <a:pt x="415484" y="160942"/>
                  </a:lnTo>
                  <a:lnTo>
                    <a:pt x="378537" y="187216"/>
                  </a:lnTo>
                  <a:lnTo>
                    <a:pt x="342937" y="215192"/>
                  </a:lnTo>
                  <a:lnTo>
                    <a:pt x="308743" y="244811"/>
                  </a:lnTo>
                  <a:lnTo>
                    <a:pt x="276015" y="276015"/>
                  </a:lnTo>
                  <a:lnTo>
                    <a:pt x="244811" y="308743"/>
                  </a:lnTo>
                  <a:lnTo>
                    <a:pt x="215192" y="342937"/>
                  </a:lnTo>
                  <a:lnTo>
                    <a:pt x="187216" y="378537"/>
                  </a:lnTo>
                  <a:lnTo>
                    <a:pt x="160942" y="415484"/>
                  </a:lnTo>
                  <a:lnTo>
                    <a:pt x="136430" y="453719"/>
                  </a:lnTo>
                  <a:lnTo>
                    <a:pt x="113739" y="493183"/>
                  </a:lnTo>
                  <a:lnTo>
                    <a:pt x="92928" y="533817"/>
                  </a:lnTo>
                  <a:lnTo>
                    <a:pt x="74056" y="575561"/>
                  </a:lnTo>
                  <a:lnTo>
                    <a:pt x="57182" y="618356"/>
                  </a:lnTo>
                  <a:lnTo>
                    <a:pt x="42367" y="662143"/>
                  </a:lnTo>
                  <a:lnTo>
                    <a:pt x="29668" y="706863"/>
                  </a:lnTo>
                  <a:lnTo>
                    <a:pt x="19145" y="752456"/>
                  </a:lnTo>
                  <a:lnTo>
                    <a:pt x="10858" y="798863"/>
                  </a:lnTo>
                  <a:lnTo>
                    <a:pt x="4865" y="846026"/>
                  </a:lnTo>
                  <a:lnTo>
                    <a:pt x="1226" y="893884"/>
                  </a:lnTo>
                  <a:lnTo>
                    <a:pt x="0" y="942379"/>
                  </a:lnTo>
                  <a:lnTo>
                    <a:pt x="1226" y="990874"/>
                  </a:lnTo>
                  <a:lnTo>
                    <a:pt x="4865" y="1038733"/>
                  </a:lnTo>
                  <a:lnTo>
                    <a:pt x="10858" y="1085895"/>
                  </a:lnTo>
                  <a:lnTo>
                    <a:pt x="19145" y="1132303"/>
                  </a:lnTo>
                  <a:lnTo>
                    <a:pt x="29668" y="1177896"/>
                  </a:lnTo>
                  <a:lnTo>
                    <a:pt x="42367" y="1222616"/>
                  </a:lnTo>
                  <a:lnTo>
                    <a:pt x="57182" y="1266402"/>
                  </a:lnTo>
                  <a:lnTo>
                    <a:pt x="74056" y="1309198"/>
                  </a:lnTo>
                  <a:lnTo>
                    <a:pt x="92928" y="1350941"/>
                  </a:lnTo>
                  <a:lnTo>
                    <a:pt x="113739" y="1391575"/>
                  </a:lnTo>
                  <a:lnTo>
                    <a:pt x="136430" y="1431039"/>
                  </a:lnTo>
                  <a:lnTo>
                    <a:pt x="160942" y="1469274"/>
                  </a:lnTo>
                  <a:lnTo>
                    <a:pt x="187216" y="1506222"/>
                  </a:lnTo>
                  <a:lnTo>
                    <a:pt x="215192" y="1541822"/>
                  </a:lnTo>
                  <a:lnTo>
                    <a:pt x="244811" y="1576016"/>
                  </a:lnTo>
                  <a:lnTo>
                    <a:pt x="276015" y="1608744"/>
                  </a:lnTo>
                  <a:lnTo>
                    <a:pt x="308743" y="1639947"/>
                  </a:lnTo>
                  <a:lnTo>
                    <a:pt x="342937" y="1669566"/>
                  </a:lnTo>
                  <a:lnTo>
                    <a:pt x="378537" y="1697543"/>
                  </a:lnTo>
                  <a:lnTo>
                    <a:pt x="415484" y="1723816"/>
                  </a:lnTo>
                  <a:lnTo>
                    <a:pt x="453719" y="1748328"/>
                  </a:lnTo>
                  <a:lnTo>
                    <a:pt x="493183" y="1771020"/>
                  </a:lnTo>
                  <a:lnTo>
                    <a:pt x="533817" y="1791831"/>
                  </a:lnTo>
                  <a:lnTo>
                    <a:pt x="575561" y="1810703"/>
                  </a:lnTo>
                  <a:lnTo>
                    <a:pt x="618356" y="1827576"/>
                  </a:lnTo>
                  <a:lnTo>
                    <a:pt x="662143" y="1842392"/>
                  </a:lnTo>
                  <a:lnTo>
                    <a:pt x="706863" y="1855090"/>
                  </a:lnTo>
                  <a:lnTo>
                    <a:pt x="752456" y="1865613"/>
                  </a:lnTo>
                  <a:lnTo>
                    <a:pt x="798863" y="1873901"/>
                  </a:lnTo>
                  <a:lnTo>
                    <a:pt x="846026" y="1879894"/>
                  </a:lnTo>
                  <a:lnTo>
                    <a:pt x="893884" y="1883533"/>
                  </a:lnTo>
                  <a:lnTo>
                    <a:pt x="942379" y="1884759"/>
                  </a:lnTo>
                  <a:lnTo>
                    <a:pt x="990874" y="1883533"/>
                  </a:lnTo>
                  <a:lnTo>
                    <a:pt x="1038733" y="1879894"/>
                  </a:lnTo>
                  <a:lnTo>
                    <a:pt x="1085895" y="1873901"/>
                  </a:lnTo>
                  <a:lnTo>
                    <a:pt x="1132303" y="1865613"/>
                  </a:lnTo>
                  <a:lnTo>
                    <a:pt x="1177896" y="1855090"/>
                  </a:lnTo>
                  <a:lnTo>
                    <a:pt x="1222616" y="1842392"/>
                  </a:lnTo>
                  <a:lnTo>
                    <a:pt x="1266402" y="1827576"/>
                  </a:lnTo>
                  <a:lnTo>
                    <a:pt x="1309198" y="1810703"/>
                  </a:lnTo>
                  <a:lnTo>
                    <a:pt x="1350941" y="1791831"/>
                  </a:lnTo>
                  <a:lnTo>
                    <a:pt x="1391575" y="1771020"/>
                  </a:lnTo>
                  <a:lnTo>
                    <a:pt x="1431039" y="1748328"/>
                  </a:lnTo>
                  <a:lnTo>
                    <a:pt x="1469274" y="1723816"/>
                  </a:lnTo>
                  <a:lnTo>
                    <a:pt x="1506222" y="1697543"/>
                  </a:lnTo>
                  <a:lnTo>
                    <a:pt x="1541822" y="1669566"/>
                  </a:lnTo>
                  <a:lnTo>
                    <a:pt x="1576016" y="1639947"/>
                  </a:lnTo>
                  <a:lnTo>
                    <a:pt x="1608744" y="1608744"/>
                  </a:lnTo>
                  <a:lnTo>
                    <a:pt x="1639947" y="1576016"/>
                  </a:lnTo>
                  <a:lnTo>
                    <a:pt x="1669566" y="1541822"/>
                  </a:lnTo>
                  <a:lnTo>
                    <a:pt x="1697543" y="1506222"/>
                  </a:lnTo>
                  <a:lnTo>
                    <a:pt x="1723816" y="1469274"/>
                  </a:lnTo>
                  <a:lnTo>
                    <a:pt x="1748328" y="1431039"/>
                  </a:lnTo>
                  <a:lnTo>
                    <a:pt x="1771020" y="1391575"/>
                  </a:lnTo>
                  <a:lnTo>
                    <a:pt x="1791831" y="1350941"/>
                  </a:lnTo>
                  <a:lnTo>
                    <a:pt x="1810703" y="1309198"/>
                  </a:lnTo>
                  <a:lnTo>
                    <a:pt x="1827576" y="1266402"/>
                  </a:lnTo>
                  <a:lnTo>
                    <a:pt x="1842392" y="1222616"/>
                  </a:lnTo>
                  <a:lnTo>
                    <a:pt x="1855090" y="1177896"/>
                  </a:lnTo>
                  <a:lnTo>
                    <a:pt x="1865613" y="1132303"/>
                  </a:lnTo>
                  <a:lnTo>
                    <a:pt x="1873901" y="1085895"/>
                  </a:lnTo>
                  <a:lnTo>
                    <a:pt x="1879894" y="1038733"/>
                  </a:lnTo>
                  <a:lnTo>
                    <a:pt x="1883533" y="990874"/>
                  </a:lnTo>
                  <a:lnTo>
                    <a:pt x="1884759" y="942379"/>
                  </a:lnTo>
                  <a:lnTo>
                    <a:pt x="1883533" y="893884"/>
                  </a:lnTo>
                  <a:lnTo>
                    <a:pt x="1879894" y="846026"/>
                  </a:lnTo>
                  <a:lnTo>
                    <a:pt x="1873901" y="798863"/>
                  </a:lnTo>
                  <a:lnTo>
                    <a:pt x="1865613" y="752456"/>
                  </a:lnTo>
                  <a:lnTo>
                    <a:pt x="1855090" y="706863"/>
                  </a:lnTo>
                  <a:lnTo>
                    <a:pt x="1842392" y="662143"/>
                  </a:lnTo>
                  <a:lnTo>
                    <a:pt x="1827576" y="618356"/>
                  </a:lnTo>
                  <a:lnTo>
                    <a:pt x="1810703" y="575561"/>
                  </a:lnTo>
                  <a:lnTo>
                    <a:pt x="1791831" y="533817"/>
                  </a:lnTo>
                  <a:lnTo>
                    <a:pt x="1771020" y="493183"/>
                  </a:lnTo>
                  <a:lnTo>
                    <a:pt x="1748328" y="453719"/>
                  </a:lnTo>
                  <a:lnTo>
                    <a:pt x="1723816" y="415484"/>
                  </a:lnTo>
                  <a:lnTo>
                    <a:pt x="1697543" y="378537"/>
                  </a:lnTo>
                  <a:lnTo>
                    <a:pt x="1669566" y="342937"/>
                  </a:lnTo>
                  <a:lnTo>
                    <a:pt x="1639947" y="308743"/>
                  </a:lnTo>
                  <a:lnTo>
                    <a:pt x="1608744" y="276015"/>
                  </a:lnTo>
                  <a:lnTo>
                    <a:pt x="1576016" y="244811"/>
                  </a:lnTo>
                  <a:lnTo>
                    <a:pt x="1541822" y="215192"/>
                  </a:lnTo>
                  <a:lnTo>
                    <a:pt x="1506222" y="187216"/>
                  </a:lnTo>
                  <a:lnTo>
                    <a:pt x="1469274" y="160942"/>
                  </a:lnTo>
                  <a:lnTo>
                    <a:pt x="1431039" y="136430"/>
                  </a:lnTo>
                  <a:lnTo>
                    <a:pt x="1391575" y="113739"/>
                  </a:lnTo>
                  <a:lnTo>
                    <a:pt x="1350941" y="92928"/>
                  </a:lnTo>
                  <a:lnTo>
                    <a:pt x="1309198" y="74056"/>
                  </a:lnTo>
                  <a:lnTo>
                    <a:pt x="1266402" y="57182"/>
                  </a:lnTo>
                  <a:lnTo>
                    <a:pt x="1222616" y="42367"/>
                  </a:lnTo>
                  <a:lnTo>
                    <a:pt x="1177896" y="29668"/>
                  </a:lnTo>
                  <a:lnTo>
                    <a:pt x="1132303" y="19145"/>
                  </a:lnTo>
                  <a:lnTo>
                    <a:pt x="1085895" y="10858"/>
                  </a:lnTo>
                  <a:lnTo>
                    <a:pt x="1038733" y="4865"/>
                  </a:lnTo>
                  <a:lnTo>
                    <a:pt x="990874" y="1226"/>
                  </a:lnTo>
                  <a:lnTo>
                    <a:pt x="942379" y="0"/>
                  </a:lnTo>
                  <a:close/>
                </a:path>
              </a:pathLst>
            </a:custGeom>
            <a:solidFill>
              <a:srgbClr val="00705C"/>
            </a:solidFill>
          </p:spPr>
          <p:txBody>
            <a:bodyPr wrap="square" lIns="0" tIns="0" rIns="0" bIns="0" rtlCol="0"/>
            <a:lstStyle/>
            <a:p>
              <a:endParaRPr/>
            </a:p>
          </p:txBody>
        </p:sp>
        <p:sp>
          <p:nvSpPr>
            <p:cNvPr id="6" name="object 6"/>
            <p:cNvSpPr/>
            <p:nvPr/>
          </p:nvSpPr>
          <p:spPr>
            <a:xfrm>
              <a:off x="1724228" y="4049900"/>
              <a:ext cx="840105" cy="1009650"/>
            </a:xfrm>
            <a:custGeom>
              <a:avLst/>
              <a:gdLst/>
              <a:ahLst/>
              <a:cxnLst/>
              <a:rect l="l" t="t" r="r" b="b"/>
              <a:pathLst>
                <a:path w="840105" h="1009650">
                  <a:moveTo>
                    <a:pt x="645784" y="429546"/>
                  </a:moveTo>
                  <a:lnTo>
                    <a:pt x="158665" y="429546"/>
                  </a:lnTo>
                  <a:lnTo>
                    <a:pt x="191182" y="433156"/>
                  </a:lnTo>
                  <a:lnTo>
                    <a:pt x="217656" y="445167"/>
                  </a:lnTo>
                  <a:lnTo>
                    <a:pt x="237022" y="464848"/>
                  </a:lnTo>
                  <a:lnTo>
                    <a:pt x="248212" y="491471"/>
                  </a:lnTo>
                  <a:lnTo>
                    <a:pt x="249629" y="522153"/>
                  </a:lnTo>
                  <a:lnTo>
                    <a:pt x="239897" y="549105"/>
                  </a:lnTo>
                  <a:lnTo>
                    <a:pt x="190235" y="586494"/>
                  </a:lnTo>
                  <a:lnTo>
                    <a:pt x="140675" y="602678"/>
                  </a:lnTo>
                  <a:lnTo>
                    <a:pt x="92561" y="616213"/>
                  </a:lnTo>
                  <a:lnTo>
                    <a:pt x="45725" y="627137"/>
                  </a:lnTo>
                  <a:lnTo>
                    <a:pt x="0" y="635487"/>
                  </a:lnTo>
                  <a:lnTo>
                    <a:pt x="15782" y="650695"/>
                  </a:lnTo>
                  <a:lnTo>
                    <a:pt x="23612" y="658362"/>
                  </a:lnTo>
                  <a:lnTo>
                    <a:pt x="31360" y="666115"/>
                  </a:lnTo>
                  <a:lnTo>
                    <a:pt x="69936" y="702152"/>
                  </a:lnTo>
                  <a:lnTo>
                    <a:pt x="110282" y="733696"/>
                  </a:lnTo>
                  <a:lnTo>
                    <a:pt x="152498" y="760591"/>
                  </a:lnTo>
                  <a:lnTo>
                    <a:pt x="196689" y="782682"/>
                  </a:lnTo>
                  <a:lnTo>
                    <a:pt x="242956" y="799813"/>
                  </a:lnTo>
                  <a:lnTo>
                    <a:pt x="291402" y="811830"/>
                  </a:lnTo>
                  <a:lnTo>
                    <a:pt x="342131" y="818577"/>
                  </a:lnTo>
                  <a:lnTo>
                    <a:pt x="395244" y="819900"/>
                  </a:lnTo>
                  <a:lnTo>
                    <a:pt x="405619" y="821017"/>
                  </a:lnTo>
                  <a:lnTo>
                    <a:pt x="470047" y="868032"/>
                  </a:lnTo>
                  <a:lnTo>
                    <a:pt x="504827" y="900111"/>
                  </a:lnTo>
                  <a:lnTo>
                    <a:pt x="608641" y="996921"/>
                  </a:lnTo>
                  <a:lnTo>
                    <a:pt x="624332" y="1009607"/>
                  </a:lnTo>
                  <a:lnTo>
                    <a:pt x="668512" y="972140"/>
                  </a:lnTo>
                  <a:lnTo>
                    <a:pt x="701241" y="940936"/>
                  </a:lnTo>
                  <a:lnTo>
                    <a:pt x="732444" y="908208"/>
                  </a:lnTo>
                  <a:lnTo>
                    <a:pt x="762064" y="874014"/>
                  </a:lnTo>
                  <a:lnTo>
                    <a:pt x="790040" y="838413"/>
                  </a:lnTo>
                  <a:lnTo>
                    <a:pt x="816314" y="801466"/>
                  </a:lnTo>
                  <a:lnTo>
                    <a:pt x="839508" y="765288"/>
                  </a:lnTo>
                  <a:lnTo>
                    <a:pt x="828864" y="753976"/>
                  </a:lnTo>
                  <a:lnTo>
                    <a:pt x="685350" y="620327"/>
                  </a:lnTo>
                  <a:lnTo>
                    <a:pt x="649797" y="586494"/>
                  </a:lnTo>
                  <a:lnTo>
                    <a:pt x="643375" y="579004"/>
                  </a:lnTo>
                  <a:lnTo>
                    <a:pt x="637963" y="569955"/>
                  </a:lnTo>
                  <a:lnTo>
                    <a:pt x="634324" y="560317"/>
                  </a:lnTo>
                  <a:lnTo>
                    <a:pt x="633184" y="551019"/>
                  </a:lnTo>
                  <a:lnTo>
                    <a:pt x="634974" y="524084"/>
                  </a:lnTo>
                  <a:lnTo>
                    <a:pt x="637826" y="497188"/>
                  </a:lnTo>
                  <a:lnTo>
                    <a:pt x="644619" y="443451"/>
                  </a:lnTo>
                  <a:lnTo>
                    <a:pt x="645784" y="429546"/>
                  </a:lnTo>
                  <a:close/>
                </a:path>
                <a:path w="840105" h="1009650">
                  <a:moveTo>
                    <a:pt x="85484" y="332208"/>
                  </a:moveTo>
                  <a:lnTo>
                    <a:pt x="69599" y="348697"/>
                  </a:lnTo>
                  <a:lnTo>
                    <a:pt x="62354" y="356101"/>
                  </a:lnTo>
                  <a:lnTo>
                    <a:pt x="55533" y="362993"/>
                  </a:lnTo>
                  <a:lnTo>
                    <a:pt x="41948" y="378924"/>
                  </a:lnTo>
                  <a:lnTo>
                    <a:pt x="33060" y="394570"/>
                  </a:lnTo>
                  <a:lnTo>
                    <a:pt x="29314" y="408995"/>
                  </a:lnTo>
                  <a:lnTo>
                    <a:pt x="31056" y="421379"/>
                  </a:lnTo>
                  <a:lnTo>
                    <a:pt x="34506" y="426916"/>
                  </a:lnTo>
                  <a:lnTo>
                    <a:pt x="39570" y="431012"/>
                  </a:lnTo>
                  <a:lnTo>
                    <a:pt x="46050" y="433553"/>
                  </a:lnTo>
                  <a:lnTo>
                    <a:pt x="53747" y="434425"/>
                  </a:lnTo>
                  <a:lnTo>
                    <a:pt x="121636" y="430849"/>
                  </a:lnTo>
                  <a:lnTo>
                    <a:pt x="140126" y="430082"/>
                  </a:lnTo>
                  <a:lnTo>
                    <a:pt x="158665" y="429546"/>
                  </a:lnTo>
                  <a:lnTo>
                    <a:pt x="645784" y="429546"/>
                  </a:lnTo>
                  <a:lnTo>
                    <a:pt x="648873" y="392687"/>
                  </a:lnTo>
                  <a:lnTo>
                    <a:pt x="648983" y="384144"/>
                  </a:lnTo>
                  <a:lnTo>
                    <a:pt x="143629" y="384144"/>
                  </a:lnTo>
                  <a:lnTo>
                    <a:pt x="137303" y="378916"/>
                  </a:lnTo>
                  <a:lnTo>
                    <a:pt x="130952" y="373718"/>
                  </a:lnTo>
                  <a:lnTo>
                    <a:pt x="124671" y="368445"/>
                  </a:lnTo>
                  <a:lnTo>
                    <a:pt x="118427" y="362878"/>
                  </a:lnTo>
                  <a:lnTo>
                    <a:pt x="85484" y="332208"/>
                  </a:lnTo>
                  <a:close/>
                </a:path>
                <a:path w="840105" h="1009650">
                  <a:moveTo>
                    <a:pt x="188057" y="222212"/>
                  </a:moveTo>
                  <a:lnTo>
                    <a:pt x="164381" y="247895"/>
                  </a:lnTo>
                  <a:lnTo>
                    <a:pt x="141383" y="272727"/>
                  </a:lnTo>
                  <a:lnTo>
                    <a:pt x="98824" y="318177"/>
                  </a:lnTo>
                  <a:lnTo>
                    <a:pt x="136131" y="352983"/>
                  </a:lnTo>
                  <a:lnTo>
                    <a:pt x="140932" y="358455"/>
                  </a:lnTo>
                  <a:lnTo>
                    <a:pt x="145033" y="364673"/>
                  </a:lnTo>
                  <a:lnTo>
                    <a:pt x="148837" y="371206"/>
                  </a:lnTo>
                  <a:lnTo>
                    <a:pt x="152749" y="377621"/>
                  </a:lnTo>
                  <a:lnTo>
                    <a:pt x="143629" y="384144"/>
                  </a:lnTo>
                  <a:lnTo>
                    <a:pt x="648983" y="384144"/>
                  </a:lnTo>
                  <a:lnTo>
                    <a:pt x="649440" y="348697"/>
                  </a:lnTo>
                  <a:lnTo>
                    <a:pt x="649430" y="340717"/>
                  </a:lnTo>
                  <a:lnTo>
                    <a:pt x="646815" y="292553"/>
                  </a:lnTo>
                  <a:lnTo>
                    <a:pt x="644512" y="272954"/>
                  </a:lnTo>
                  <a:lnTo>
                    <a:pt x="247688" y="272954"/>
                  </a:lnTo>
                  <a:lnTo>
                    <a:pt x="241249" y="268367"/>
                  </a:lnTo>
                  <a:lnTo>
                    <a:pt x="234755" y="263838"/>
                  </a:lnTo>
                  <a:lnTo>
                    <a:pt x="228409" y="259149"/>
                  </a:lnTo>
                  <a:lnTo>
                    <a:pt x="222412" y="254085"/>
                  </a:lnTo>
                  <a:lnTo>
                    <a:pt x="188057" y="222212"/>
                  </a:lnTo>
                  <a:close/>
                </a:path>
                <a:path w="840105" h="1009650">
                  <a:moveTo>
                    <a:pt x="289750" y="111336"/>
                  </a:moveTo>
                  <a:lnTo>
                    <a:pt x="201072" y="208045"/>
                  </a:lnTo>
                  <a:lnTo>
                    <a:pt x="238160" y="242609"/>
                  </a:lnTo>
                  <a:lnTo>
                    <a:pt x="243000" y="247895"/>
                  </a:lnTo>
                  <a:lnTo>
                    <a:pt x="247288" y="253723"/>
                  </a:lnTo>
                  <a:lnTo>
                    <a:pt x="251362" y="259806"/>
                  </a:lnTo>
                  <a:lnTo>
                    <a:pt x="255521" y="265802"/>
                  </a:lnTo>
                  <a:lnTo>
                    <a:pt x="247688" y="272954"/>
                  </a:lnTo>
                  <a:lnTo>
                    <a:pt x="644512" y="272954"/>
                  </a:lnTo>
                  <a:lnTo>
                    <a:pt x="641007" y="243127"/>
                  </a:lnTo>
                  <a:lnTo>
                    <a:pt x="636888" y="219800"/>
                  </a:lnTo>
                  <a:lnTo>
                    <a:pt x="440773" y="219800"/>
                  </a:lnTo>
                  <a:lnTo>
                    <a:pt x="409319" y="215906"/>
                  </a:lnTo>
                  <a:lnTo>
                    <a:pt x="371936" y="189658"/>
                  </a:lnTo>
                  <a:lnTo>
                    <a:pt x="355418" y="173424"/>
                  </a:lnTo>
                  <a:lnTo>
                    <a:pt x="335881" y="154675"/>
                  </a:lnTo>
                  <a:lnTo>
                    <a:pt x="313825" y="133837"/>
                  </a:lnTo>
                  <a:lnTo>
                    <a:pt x="289750" y="111336"/>
                  </a:lnTo>
                  <a:close/>
                </a:path>
                <a:path w="840105" h="1009650">
                  <a:moveTo>
                    <a:pt x="539491" y="0"/>
                  </a:moveTo>
                  <a:lnTo>
                    <a:pt x="494113" y="10314"/>
                  </a:lnTo>
                  <a:lnTo>
                    <a:pt x="468631" y="47918"/>
                  </a:lnTo>
                  <a:lnTo>
                    <a:pt x="465661" y="75075"/>
                  </a:lnTo>
                  <a:lnTo>
                    <a:pt x="466503" y="101378"/>
                  </a:lnTo>
                  <a:lnTo>
                    <a:pt x="467747" y="127679"/>
                  </a:lnTo>
                  <a:lnTo>
                    <a:pt x="469204" y="154675"/>
                  </a:lnTo>
                  <a:lnTo>
                    <a:pt x="470540" y="180339"/>
                  </a:lnTo>
                  <a:lnTo>
                    <a:pt x="462459" y="206292"/>
                  </a:lnTo>
                  <a:lnTo>
                    <a:pt x="440773" y="219800"/>
                  </a:lnTo>
                  <a:lnTo>
                    <a:pt x="636888" y="219800"/>
                  </a:lnTo>
                  <a:lnTo>
                    <a:pt x="621093" y="145421"/>
                  </a:lnTo>
                  <a:lnTo>
                    <a:pt x="607490" y="97084"/>
                  </a:lnTo>
                  <a:lnTo>
                    <a:pt x="591793" y="49055"/>
                  </a:lnTo>
                  <a:lnTo>
                    <a:pt x="560996" y="7476"/>
                  </a:lnTo>
                  <a:lnTo>
                    <a:pt x="539491" y="0"/>
                  </a:lnTo>
                  <a:close/>
                </a:path>
              </a:pathLst>
            </a:custGeom>
            <a:solidFill>
              <a:srgbClr val="FFFFFF"/>
            </a:solidFill>
          </p:spPr>
          <p:txBody>
            <a:bodyPr wrap="square" lIns="0" tIns="0" rIns="0" bIns="0" rtlCol="0"/>
            <a:lstStyle/>
            <a:p>
              <a:endParaRPr/>
            </a:p>
          </p:txBody>
        </p:sp>
        <p:pic>
          <p:nvPicPr>
            <p:cNvPr id="7" name="object 7"/>
            <p:cNvPicPr/>
            <p:nvPr/>
          </p:nvPicPr>
          <p:blipFill>
            <a:blip r:embed="rId3" cstate="print"/>
            <a:stretch>
              <a:fillRect/>
            </a:stretch>
          </p:blipFill>
          <p:spPr>
            <a:xfrm>
              <a:off x="1188974" y="3585157"/>
              <a:ext cx="221176" cy="218192"/>
            </a:xfrm>
            <a:prstGeom prst="rect">
              <a:avLst/>
            </a:prstGeom>
          </p:spPr>
        </p:pic>
        <p:pic>
          <p:nvPicPr>
            <p:cNvPr id="8" name="object 8"/>
            <p:cNvPicPr/>
            <p:nvPr/>
          </p:nvPicPr>
          <p:blipFill>
            <a:blip r:embed="rId4" cstate="print"/>
            <a:stretch>
              <a:fillRect/>
            </a:stretch>
          </p:blipFill>
          <p:spPr>
            <a:xfrm>
              <a:off x="2022262" y="3658518"/>
              <a:ext cx="198035" cy="195156"/>
            </a:xfrm>
            <a:prstGeom prst="rect">
              <a:avLst/>
            </a:prstGeom>
          </p:spPr>
        </p:pic>
        <p:pic>
          <p:nvPicPr>
            <p:cNvPr id="9" name="object 9"/>
            <p:cNvPicPr/>
            <p:nvPr/>
          </p:nvPicPr>
          <p:blipFill>
            <a:blip r:embed="rId5" cstate="print"/>
            <a:stretch>
              <a:fillRect/>
            </a:stretch>
          </p:blipFill>
          <p:spPr>
            <a:xfrm>
              <a:off x="964983" y="3905706"/>
              <a:ext cx="165000" cy="163942"/>
            </a:xfrm>
            <a:prstGeom prst="rect">
              <a:avLst/>
            </a:prstGeom>
          </p:spPr>
        </p:pic>
        <p:pic>
          <p:nvPicPr>
            <p:cNvPr id="10" name="object 10"/>
            <p:cNvPicPr/>
            <p:nvPr/>
          </p:nvPicPr>
          <p:blipFill>
            <a:blip r:embed="rId6" cstate="print"/>
            <a:stretch>
              <a:fillRect/>
            </a:stretch>
          </p:blipFill>
          <p:spPr>
            <a:xfrm>
              <a:off x="2380007" y="3978419"/>
              <a:ext cx="165031" cy="163115"/>
            </a:xfrm>
            <a:prstGeom prst="rect">
              <a:avLst/>
            </a:prstGeom>
          </p:spPr>
        </p:pic>
        <p:sp>
          <p:nvSpPr>
            <p:cNvPr id="11" name="object 11"/>
            <p:cNvSpPr/>
            <p:nvPr/>
          </p:nvSpPr>
          <p:spPr>
            <a:xfrm>
              <a:off x="895303" y="3839385"/>
              <a:ext cx="1125855" cy="1141095"/>
            </a:xfrm>
            <a:custGeom>
              <a:avLst/>
              <a:gdLst/>
              <a:ahLst/>
              <a:cxnLst/>
              <a:rect l="l" t="t" r="r" b="b"/>
              <a:pathLst>
                <a:path w="1125855" h="1141095">
                  <a:moveTo>
                    <a:pt x="621988" y="23071"/>
                  </a:moveTo>
                  <a:lnTo>
                    <a:pt x="591263" y="25970"/>
                  </a:lnTo>
                  <a:lnTo>
                    <a:pt x="562669" y="44892"/>
                  </a:lnTo>
                  <a:lnTo>
                    <a:pt x="529541" y="80265"/>
                  </a:lnTo>
                  <a:lnTo>
                    <a:pt x="464037" y="151740"/>
                  </a:lnTo>
                  <a:lnTo>
                    <a:pt x="430884" y="187066"/>
                  </a:lnTo>
                  <a:lnTo>
                    <a:pt x="396946" y="221599"/>
                  </a:lnTo>
                  <a:lnTo>
                    <a:pt x="360906" y="260178"/>
                  </a:lnTo>
                  <a:lnTo>
                    <a:pt x="329360" y="300525"/>
                  </a:lnTo>
                  <a:lnTo>
                    <a:pt x="302465" y="342742"/>
                  </a:lnTo>
                  <a:lnTo>
                    <a:pt x="280375" y="386931"/>
                  </a:lnTo>
                  <a:lnTo>
                    <a:pt x="263237" y="433230"/>
                  </a:lnTo>
                  <a:lnTo>
                    <a:pt x="251230" y="481643"/>
                  </a:lnTo>
                  <a:lnTo>
                    <a:pt x="244483" y="532370"/>
                  </a:lnTo>
                  <a:lnTo>
                    <a:pt x="243161" y="585483"/>
                  </a:lnTo>
                  <a:lnTo>
                    <a:pt x="242039" y="595862"/>
                  </a:lnTo>
                  <a:lnTo>
                    <a:pt x="201455" y="652708"/>
                  </a:lnTo>
                  <a:lnTo>
                    <a:pt x="167357" y="688632"/>
                  </a:lnTo>
                  <a:lnTo>
                    <a:pt x="0" y="861898"/>
                  </a:lnTo>
                  <a:lnTo>
                    <a:pt x="14353" y="893647"/>
                  </a:lnTo>
                  <a:lnTo>
                    <a:pt x="35164" y="934281"/>
                  </a:lnTo>
                  <a:lnTo>
                    <a:pt x="57855" y="973745"/>
                  </a:lnTo>
                  <a:lnTo>
                    <a:pt x="82367" y="1011980"/>
                  </a:lnTo>
                  <a:lnTo>
                    <a:pt x="108641" y="1048927"/>
                  </a:lnTo>
                  <a:lnTo>
                    <a:pt x="136617" y="1084528"/>
                  </a:lnTo>
                  <a:lnTo>
                    <a:pt x="166237" y="1118722"/>
                  </a:lnTo>
                  <a:lnTo>
                    <a:pt x="187105" y="1140610"/>
                  </a:lnTo>
                  <a:lnTo>
                    <a:pt x="209471" y="1116914"/>
                  </a:lnTo>
                  <a:lnTo>
                    <a:pt x="476515" y="840072"/>
                  </a:lnTo>
                  <a:lnTo>
                    <a:pt x="484046" y="833619"/>
                  </a:lnTo>
                  <a:lnTo>
                    <a:pt x="493095" y="828206"/>
                  </a:lnTo>
                  <a:lnTo>
                    <a:pt x="502734" y="824564"/>
                  </a:lnTo>
                  <a:lnTo>
                    <a:pt x="512032" y="823423"/>
                  </a:lnTo>
                  <a:lnTo>
                    <a:pt x="864236" y="823423"/>
                  </a:lnTo>
                  <a:lnTo>
                    <a:pt x="868966" y="822588"/>
                  </a:lnTo>
                  <a:lnTo>
                    <a:pt x="917639" y="811332"/>
                  </a:lnTo>
                  <a:lnTo>
                    <a:pt x="965977" y="797729"/>
                  </a:lnTo>
                  <a:lnTo>
                    <a:pt x="1014006" y="782032"/>
                  </a:lnTo>
                  <a:lnTo>
                    <a:pt x="1055581" y="751238"/>
                  </a:lnTo>
                  <a:lnTo>
                    <a:pt x="1063057" y="729734"/>
                  </a:lnTo>
                  <a:lnTo>
                    <a:pt x="1061722" y="705469"/>
                  </a:lnTo>
                  <a:lnTo>
                    <a:pt x="1052747" y="684352"/>
                  </a:lnTo>
                  <a:lnTo>
                    <a:pt x="1036974" y="668586"/>
                  </a:lnTo>
                  <a:lnTo>
                    <a:pt x="1019453" y="660790"/>
                  </a:lnTo>
                  <a:lnTo>
                    <a:pt x="882722" y="660790"/>
                  </a:lnTo>
                  <a:lnTo>
                    <a:pt x="856769" y="652708"/>
                  </a:lnTo>
                  <a:lnTo>
                    <a:pt x="843260" y="631021"/>
                  </a:lnTo>
                  <a:lnTo>
                    <a:pt x="847150" y="599564"/>
                  </a:lnTo>
                  <a:lnTo>
                    <a:pt x="873393" y="562175"/>
                  </a:lnTo>
                  <a:lnTo>
                    <a:pt x="898804" y="536149"/>
                  </a:lnTo>
                  <a:lnTo>
                    <a:pt x="929421" y="503859"/>
                  </a:lnTo>
                  <a:lnTo>
                    <a:pt x="963803" y="466995"/>
                  </a:lnTo>
                  <a:lnTo>
                    <a:pt x="983418" y="445759"/>
                  </a:lnTo>
                  <a:lnTo>
                    <a:pt x="797259" y="445759"/>
                  </a:lnTo>
                  <a:lnTo>
                    <a:pt x="790097" y="437927"/>
                  </a:lnTo>
                  <a:lnTo>
                    <a:pt x="794684" y="431489"/>
                  </a:lnTo>
                  <a:lnTo>
                    <a:pt x="799213" y="425000"/>
                  </a:lnTo>
                  <a:lnTo>
                    <a:pt x="803901" y="418657"/>
                  </a:lnTo>
                  <a:lnTo>
                    <a:pt x="808965" y="412661"/>
                  </a:lnTo>
                  <a:lnTo>
                    <a:pt x="873539" y="342988"/>
                  </a:lnTo>
                  <a:lnTo>
                    <a:pt x="685430" y="342988"/>
                  </a:lnTo>
                  <a:lnTo>
                    <a:pt x="678917" y="333878"/>
                  </a:lnTo>
                  <a:lnTo>
                    <a:pt x="684140" y="327551"/>
                  </a:lnTo>
                  <a:lnTo>
                    <a:pt x="689339" y="321197"/>
                  </a:lnTo>
                  <a:lnTo>
                    <a:pt x="694615" y="314911"/>
                  </a:lnTo>
                  <a:lnTo>
                    <a:pt x="700068" y="308790"/>
                  </a:lnTo>
                  <a:lnTo>
                    <a:pt x="762468" y="241640"/>
                  </a:lnTo>
                  <a:lnTo>
                    <a:pt x="577140" y="241640"/>
                  </a:lnTo>
                  <a:lnTo>
                    <a:pt x="569339" y="233337"/>
                  </a:lnTo>
                  <a:lnTo>
                    <a:pt x="573204" y="227856"/>
                  </a:lnTo>
                  <a:lnTo>
                    <a:pt x="577020" y="222330"/>
                  </a:lnTo>
                  <a:lnTo>
                    <a:pt x="580969" y="216929"/>
                  </a:lnTo>
                  <a:lnTo>
                    <a:pt x="585234" y="211819"/>
                  </a:lnTo>
                  <a:lnTo>
                    <a:pt x="603238" y="192313"/>
                  </a:lnTo>
                  <a:lnTo>
                    <a:pt x="639109" y="153905"/>
                  </a:lnTo>
                  <a:lnTo>
                    <a:pt x="656980" y="134523"/>
                  </a:lnTo>
                  <a:lnTo>
                    <a:pt x="669314" y="118120"/>
                  </a:lnTo>
                  <a:lnTo>
                    <a:pt x="676561" y="100618"/>
                  </a:lnTo>
                  <a:lnTo>
                    <a:pt x="677627" y="81844"/>
                  </a:lnTo>
                  <a:lnTo>
                    <a:pt x="671420" y="61625"/>
                  </a:lnTo>
                  <a:lnTo>
                    <a:pt x="650241" y="35265"/>
                  </a:lnTo>
                  <a:lnTo>
                    <a:pt x="621988" y="23071"/>
                  </a:lnTo>
                  <a:close/>
                </a:path>
                <a:path w="1125855" h="1141095">
                  <a:moveTo>
                    <a:pt x="864236" y="823423"/>
                  </a:moveTo>
                  <a:lnTo>
                    <a:pt x="512032" y="823423"/>
                  </a:lnTo>
                  <a:lnTo>
                    <a:pt x="538972" y="825214"/>
                  </a:lnTo>
                  <a:lnTo>
                    <a:pt x="565868" y="828069"/>
                  </a:lnTo>
                  <a:lnTo>
                    <a:pt x="619610" y="834858"/>
                  </a:lnTo>
                  <a:lnTo>
                    <a:pt x="670371" y="839112"/>
                  </a:lnTo>
                  <a:lnTo>
                    <a:pt x="720660" y="839760"/>
                  </a:lnTo>
                  <a:lnTo>
                    <a:pt x="770503" y="837054"/>
                  </a:lnTo>
                  <a:lnTo>
                    <a:pt x="819930" y="831246"/>
                  </a:lnTo>
                  <a:lnTo>
                    <a:pt x="864236" y="823423"/>
                  </a:lnTo>
                  <a:close/>
                </a:path>
                <a:path w="1125855" h="1141095">
                  <a:moveTo>
                    <a:pt x="987976" y="655900"/>
                  </a:moveTo>
                  <a:lnTo>
                    <a:pt x="961679" y="656742"/>
                  </a:lnTo>
                  <a:lnTo>
                    <a:pt x="882722" y="660790"/>
                  </a:lnTo>
                  <a:lnTo>
                    <a:pt x="1019453" y="660790"/>
                  </a:lnTo>
                  <a:lnTo>
                    <a:pt x="1015139" y="658870"/>
                  </a:lnTo>
                  <a:lnTo>
                    <a:pt x="987976" y="655900"/>
                  </a:lnTo>
                  <a:close/>
                </a:path>
                <a:path w="1125855" h="1141095">
                  <a:moveTo>
                    <a:pt x="1068341" y="203588"/>
                  </a:moveTo>
                  <a:lnTo>
                    <a:pt x="1037800" y="207009"/>
                  </a:lnTo>
                  <a:lnTo>
                    <a:pt x="1009211" y="226373"/>
                  </a:lnTo>
                  <a:lnTo>
                    <a:pt x="971274" y="266604"/>
                  </a:lnTo>
                  <a:lnTo>
                    <a:pt x="820452" y="428399"/>
                  </a:lnTo>
                  <a:lnTo>
                    <a:pt x="815176" y="433230"/>
                  </a:lnTo>
                  <a:lnTo>
                    <a:pt x="809334" y="437531"/>
                  </a:lnTo>
                  <a:lnTo>
                    <a:pt x="803253" y="441605"/>
                  </a:lnTo>
                  <a:lnTo>
                    <a:pt x="797259" y="445759"/>
                  </a:lnTo>
                  <a:lnTo>
                    <a:pt x="983418" y="445759"/>
                  </a:lnTo>
                  <a:lnTo>
                    <a:pt x="995021" y="433197"/>
                  </a:lnTo>
                  <a:lnTo>
                    <a:pt x="1110234" y="307638"/>
                  </a:lnTo>
                  <a:lnTo>
                    <a:pt x="1120557" y="292649"/>
                  </a:lnTo>
                  <a:lnTo>
                    <a:pt x="1125367" y="276367"/>
                  </a:lnTo>
                  <a:lnTo>
                    <a:pt x="1124605" y="259150"/>
                  </a:lnTo>
                  <a:lnTo>
                    <a:pt x="1118212" y="241357"/>
                  </a:lnTo>
                  <a:lnTo>
                    <a:pt x="1096568" y="215305"/>
                  </a:lnTo>
                  <a:lnTo>
                    <a:pt x="1068341" y="203588"/>
                  </a:lnTo>
                  <a:close/>
                </a:path>
                <a:path w="1125855" h="1141095">
                  <a:moveTo>
                    <a:pt x="1020624" y="30112"/>
                  </a:moveTo>
                  <a:lnTo>
                    <a:pt x="990912" y="35326"/>
                  </a:lnTo>
                  <a:lnTo>
                    <a:pt x="962887" y="55457"/>
                  </a:lnTo>
                  <a:lnTo>
                    <a:pt x="710068" y="326370"/>
                  </a:lnTo>
                  <a:lnTo>
                    <a:pt x="704597" y="331171"/>
                  </a:lnTo>
                  <a:lnTo>
                    <a:pt x="698381" y="335272"/>
                  </a:lnTo>
                  <a:lnTo>
                    <a:pt x="691849" y="339076"/>
                  </a:lnTo>
                  <a:lnTo>
                    <a:pt x="685430" y="342988"/>
                  </a:lnTo>
                  <a:lnTo>
                    <a:pt x="873539" y="342988"/>
                  </a:lnTo>
                  <a:lnTo>
                    <a:pt x="1013424" y="192313"/>
                  </a:lnTo>
                  <a:lnTo>
                    <a:pt x="1057104" y="145172"/>
                  </a:lnTo>
                  <a:lnTo>
                    <a:pt x="1072864" y="123973"/>
                  </a:lnTo>
                  <a:lnTo>
                    <a:pt x="1080352" y="103339"/>
                  </a:lnTo>
                  <a:lnTo>
                    <a:pt x="1079724" y="83041"/>
                  </a:lnTo>
                  <a:lnTo>
                    <a:pt x="1071135" y="62850"/>
                  </a:lnTo>
                  <a:lnTo>
                    <a:pt x="1048529" y="39419"/>
                  </a:lnTo>
                  <a:lnTo>
                    <a:pt x="1020624" y="30112"/>
                  </a:lnTo>
                  <a:close/>
                </a:path>
                <a:path w="1125855" h="1141095">
                  <a:moveTo>
                    <a:pt x="847787" y="0"/>
                  </a:moveTo>
                  <a:lnTo>
                    <a:pt x="815958" y="4089"/>
                  </a:lnTo>
                  <a:lnTo>
                    <a:pt x="785825" y="25039"/>
                  </a:lnTo>
                  <a:lnTo>
                    <a:pt x="776210" y="35326"/>
                  </a:lnTo>
                  <a:lnTo>
                    <a:pt x="629906" y="192442"/>
                  </a:lnTo>
                  <a:lnTo>
                    <a:pt x="601213" y="223138"/>
                  </a:lnTo>
                  <a:lnTo>
                    <a:pt x="595708" y="228244"/>
                  </a:lnTo>
                  <a:lnTo>
                    <a:pt x="589647" y="232829"/>
                  </a:lnTo>
                  <a:lnTo>
                    <a:pt x="583351" y="237194"/>
                  </a:lnTo>
                  <a:lnTo>
                    <a:pt x="577140" y="241640"/>
                  </a:lnTo>
                  <a:lnTo>
                    <a:pt x="762468" y="241640"/>
                  </a:lnTo>
                  <a:lnTo>
                    <a:pt x="808376" y="192313"/>
                  </a:lnTo>
                  <a:lnTo>
                    <a:pt x="880701" y="114764"/>
                  </a:lnTo>
                  <a:lnTo>
                    <a:pt x="893902" y="97995"/>
                  </a:lnTo>
                  <a:lnTo>
                    <a:pt x="902137" y="80111"/>
                  </a:lnTo>
                  <a:lnTo>
                    <a:pt x="904036" y="60813"/>
                  </a:lnTo>
                  <a:lnTo>
                    <a:pt x="898230" y="39803"/>
                  </a:lnTo>
                  <a:lnTo>
                    <a:pt x="876736" y="12121"/>
                  </a:lnTo>
                  <a:lnTo>
                    <a:pt x="847787" y="0"/>
                  </a:lnTo>
                  <a:close/>
                </a:path>
              </a:pathLst>
            </a:custGeom>
            <a:solidFill>
              <a:srgbClr val="FFFFFF"/>
            </a:solidFill>
          </p:spPr>
          <p:txBody>
            <a:bodyPr wrap="square" lIns="0" tIns="0" rIns="0" bIns="0" rtlCol="0"/>
            <a:lstStyle/>
            <a:p>
              <a:endParaRPr/>
            </a:p>
          </p:txBody>
        </p:sp>
      </p:grpSp>
      <p:grpSp>
        <p:nvGrpSpPr>
          <p:cNvPr id="12" name="object 12"/>
          <p:cNvGrpSpPr/>
          <p:nvPr/>
        </p:nvGrpSpPr>
        <p:grpSpPr>
          <a:xfrm>
            <a:off x="0" y="0"/>
            <a:ext cx="20130770" cy="4994910"/>
            <a:chOff x="0" y="0"/>
            <a:chExt cx="20130770" cy="4994910"/>
          </a:xfrm>
        </p:grpSpPr>
        <p:sp>
          <p:nvSpPr>
            <p:cNvPr id="13" name="object 13"/>
            <p:cNvSpPr/>
            <p:nvPr/>
          </p:nvSpPr>
          <p:spPr>
            <a:xfrm>
              <a:off x="0" y="0"/>
              <a:ext cx="2513330" cy="2513330"/>
            </a:xfrm>
            <a:custGeom>
              <a:avLst/>
              <a:gdLst/>
              <a:ahLst/>
              <a:cxnLst/>
              <a:rect l="l" t="t" r="r" b="b"/>
              <a:pathLst>
                <a:path w="2513330" h="2513330">
                  <a:moveTo>
                    <a:pt x="2512792" y="0"/>
                  </a:moveTo>
                  <a:lnTo>
                    <a:pt x="0" y="0"/>
                  </a:lnTo>
                  <a:lnTo>
                    <a:pt x="0" y="2512792"/>
                  </a:lnTo>
                  <a:lnTo>
                    <a:pt x="2512792" y="2512792"/>
                  </a:lnTo>
                  <a:lnTo>
                    <a:pt x="2512792" y="0"/>
                  </a:lnTo>
                  <a:close/>
                </a:path>
              </a:pathLst>
            </a:custGeom>
            <a:solidFill>
              <a:srgbClr val="00705C"/>
            </a:solidFill>
          </p:spPr>
          <p:txBody>
            <a:bodyPr wrap="square" lIns="0" tIns="0" rIns="0" bIns="0" rtlCol="0"/>
            <a:lstStyle/>
            <a:p>
              <a:endParaRPr/>
            </a:p>
          </p:txBody>
        </p:sp>
        <p:sp>
          <p:nvSpPr>
            <p:cNvPr id="14" name="object 14"/>
            <p:cNvSpPr/>
            <p:nvPr/>
          </p:nvSpPr>
          <p:spPr>
            <a:xfrm>
              <a:off x="470268" y="218363"/>
              <a:ext cx="1572260" cy="2076450"/>
            </a:xfrm>
            <a:custGeom>
              <a:avLst/>
              <a:gdLst/>
              <a:ahLst/>
              <a:cxnLst/>
              <a:rect l="l" t="t" r="r" b="b"/>
              <a:pathLst>
                <a:path w="1572260" h="2076450">
                  <a:moveTo>
                    <a:pt x="1238173" y="1479842"/>
                  </a:moveTo>
                  <a:lnTo>
                    <a:pt x="1236256" y="1430388"/>
                  </a:lnTo>
                  <a:lnTo>
                    <a:pt x="1230896" y="1383792"/>
                  </a:lnTo>
                  <a:lnTo>
                    <a:pt x="1230668" y="1381785"/>
                  </a:lnTo>
                  <a:lnTo>
                    <a:pt x="1221689" y="1334020"/>
                  </a:lnTo>
                  <a:lnTo>
                    <a:pt x="1209598" y="1287081"/>
                  </a:lnTo>
                  <a:lnTo>
                    <a:pt x="1194676" y="1240942"/>
                  </a:lnTo>
                  <a:lnTo>
                    <a:pt x="1177188" y="1195603"/>
                  </a:lnTo>
                  <a:lnTo>
                    <a:pt x="1157414" y="1151039"/>
                  </a:lnTo>
                  <a:lnTo>
                    <a:pt x="1135761" y="1107478"/>
                  </a:lnTo>
                  <a:lnTo>
                    <a:pt x="1112266" y="1064437"/>
                  </a:lnTo>
                  <a:lnTo>
                    <a:pt x="1087310" y="1022134"/>
                  </a:lnTo>
                  <a:lnTo>
                    <a:pt x="1061173" y="980554"/>
                  </a:lnTo>
                  <a:lnTo>
                    <a:pt x="1034122" y="939673"/>
                  </a:lnTo>
                  <a:lnTo>
                    <a:pt x="1006436" y="899477"/>
                  </a:lnTo>
                  <a:lnTo>
                    <a:pt x="978382" y="859955"/>
                  </a:lnTo>
                  <a:lnTo>
                    <a:pt x="950252" y="821105"/>
                  </a:lnTo>
                  <a:lnTo>
                    <a:pt x="888441" y="736549"/>
                  </a:lnTo>
                  <a:lnTo>
                    <a:pt x="855421" y="690664"/>
                  </a:lnTo>
                  <a:lnTo>
                    <a:pt x="823747" y="645236"/>
                  </a:lnTo>
                  <a:lnTo>
                    <a:pt x="793915" y="600265"/>
                  </a:lnTo>
                  <a:lnTo>
                    <a:pt x="766432" y="555713"/>
                  </a:lnTo>
                  <a:lnTo>
                    <a:pt x="741807" y="511606"/>
                  </a:lnTo>
                  <a:lnTo>
                    <a:pt x="720534" y="467918"/>
                  </a:lnTo>
                  <a:lnTo>
                    <a:pt x="703122" y="424649"/>
                  </a:lnTo>
                  <a:lnTo>
                    <a:pt x="702576" y="422859"/>
                  </a:lnTo>
                  <a:lnTo>
                    <a:pt x="702576" y="1837486"/>
                  </a:lnTo>
                  <a:lnTo>
                    <a:pt x="698220" y="1859102"/>
                  </a:lnTo>
                  <a:lnTo>
                    <a:pt x="686320" y="1876755"/>
                  </a:lnTo>
                  <a:lnTo>
                    <a:pt x="668667" y="1888642"/>
                  </a:lnTo>
                  <a:lnTo>
                    <a:pt x="647039" y="1893011"/>
                  </a:lnTo>
                  <a:lnTo>
                    <a:pt x="605955" y="1891588"/>
                  </a:lnTo>
                  <a:lnTo>
                    <a:pt x="564451" y="1887245"/>
                  </a:lnTo>
                  <a:lnTo>
                    <a:pt x="522935" y="1879841"/>
                  </a:lnTo>
                  <a:lnTo>
                    <a:pt x="481838" y="1869211"/>
                  </a:lnTo>
                  <a:lnTo>
                    <a:pt x="441591" y="1855228"/>
                  </a:lnTo>
                  <a:lnTo>
                    <a:pt x="402602" y="1837753"/>
                  </a:lnTo>
                  <a:lnTo>
                    <a:pt x="365315" y="1816633"/>
                  </a:lnTo>
                  <a:lnTo>
                    <a:pt x="330161" y="1791741"/>
                  </a:lnTo>
                  <a:lnTo>
                    <a:pt x="297535" y="1762925"/>
                  </a:lnTo>
                  <a:lnTo>
                    <a:pt x="267893" y="1730032"/>
                  </a:lnTo>
                  <a:lnTo>
                    <a:pt x="241642" y="1692935"/>
                  </a:lnTo>
                  <a:lnTo>
                    <a:pt x="219202" y="1651482"/>
                  </a:lnTo>
                  <a:lnTo>
                    <a:pt x="201015" y="1605546"/>
                  </a:lnTo>
                  <a:lnTo>
                    <a:pt x="187502" y="1554962"/>
                  </a:lnTo>
                  <a:lnTo>
                    <a:pt x="179082" y="1499603"/>
                  </a:lnTo>
                  <a:lnTo>
                    <a:pt x="176174" y="1439329"/>
                  </a:lnTo>
                  <a:lnTo>
                    <a:pt x="180543" y="1417713"/>
                  </a:lnTo>
                  <a:lnTo>
                    <a:pt x="192443" y="1400060"/>
                  </a:lnTo>
                  <a:lnTo>
                    <a:pt x="210096" y="1388160"/>
                  </a:lnTo>
                  <a:lnTo>
                    <a:pt x="231698" y="1383792"/>
                  </a:lnTo>
                  <a:lnTo>
                    <a:pt x="253314" y="1388160"/>
                  </a:lnTo>
                  <a:lnTo>
                    <a:pt x="270967" y="1400060"/>
                  </a:lnTo>
                  <a:lnTo>
                    <a:pt x="282867" y="1417713"/>
                  </a:lnTo>
                  <a:lnTo>
                    <a:pt x="287235" y="1439329"/>
                  </a:lnTo>
                  <a:lnTo>
                    <a:pt x="291909" y="1507604"/>
                  </a:lnTo>
                  <a:lnTo>
                    <a:pt x="305092" y="1566214"/>
                  </a:lnTo>
                  <a:lnTo>
                    <a:pt x="325501" y="1615871"/>
                  </a:lnTo>
                  <a:lnTo>
                    <a:pt x="351866" y="1657337"/>
                  </a:lnTo>
                  <a:lnTo>
                    <a:pt x="382917" y="1691309"/>
                  </a:lnTo>
                  <a:lnTo>
                    <a:pt x="417385" y="1718538"/>
                  </a:lnTo>
                  <a:lnTo>
                    <a:pt x="453974" y="1739760"/>
                  </a:lnTo>
                  <a:lnTo>
                    <a:pt x="491426" y="1755711"/>
                  </a:lnTo>
                  <a:lnTo>
                    <a:pt x="528472" y="1767116"/>
                  </a:lnTo>
                  <a:lnTo>
                    <a:pt x="596226" y="1779219"/>
                  </a:lnTo>
                  <a:lnTo>
                    <a:pt x="647039" y="1781949"/>
                  </a:lnTo>
                  <a:lnTo>
                    <a:pt x="668667" y="1786318"/>
                  </a:lnTo>
                  <a:lnTo>
                    <a:pt x="686320" y="1798218"/>
                  </a:lnTo>
                  <a:lnTo>
                    <a:pt x="698220" y="1815871"/>
                  </a:lnTo>
                  <a:lnTo>
                    <a:pt x="702576" y="1837486"/>
                  </a:lnTo>
                  <a:lnTo>
                    <a:pt x="702576" y="422859"/>
                  </a:lnTo>
                  <a:lnTo>
                    <a:pt x="690029" y="381685"/>
                  </a:lnTo>
                  <a:lnTo>
                    <a:pt x="681837" y="339280"/>
                  </a:lnTo>
                  <a:lnTo>
                    <a:pt x="679005" y="297281"/>
                  </a:lnTo>
                  <a:lnTo>
                    <a:pt x="674636" y="275666"/>
                  </a:lnTo>
                  <a:lnTo>
                    <a:pt x="662736" y="258013"/>
                  </a:lnTo>
                  <a:lnTo>
                    <a:pt x="645083" y="246113"/>
                  </a:lnTo>
                  <a:lnTo>
                    <a:pt x="623468" y="241744"/>
                  </a:lnTo>
                  <a:lnTo>
                    <a:pt x="601853" y="246113"/>
                  </a:lnTo>
                  <a:lnTo>
                    <a:pt x="584200" y="258013"/>
                  </a:lnTo>
                  <a:lnTo>
                    <a:pt x="572300" y="275666"/>
                  </a:lnTo>
                  <a:lnTo>
                    <a:pt x="567931" y="297281"/>
                  </a:lnTo>
                  <a:lnTo>
                    <a:pt x="565035" y="339344"/>
                  </a:lnTo>
                  <a:lnTo>
                    <a:pt x="556679" y="381800"/>
                  </a:lnTo>
                  <a:lnTo>
                    <a:pt x="543445" y="424510"/>
                  </a:lnTo>
                  <a:lnTo>
                    <a:pt x="525767" y="467741"/>
                  </a:lnTo>
                  <a:lnTo>
                    <a:pt x="504164" y="511390"/>
                  </a:lnTo>
                  <a:lnTo>
                    <a:pt x="479158" y="555472"/>
                  </a:lnTo>
                  <a:lnTo>
                    <a:pt x="451256" y="599998"/>
                  </a:lnTo>
                  <a:lnTo>
                    <a:pt x="420979" y="644956"/>
                  </a:lnTo>
                  <a:lnTo>
                    <a:pt x="388810" y="690372"/>
                  </a:lnTo>
                  <a:lnTo>
                    <a:pt x="355282" y="736244"/>
                  </a:lnTo>
                  <a:lnTo>
                    <a:pt x="292506" y="820788"/>
                  </a:lnTo>
                  <a:lnTo>
                    <a:pt x="263918" y="859650"/>
                  </a:lnTo>
                  <a:lnTo>
                    <a:pt x="235419" y="899172"/>
                  </a:lnTo>
                  <a:lnTo>
                    <a:pt x="207289" y="939380"/>
                  </a:lnTo>
                  <a:lnTo>
                    <a:pt x="179806" y="980274"/>
                  </a:lnTo>
                  <a:lnTo>
                    <a:pt x="153250" y="1021867"/>
                  </a:lnTo>
                  <a:lnTo>
                    <a:pt x="127901" y="1064183"/>
                  </a:lnTo>
                  <a:lnTo>
                    <a:pt x="103924" y="1107478"/>
                  </a:lnTo>
                  <a:lnTo>
                    <a:pt x="81838" y="1151255"/>
                  </a:lnTo>
                  <a:lnTo>
                    <a:pt x="61785" y="1195793"/>
                  </a:lnTo>
                  <a:lnTo>
                    <a:pt x="44069" y="1241120"/>
                  </a:lnTo>
                  <a:lnTo>
                    <a:pt x="28943" y="1287221"/>
                  </a:lnTo>
                  <a:lnTo>
                    <a:pt x="16700" y="1334135"/>
                  </a:lnTo>
                  <a:lnTo>
                    <a:pt x="7607" y="1381861"/>
                  </a:lnTo>
                  <a:lnTo>
                    <a:pt x="1943" y="1430426"/>
                  </a:lnTo>
                  <a:lnTo>
                    <a:pt x="0" y="1479842"/>
                  </a:lnTo>
                  <a:lnTo>
                    <a:pt x="2019" y="1538008"/>
                  </a:lnTo>
                  <a:lnTo>
                    <a:pt x="7962" y="1592745"/>
                  </a:lnTo>
                  <a:lnTo>
                    <a:pt x="17589" y="1644116"/>
                  </a:lnTo>
                  <a:lnTo>
                    <a:pt x="30708" y="1692198"/>
                  </a:lnTo>
                  <a:lnTo>
                    <a:pt x="47091" y="1737055"/>
                  </a:lnTo>
                  <a:lnTo>
                    <a:pt x="66535" y="1778762"/>
                  </a:lnTo>
                  <a:lnTo>
                    <a:pt x="88811" y="1817382"/>
                  </a:lnTo>
                  <a:lnTo>
                    <a:pt x="113715" y="1853006"/>
                  </a:lnTo>
                  <a:lnTo>
                    <a:pt x="141033" y="1885696"/>
                  </a:lnTo>
                  <a:lnTo>
                    <a:pt x="170548" y="1915515"/>
                  </a:lnTo>
                  <a:lnTo>
                    <a:pt x="202057" y="1942541"/>
                  </a:lnTo>
                  <a:lnTo>
                    <a:pt x="235318" y="1966849"/>
                  </a:lnTo>
                  <a:lnTo>
                    <a:pt x="270141" y="1988515"/>
                  </a:lnTo>
                  <a:lnTo>
                    <a:pt x="306311" y="2007590"/>
                  </a:lnTo>
                  <a:lnTo>
                    <a:pt x="343611" y="2024164"/>
                  </a:lnTo>
                  <a:lnTo>
                    <a:pt x="381812" y="2038311"/>
                  </a:lnTo>
                  <a:lnTo>
                    <a:pt x="420712" y="2050097"/>
                  </a:lnTo>
                  <a:lnTo>
                    <a:pt x="460108" y="2059584"/>
                  </a:lnTo>
                  <a:lnTo>
                    <a:pt x="499770" y="2066861"/>
                  </a:lnTo>
                  <a:lnTo>
                    <a:pt x="539483" y="2071979"/>
                  </a:lnTo>
                  <a:lnTo>
                    <a:pt x="579043" y="2075040"/>
                  </a:lnTo>
                  <a:lnTo>
                    <a:pt x="618236" y="2076081"/>
                  </a:lnTo>
                  <a:lnTo>
                    <a:pt x="618871" y="2076081"/>
                  </a:lnTo>
                  <a:lnTo>
                    <a:pt x="619239" y="2076056"/>
                  </a:lnTo>
                  <a:lnTo>
                    <a:pt x="619582" y="2076081"/>
                  </a:lnTo>
                  <a:lnTo>
                    <a:pt x="620382" y="2076056"/>
                  </a:lnTo>
                  <a:lnTo>
                    <a:pt x="659142" y="2075040"/>
                  </a:lnTo>
                  <a:lnTo>
                    <a:pt x="698703" y="2071979"/>
                  </a:lnTo>
                  <a:lnTo>
                    <a:pt x="738416" y="2066861"/>
                  </a:lnTo>
                  <a:lnTo>
                    <a:pt x="778078" y="2059584"/>
                  </a:lnTo>
                  <a:lnTo>
                    <a:pt x="817473" y="2050097"/>
                  </a:lnTo>
                  <a:lnTo>
                    <a:pt x="856373" y="2038311"/>
                  </a:lnTo>
                  <a:lnTo>
                    <a:pt x="894575" y="2024164"/>
                  </a:lnTo>
                  <a:lnTo>
                    <a:pt x="931875" y="2007590"/>
                  </a:lnTo>
                  <a:lnTo>
                    <a:pt x="968032" y="1988515"/>
                  </a:lnTo>
                  <a:lnTo>
                    <a:pt x="1002855" y="1966849"/>
                  </a:lnTo>
                  <a:lnTo>
                    <a:pt x="1036129" y="1942541"/>
                  </a:lnTo>
                  <a:lnTo>
                    <a:pt x="1067625" y="1915515"/>
                  </a:lnTo>
                  <a:lnTo>
                    <a:pt x="1097140" y="1885696"/>
                  </a:lnTo>
                  <a:lnTo>
                    <a:pt x="1124458" y="1853006"/>
                  </a:lnTo>
                  <a:lnTo>
                    <a:pt x="1149362" y="1817382"/>
                  </a:lnTo>
                  <a:lnTo>
                    <a:pt x="1171638" y="1778762"/>
                  </a:lnTo>
                  <a:lnTo>
                    <a:pt x="1191082" y="1737055"/>
                  </a:lnTo>
                  <a:lnTo>
                    <a:pt x="1207465" y="1692198"/>
                  </a:lnTo>
                  <a:lnTo>
                    <a:pt x="1220584" y="1644116"/>
                  </a:lnTo>
                  <a:lnTo>
                    <a:pt x="1230210" y="1592745"/>
                  </a:lnTo>
                  <a:lnTo>
                    <a:pt x="1236154" y="1538008"/>
                  </a:lnTo>
                  <a:lnTo>
                    <a:pt x="1238173" y="1479842"/>
                  </a:lnTo>
                  <a:close/>
                </a:path>
                <a:path w="1572260" h="2076450">
                  <a:moveTo>
                    <a:pt x="1572234" y="442544"/>
                  </a:moveTo>
                  <a:lnTo>
                    <a:pt x="1567649" y="394474"/>
                  </a:lnTo>
                  <a:lnTo>
                    <a:pt x="1555089" y="349313"/>
                  </a:lnTo>
                  <a:lnTo>
                    <a:pt x="1536382" y="306793"/>
                  </a:lnTo>
                  <a:lnTo>
                    <a:pt x="1513357" y="266636"/>
                  </a:lnTo>
                  <a:lnTo>
                    <a:pt x="1487843" y="228587"/>
                  </a:lnTo>
                  <a:lnTo>
                    <a:pt x="1434630" y="154901"/>
                  </a:lnTo>
                  <a:lnTo>
                    <a:pt x="1411490" y="119151"/>
                  </a:lnTo>
                  <a:lnTo>
                    <a:pt x="1395323" y="85801"/>
                  </a:lnTo>
                  <a:lnTo>
                    <a:pt x="1384884" y="33909"/>
                  </a:lnTo>
                  <a:lnTo>
                    <a:pt x="1372984" y="16268"/>
                  </a:lnTo>
                  <a:lnTo>
                    <a:pt x="1355331" y="4368"/>
                  </a:lnTo>
                  <a:lnTo>
                    <a:pt x="1333728" y="0"/>
                  </a:lnTo>
                  <a:lnTo>
                    <a:pt x="1312113" y="4368"/>
                  </a:lnTo>
                  <a:lnTo>
                    <a:pt x="1294460" y="16268"/>
                  </a:lnTo>
                  <a:lnTo>
                    <a:pt x="1282560" y="33909"/>
                  </a:lnTo>
                  <a:lnTo>
                    <a:pt x="1272032" y="85661"/>
                  </a:lnTo>
                  <a:lnTo>
                    <a:pt x="1255636" y="118922"/>
                  </a:lnTo>
                  <a:lnTo>
                    <a:pt x="1232154" y="154609"/>
                  </a:lnTo>
                  <a:lnTo>
                    <a:pt x="1178115" y="228282"/>
                  </a:lnTo>
                  <a:lnTo>
                    <a:pt x="1152169" y="266369"/>
                  </a:lnTo>
                  <a:lnTo>
                    <a:pt x="1128776" y="306565"/>
                  </a:lnTo>
                  <a:lnTo>
                    <a:pt x="1109764" y="349148"/>
                  </a:lnTo>
                  <a:lnTo>
                    <a:pt x="1097000" y="394385"/>
                  </a:lnTo>
                  <a:lnTo>
                    <a:pt x="1092327" y="442544"/>
                  </a:lnTo>
                  <a:lnTo>
                    <a:pt x="1097724" y="498563"/>
                  </a:lnTo>
                  <a:lnTo>
                    <a:pt x="1112977" y="546481"/>
                  </a:lnTo>
                  <a:lnTo>
                    <a:pt x="1136650" y="586498"/>
                  </a:lnTo>
                  <a:lnTo>
                    <a:pt x="1167345" y="618832"/>
                  </a:lnTo>
                  <a:lnTo>
                    <a:pt x="1203629" y="643648"/>
                  </a:lnTo>
                  <a:lnTo>
                    <a:pt x="1244092" y="661149"/>
                  </a:lnTo>
                  <a:lnTo>
                    <a:pt x="1287310" y="671550"/>
                  </a:lnTo>
                  <a:lnTo>
                    <a:pt x="1332445" y="675030"/>
                  </a:lnTo>
                  <a:lnTo>
                    <a:pt x="1377251" y="671550"/>
                  </a:lnTo>
                  <a:lnTo>
                    <a:pt x="1420469" y="661149"/>
                  </a:lnTo>
                  <a:lnTo>
                    <a:pt x="1460931" y="643648"/>
                  </a:lnTo>
                  <a:lnTo>
                    <a:pt x="1497215" y="618832"/>
                  </a:lnTo>
                  <a:lnTo>
                    <a:pt x="1527911" y="586498"/>
                  </a:lnTo>
                  <a:lnTo>
                    <a:pt x="1551597" y="546481"/>
                  </a:lnTo>
                  <a:lnTo>
                    <a:pt x="1566837" y="498563"/>
                  </a:lnTo>
                  <a:lnTo>
                    <a:pt x="1572234" y="442544"/>
                  </a:lnTo>
                  <a:close/>
                </a:path>
              </a:pathLst>
            </a:custGeom>
            <a:solidFill>
              <a:srgbClr val="79C44F"/>
            </a:solidFill>
          </p:spPr>
          <p:txBody>
            <a:bodyPr wrap="square" lIns="0" tIns="0" rIns="0" bIns="0" rtlCol="0"/>
            <a:lstStyle/>
            <a:p>
              <a:endParaRPr/>
            </a:p>
          </p:txBody>
        </p:sp>
        <p:sp>
          <p:nvSpPr>
            <p:cNvPr id="15" name="object 15"/>
            <p:cNvSpPr/>
            <p:nvPr/>
          </p:nvSpPr>
          <p:spPr>
            <a:xfrm>
              <a:off x="17558639" y="2481604"/>
              <a:ext cx="2513330" cy="2513330"/>
            </a:xfrm>
            <a:custGeom>
              <a:avLst/>
              <a:gdLst/>
              <a:ahLst/>
              <a:cxnLst/>
              <a:rect l="l" t="t" r="r" b="b"/>
              <a:pathLst>
                <a:path w="2513330" h="2513329">
                  <a:moveTo>
                    <a:pt x="2512796" y="0"/>
                  </a:moveTo>
                  <a:lnTo>
                    <a:pt x="0" y="0"/>
                  </a:lnTo>
                  <a:lnTo>
                    <a:pt x="0" y="30403"/>
                  </a:lnTo>
                  <a:lnTo>
                    <a:pt x="0" y="31191"/>
                  </a:lnTo>
                  <a:lnTo>
                    <a:pt x="0" y="2512796"/>
                  </a:lnTo>
                  <a:lnTo>
                    <a:pt x="2512796" y="2512796"/>
                  </a:lnTo>
                  <a:lnTo>
                    <a:pt x="2512796" y="31191"/>
                  </a:lnTo>
                  <a:lnTo>
                    <a:pt x="2512796" y="30403"/>
                  </a:lnTo>
                  <a:lnTo>
                    <a:pt x="2512796" y="0"/>
                  </a:lnTo>
                  <a:close/>
                </a:path>
              </a:pathLst>
            </a:custGeom>
            <a:solidFill>
              <a:srgbClr val="FFFFFF"/>
            </a:solidFill>
          </p:spPr>
          <p:txBody>
            <a:bodyPr wrap="square" lIns="0" tIns="0" rIns="0" bIns="0" rtlCol="0"/>
            <a:lstStyle/>
            <a:p>
              <a:endParaRPr/>
            </a:p>
          </p:txBody>
        </p:sp>
        <p:sp>
          <p:nvSpPr>
            <p:cNvPr id="16" name="object 16"/>
            <p:cNvSpPr/>
            <p:nvPr/>
          </p:nvSpPr>
          <p:spPr>
            <a:xfrm>
              <a:off x="18837533" y="4139863"/>
              <a:ext cx="555625" cy="551815"/>
            </a:xfrm>
            <a:custGeom>
              <a:avLst/>
              <a:gdLst/>
              <a:ahLst/>
              <a:cxnLst/>
              <a:rect l="l" t="t" r="r" b="b"/>
              <a:pathLst>
                <a:path w="555625" h="551814">
                  <a:moveTo>
                    <a:pt x="406699" y="0"/>
                  </a:moveTo>
                  <a:lnTo>
                    <a:pt x="291289" y="30595"/>
                  </a:lnTo>
                  <a:lnTo>
                    <a:pt x="242473" y="49069"/>
                  </a:lnTo>
                  <a:lnTo>
                    <a:pt x="198874" y="76785"/>
                  </a:lnTo>
                  <a:lnTo>
                    <a:pt x="161772" y="112736"/>
                  </a:lnTo>
                  <a:lnTo>
                    <a:pt x="132446" y="155911"/>
                  </a:lnTo>
                  <a:lnTo>
                    <a:pt x="0" y="388564"/>
                  </a:lnTo>
                  <a:lnTo>
                    <a:pt x="423463" y="551470"/>
                  </a:lnTo>
                  <a:lnTo>
                    <a:pt x="525795" y="362250"/>
                  </a:lnTo>
                  <a:lnTo>
                    <a:pt x="545104" y="315997"/>
                  </a:lnTo>
                  <a:lnTo>
                    <a:pt x="554920" y="267328"/>
                  </a:lnTo>
                  <a:lnTo>
                    <a:pt x="555100" y="217679"/>
                  </a:lnTo>
                  <a:lnTo>
                    <a:pt x="545501" y="168487"/>
                  </a:lnTo>
                  <a:lnTo>
                    <a:pt x="511963" y="56689"/>
                  </a:lnTo>
                  <a:lnTo>
                    <a:pt x="406699" y="0"/>
                  </a:lnTo>
                  <a:close/>
                </a:path>
              </a:pathLst>
            </a:custGeom>
            <a:solidFill>
              <a:srgbClr val="00705C"/>
            </a:solidFill>
          </p:spPr>
          <p:txBody>
            <a:bodyPr wrap="square" lIns="0" tIns="0" rIns="0" bIns="0" rtlCol="0"/>
            <a:lstStyle/>
            <a:p>
              <a:endParaRPr/>
            </a:p>
          </p:txBody>
        </p:sp>
        <p:pic>
          <p:nvPicPr>
            <p:cNvPr id="17" name="object 17"/>
            <p:cNvPicPr/>
            <p:nvPr/>
          </p:nvPicPr>
          <p:blipFill>
            <a:blip r:embed="rId7" cstate="print"/>
            <a:stretch>
              <a:fillRect/>
            </a:stretch>
          </p:blipFill>
          <p:spPr>
            <a:xfrm>
              <a:off x="19221832" y="4045281"/>
              <a:ext cx="189603" cy="163754"/>
            </a:xfrm>
            <a:prstGeom prst="rect">
              <a:avLst/>
            </a:prstGeom>
          </p:spPr>
        </p:pic>
        <p:sp>
          <p:nvSpPr>
            <p:cNvPr id="18" name="object 18"/>
            <p:cNvSpPr/>
            <p:nvPr/>
          </p:nvSpPr>
          <p:spPr>
            <a:xfrm>
              <a:off x="17960671" y="2816097"/>
              <a:ext cx="1684020" cy="1863725"/>
            </a:xfrm>
            <a:custGeom>
              <a:avLst/>
              <a:gdLst/>
              <a:ahLst/>
              <a:cxnLst/>
              <a:rect l="l" t="t" r="r" b="b"/>
              <a:pathLst>
                <a:path w="1684019" h="1863725">
                  <a:moveTo>
                    <a:pt x="212610" y="396189"/>
                  </a:moveTo>
                  <a:lnTo>
                    <a:pt x="207416" y="370446"/>
                  </a:lnTo>
                  <a:lnTo>
                    <a:pt x="193243" y="349415"/>
                  </a:lnTo>
                  <a:lnTo>
                    <a:pt x="172224" y="335241"/>
                  </a:lnTo>
                  <a:lnTo>
                    <a:pt x="146481" y="330047"/>
                  </a:lnTo>
                  <a:lnTo>
                    <a:pt x="120738" y="335241"/>
                  </a:lnTo>
                  <a:lnTo>
                    <a:pt x="99720" y="349415"/>
                  </a:lnTo>
                  <a:lnTo>
                    <a:pt x="85547" y="370446"/>
                  </a:lnTo>
                  <a:lnTo>
                    <a:pt x="80340" y="396189"/>
                  </a:lnTo>
                  <a:lnTo>
                    <a:pt x="80340" y="668997"/>
                  </a:lnTo>
                  <a:lnTo>
                    <a:pt x="85547" y="694740"/>
                  </a:lnTo>
                  <a:lnTo>
                    <a:pt x="99720" y="715759"/>
                  </a:lnTo>
                  <a:lnTo>
                    <a:pt x="120738" y="729932"/>
                  </a:lnTo>
                  <a:lnTo>
                    <a:pt x="146481" y="735139"/>
                  </a:lnTo>
                  <a:lnTo>
                    <a:pt x="172224" y="729932"/>
                  </a:lnTo>
                  <a:lnTo>
                    <a:pt x="193243" y="715759"/>
                  </a:lnTo>
                  <a:lnTo>
                    <a:pt x="207416" y="694740"/>
                  </a:lnTo>
                  <a:lnTo>
                    <a:pt x="212610" y="668997"/>
                  </a:lnTo>
                  <a:lnTo>
                    <a:pt x="212610" y="396189"/>
                  </a:lnTo>
                  <a:close/>
                </a:path>
                <a:path w="1684019" h="1863725">
                  <a:moveTo>
                    <a:pt x="443636" y="1863483"/>
                  </a:moveTo>
                  <a:lnTo>
                    <a:pt x="333476" y="1592834"/>
                  </a:lnTo>
                  <a:lnTo>
                    <a:pt x="0" y="1744878"/>
                  </a:lnTo>
                  <a:lnTo>
                    <a:pt x="240436" y="1830209"/>
                  </a:lnTo>
                  <a:lnTo>
                    <a:pt x="443636" y="1863483"/>
                  </a:lnTo>
                  <a:close/>
                </a:path>
                <a:path w="1684019" h="1863725">
                  <a:moveTo>
                    <a:pt x="683641" y="952360"/>
                  </a:moveTo>
                  <a:lnTo>
                    <a:pt x="581367" y="626503"/>
                  </a:lnTo>
                  <a:lnTo>
                    <a:pt x="130352" y="746798"/>
                  </a:lnTo>
                  <a:lnTo>
                    <a:pt x="211696" y="1051737"/>
                  </a:lnTo>
                  <a:lnTo>
                    <a:pt x="407708" y="1062266"/>
                  </a:lnTo>
                  <a:lnTo>
                    <a:pt x="683641" y="952360"/>
                  </a:lnTo>
                  <a:close/>
                </a:path>
                <a:path w="1684019" h="1863725">
                  <a:moveTo>
                    <a:pt x="1683588" y="172986"/>
                  </a:moveTo>
                  <a:lnTo>
                    <a:pt x="1391996" y="0"/>
                  </a:lnTo>
                  <a:lnTo>
                    <a:pt x="1281836" y="270649"/>
                  </a:lnTo>
                  <a:lnTo>
                    <a:pt x="1485036" y="247840"/>
                  </a:lnTo>
                  <a:lnTo>
                    <a:pt x="1683588" y="172986"/>
                  </a:lnTo>
                  <a:close/>
                </a:path>
              </a:pathLst>
            </a:custGeom>
            <a:solidFill>
              <a:srgbClr val="00705C"/>
            </a:solidFill>
          </p:spPr>
          <p:txBody>
            <a:bodyPr wrap="square" lIns="0" tIns="0" rIns="0" bIns="0" rtlCol="0"/>
            <a:lstStyle/>
            <a:p>
              <a:endParaRPr/>
            </a:p>
          </p:txBody>
        </p:sp>
        <p:sp>
          <p:nvSpPr>
            <p:cNvPr id="19" name="object 19"/>
            <p:cNvSpPr/>
            <p:nvPr/>
          </p:nvSpPr>
          <p:spPr>
            <a:xfrm>
              <a:off x="17544629" y="2980245"/>
              <a:ext cx="2532380" cy="121920"/>
            </a:xfrm>
            <a:custGeom>
              <a:avLst/>
              <a:gdLst/>
              <a:ahLst/>
              <a:cxnLst/>
              <a:rect l="l" t="t" r="r" b="b"/>
              <a:pathLst>
                <a:path w="2532380" h="121919">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20" name="object 20"/>
            <p:cNvSpPr/>
            <p:nvPr/>
          </p:nvSpPr>
          <p:spPr>
            <a:xfrm>
              <a:off x="17544629" y="3744619"/>
              <a:ext cx="2532380" cy="121920"/>
            </a:xfrm>
            <a:custGeom>
              <a:avLst/>
              <a:gdLst/>
              <a:ahLst/>
              <a:cxnLst/>
              <a:rect l="l" t="t" r="r" b="b"/>
              <a:pathLst>
                <a:path w="2532380" h="121920">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4"/>
                  </a:lnTo>
                  <a:lnTo>
                    <a:pt x="273377" y="134"/>
                  </a:lnTo>
                  <a:lnTo>
                    <a:pt x="220068" y="4819"/>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21" name="object 21"/>
            <p:cNvSpPr/>
            <p:nvPr/>
          </p:nvSpPr>
          <p:spPr>
            <a:xfrm>
              <a:off x="17544629" y="4550878"/>
              <a:ext cx="2532380" cy="121920"/>
            </a:xfrm>
            <a:custGeom>
              <a:avLst/>
              <a:gdLst/>
              <a:ahLst/>
              <a:cxnLst/>
              <a:rect l="l" t="t" r="r" b="b"/>
              <a:pathLst>
                <a:path w="2532380" h="121920">
                  <a:moveTo>
                    <a:pt x="2532017" y="89814"/>
                  </a:moveTo>
                  <a:lnTo>
                    <a:pt x="2480058" y="70825"/>
                  </a:lnTo>
                  <a:lnTo>
                    <a:pt x="2429265" y="52258"/>
                  </a:lnTo>
                  <a:lnTo>
                    <a:pt x="2379223" y="33988"/>
                  </a:lnTo>
                  <a:lnTo>
                    <a:pt x="2329520" y="15889"/>
                  </a:lnTo>
                  <a:lnTo>
                    <a:pt x="2284800" y="4041"/>
                  </a:lnTo>
                  <a:lnTo>
                    <a:pt x="2238446" y="0"/>
                  </a:lnTo>
                  <a:lnTo>
                    <a:pt x="2192117" y="3779"/>
                  </a:lnTo>
                  <a:lnTo>
                    <a:pt x="2147473" y="15397"/>
                  </a:lnTo>
                  <a:lnTo>
                    <a:pt x="2097117" y="33489"/>
                  </a:lnTo>
                  <a:lnTo>
                    <a:pt x="2046801" y="51610"/>
                  </a:lnTo>
                  <a:lnTo>
                    <a:pt x="1996619" y="69811"/>
                  </a:lnTo>
                  <a:lnTo>
                    <a:pt x="1946663" y="88138"/>
                  </a:lnTo>
                  <a:lnTo>
                    <a:pt x="1900353" y="102574"/>
                  </a:lnTo>
                  <a:lnTo>
                    <a:pt x="1851252" y="112910"/>
                  </a:lnTo>
                  <a:lnTo>
                    <a:pt x="1800289" y="119144"/>
                  </a:lnTo>
                  <a:lnTo>
                    <a:pt x="1748391" y="121272"/>
                  </a:lnTo>
                  <a:lnTo>
                    <a:pt x="1696485" y="119290"/>
                  </a:lnTo>
                  <a:lnTo>
                    <a:pt x="1645499" y="113195"/>
                  </a:lnTo>
                  <a:lnTo>
                    <a:pt x="1596359" y="102983"/>
                  </a:lnTo>
                  <a:lnTo>
                    <a:pt x="1549994" y="88651"/>
                  </a:lnTo>
                  <a:lnTo>
                    <a:pt x="1499139" y="70062"/>
                  </a:lnTo>
                  <a:lnTo>
                    <a:pt x="1448150" y="51550"/>
                  </a:lnTo>
                  <a:lnTo>
                    <a:pt x="1397062" y="33098"/>
                  </a:lnTo>
                  <a:lnTo>
                    <a:pt x="1345906" y="14685"/>
                  </a:lnTo>
                  <a:lnTo>
                    <a:pt x="1300503" y="3472"/>
                  </a:lnTo>
                  <a:lnTo>
                    <a:pt x="1251061" y="111"/>
                  </a:lnTo>
                  <a:lnTo>
                    <a:pt x="1201313" y="4573"/>
                  </a:lnTo>
                  <a:lnTo>
                    <a:pt x="1154991" y="16831"/>
                  </a:lnTo>
                  <a:lnTo>
                    <a:pt x="1109518" y="33859"/>
                  </a:lnTo>
                  <a:lnTo>
                    <a:pt x="1064188" y="50965"/>
                  </a:lnTo>
                  <a:lnTo>
                    <a:pt x="1018915" y="68101"/>
                  </a:lnTo>
                  <a:lnTo>
                    <a:pt x="973614" y="85217"/>
                  </a:lnTo>
                  <a:lnTo>
                    <a:pt x="926169" y="100484"/>
                  </a:lnTo>
                  <a:lnTo>
                    <a:pt x="876229" y="111620"/>
                  </a:lnTo>
                  <a:lnTo>
                    <a:pt x="824562" y="118596"/>
                  </a:lnTo>
                  <a:lnTo>
                    <a:pt x="771934" y="121382"/>
                  </a:lnTo>
                  <a:lnTo>
                    <a:pt x="719114" y="119951"/>
                  </a:lnTo>
                  <a:lnTo>
                    <a:pt x="666869" y="114273"/>
                  </a:lnTo>
                  <a:lnTo>
                    <a:pt x="615967" y="104321"/>
                  </a:lnTo>
                  <a:lnTo>
                    <a:pt x="567176" y="90065"/>
                  </a:lnTo>
                  <a:lnTo>
                    <a:pt x="519215" y="72953"/>
                  </a:lnTo>
                  <a:lnTo>
                    <a:pt x="472073" y="55337"/>
                  </a:lnTo>
                  <a:lnTo>
                    <a:pt x="425337" y="37476"/>
                  </a:lnTo>
                  <a:lnTo>
                    <a:pt x="378595" y="19627"/>
                  </a:lnTo>
                  <a:lnTo>
                    <a:pt x="326591" y="5085"/>
                  </a:lnTo>
                  <a:lnTo>
                    <a:pt x="273377" y="138"/>
                  </a:lnTo>
                  <a:lnTo>
                    <a:pt x="220068" y="4823"/>
                  </a:lnTo>
                  <a:lnTo>
                    <a:pt x="167774" y="19177"/>
                  </a:lnTo>
                  <a:lnTo>
                    <a:pt x="127590" y="34183"/>
                  </a:lnTo>
                  <a:lnTo>
                    <a:pt x="87416" y="49197"/>
                  </a:lnTo>
                  <a:lnTo>
                    <a:pt x="47241" y="64211"/>
                  </a:lnTo>
                  <a:lnTo>
                    <a:pt x="7057" y="79217"/>
                  </a:lnTo>
                  <a:lnTo>
                    <a:pt x="6041" y="79604"/>
                  </a:lnTo>
                  <a:lnTo>
                    <a:pt x="4607" y="79751"/>
                  </a:lnTo>
                  <a:lnTo>
                    <a:pt x="1528" y="80400"/>
                  </a:lnTo>
                  <a:lnTo>
                    <a:pt x="963" y="77751"/>
                  </a:lnTo>
                  <a:lnTo>
                    <a:pt x="20" y="75395"/>
                  </a:lnTo>
                  <a:lnTo>
                    <a:pt x="0" y="73050"/>
                  </a:lnTo>
                </a:path>
              </a:pathLst>
            </a:custGeom>
            <a:ln w="54909">
              <a:solidFill>
                <a:srgbClr val="00705C"/>
              </a:solidFill>
            </a:ln>
          </p:spPr>
          <p:txBody>
            <a:bodyPr wrap="square" lIns="0" tIns="0" rIns="0" bIns="0" rtlCol="0"/>
            <a:lstStyle/>
            <a:p>
              <a:endParaRPr/>
            </a:p>
          </p:txBody>
        </p:sp>
        <p:sp>
          <p:nvSpPr>
            <p:cNvPr id="22" name="object 22"/>
            <p:cNvSpPr/>
            <p:nvPr/>
          </p:nvSpPr>
          <p:spPr>
            <a:xfrm>
              <a:off x="15087466" y="0"/>
              <a:ext cx="2513330" cy="2513330"/>
            </a:xfrm>
            <a:custGeom>
              <a:avLst/>
              <a:gdLst/>
              <a:ahLst/>
              <a:cxnLst/>
              <a:rect l="l" t="t" r="r" b="b"/>
              <a:pathLst>
                <a:path w="2513330" h="2513330">
                  <a:moveTo>
                    <a:pt x="2512803" y="0"/>
                  </a:moveTo>
                  <a:lnTo>
                    <a:pt x="0" y="0"/>
                  </a:lnTo>
                  <a:lnTo>
                    <a:pt x="0" y="2512792"/>
                  </a:lnTo>
                  <a:lnTo>
                    <a:pt x="2512803" y="2512792"/>
                  </a:lnTo>
                  <a:lnTo>
                    <a:pt x="2512803" y="0"/>
                  </a:lnTo>
                  <a:close/>
                </a:path>
              </a:pathLst>
            </a:custGeom>
            <a:solidFill>
              <a:srgbClr val="00705C"/>
            </a:solidFill>
          </p:spPr>
          <p:txBody>
            <a:bodyPr wrap="square" lIns="0" tIns="0" rIns="0" bIns="0" rtlCol="0"/>
            <a:lstStyle/>
            <a:p>
              <a:endParaRPr/>
            </a:p>
          </p:txBody>
        </p:sp>
        <p:sp>
          <p:nvSpPr>
            <p:cNvPr id="23" name="object 23"/>
            <p:cNvSpPr/>
            <p:nvPr/>
          </p:nvSpPr>
          <p:spPr>
            <a:xfrm>
              <a:off x="15110480" y="1558005"/>
              <a:ext cx="2466340" cy="121920"/>
            </a:xfrm>
            <a:custGeom>
              <a:avLst/>
              <a:gdLst/>
              <a:ahLst/>
              <a:cxnLst/>
              <a:rect l="l" t="t" r="r" b="b"/>
              <a:pathLst>
                <a:path w="2466340" h="121919">
                  <a:moveTo>
                    <a:pt x="2466249" y="89814"/>
                  </a:moveTo>
                  <a:lnTo>
                    <a:pt x="2415639" y="70827"/>
                  </a:lnTo>
                  <a:lnTo>
                    <a:pt x="2366164" y="52262"/>
                  </a:lnTo>
                  <a:lnTo>
                    <a:pt x="2317422" y="33992"/>
                  </a:lnTo>
                  <a:lnTo>
                    <a:pt x="2269009" y="15889"/>
                  </a:lnTo>
                  <a:lnTo>
                    <a:pt x="2225454" y="4041"/>
                  </a:lnTo>
                  <a:lnTo>
                    <a:pt x="2180304" y="0"/>
                  </a:lnTo>
                  <a:lnTo>
                    <a:pt x="2135175" y="3779"/>
                  </a:lnTo>
                  <a:lnTo>
                    <a:pt x="2091685" y="15397"/>
                  </a:lnTo>
                  <a:lnTo>
                    <a:pt x="2042639" y="33489"/>
                  </a:lnTo>
                  <a:lnTo>
                    <a:pt x="1993633" y="51610"/>
                  </a:lnTo>
                  <a:lnTo>
                    <a:pt x="1944756" y="69811"/>
                  </a:lnTo>
                  <a:lnTo>
                    <a:pt x="1896099" y="88138"/>
                  </a:lnTo>
                  <a:lnTo>
                    <a:pt x="1850991" y="102574"/>
                  </a:lnTo>
                  <a:lnTo>
                    <a:pt x="1803166" y="112910"/>
                  </a:lnTo>
                  <a:lnTo>
                    <a:pt x="1753526" y="119144"/>
                  </a:lnTo>
                  <a:lnTo>
                    <a:pt x="1702975" y="121272"/>
                  </a:lnTo>
                  <a:lnTo>
                    <a:pt x="1652417" y="119290"/>
                  </a:lnTo>
                  <a:lnTo>
                    <a:pt x="1602755" y="113195"/>
                  </a:lnTo>
                  <a:lnTo>
                    <a:pt x="1554893" y="102983"/>
                  </a:lnTo>
                  <a:lnTo>
                    <a:pt x="1509734" y="88651"/>
                  </a:lnTo>
                  <a:lnTo>
                    <a:pt x="1460199" y="70062"/>
                  </a:lnTo>
                  <a:lnTo>
                    <a:pt x="1410535" y="51550"/>
                  </a:lnTo>
                  <a:lnTo>
                    <a:pt x="1360773" y="33098"/>
                  </a:lnTo>
                  <a:lnTo>
                    <a:pt x="1310944" y="14685"/>
                  </a:lnTo>
                  <a:lnTo>
                    <a:pt x="1266718" y="3472"/>
                  </a:lnTo>
                  <a:lnTo>
                    <a:pt x="1218559" y="111"/>
                  </a:lnTo>
                  <a:lnTo>
                    <a:pt x="1170102" y="4573"/>
                  </a:lnTo>
                  <a:lnTo>
                    <a:pt x="1124981" y="16831"/>
                  </a:lnTo>
                  <a:lnTo>
                    <a:pt x="1080691" y="33859"/>
                  </a:lnTo>
                  <a:lnTo>
                    <a:pt x="1036539" y="50965"/>
                  </a:lnTo>
                  <a:lnTo>
                    <a:pt x="992441" y="68101"/>
                  </a:lnTo>
                  <a:lnTo>
                    <a:pt x="948316" y="85217"/>
                  </a:lnTo>
                  <a:lnTo>
                    <a:pt x="902104" y="100484"/>
                  </a:lnTo>
                  <a:lnTo>
                    <a:pt x="853462" y="111620"/>
                  </a:lnTo>
                  <a:lnTo>
                    <a:pt x="803136" y="118596"/>
                  </a:lnTo>
                  <a:lnTo>
                    <a:pt x="751876" y="121382"/>
                  </a:lnTo>
                  <a:lnTo>
                    <a:pt x="700428" y="119951"/>
                  </a:lnTo>
                  <a:lnTo>
                    <a:pt x="649542" y="114273"/>
                  </a:lnTo>
                  <a:lnTo>
                    <a:pt x="599964" y="104321"/>
                  </a:lnTo>
                  <a:lnTo>
                    <a:pt x="552443" y="90065"/>
                  </a:lnTo>
                  <a:lnTo>
                    <a:pt x="505725" y="72953"/>
                  </a:lnTo>
                  <a:lnTo>
                    <a:pt x="459805" y="55337"/>
                  </a:lnTo>
                  <a:lnTo>
                    <a:pt x="414282" y="37476"/>
                  </a:lnTo>
                  <a:lnTo>
                    <a:pt x="368753" y="19627"/>
                  </a:lnTo>
                  <a:lnTo>
                    <a:pt x="318100" y="5085"/>
                  </a:lnTo>
                  <a:lnTo>
                    <a:pt x="266269" y="138"/>
                  </a:lnTo>
                  <a:lnTo>
                    <a:pt x="214344" y="4823"/>
                  </a:lnTo>
                  <a:lnTo>
                    <a:pt x="163408" y="19177"/>
                  </a:lnTo>
                  <a:lnTo>
                    <a:pt x="124267" y="34183"/>
                  </a:lnTo>
                  <a:lnTo>
                    <a:pt x="85133" y="49197"/>
                  </a:lnTo>
                  <a:lnTo>
                    <a:pt x="45999" y="64211"/>
                  </a:lnTo>
                  <a:lnTo>
                    <a:pt x="6858" y="79217"/>
                  </a:lnTo>
                  <a:lnTo>
                    <a:pt x="5874" y="79604"/>
                  </a:lnTo>
                  <a:lnTo>
                    <a:pt x="4481" y="79751"/>
                  </a:lnTo>
                  <a:lnTo>
                    <a:pt x="1486" y="80400"/>
                  </a:lnTo>
                  <a:lnTo>
                    <a:pt x="921" y="77751"/>
                  </a:lnTo>
                  <a:lnTo>
                    <a:pt x="10" y="75395"/>
                  </a:lnTo>
                  <a:lnTo>
                    <a:pt x="0" y="73050"/>
                  </a:lnTo>
                </a:path>
              </a:pathLst>
            </a:custGeom>
            <a:ln w="54909">
              <a:solidFill>
                <a:srgbClr val="FFF5D4"/>
              </a:solidFill>
            </a:ln>
          </p:spPr>
          <p:txBody>
            <a:bodyPr wrap="square" lIns="0" tIns="0" rIns="0" bIns="0" rtlCol="0"/>
            <a:lstStyle/>
            <a:p>
              <a:endParaRPr/>
            </a:p>
          </p:txBody>
        </p:sp>
        <p:sp>
          <p:nvSpPr>
            <p:cNvPr id="24" name="object 24"/>
            <p:cNvSpPr/>
            <p:nvPr/>
          </p:nvSpPr>
          <p:spPr>
            <a:xfrm>
              <a:off x="15084691" y="388085"/>
              <a:ext cx="1054100" cy="749300"/>
            </a:xfrm>
            <a:custGeom>
              <a:avLst/>
              <a:gdLst/>
              <a:ahLst/>
              <a:cxnLst/>
              <a:rect l="l" t="t" r="r" b="b"/>
              <a:pathLst>
                <a:path w="1054100" h="749300">
                  <a:moveTo>
                    <a:pt x="1054100" y="58331"/>
                  </a:moveTo>
                  <a:lnTo>
                    <a:pt x="1049528" y="35623"/>
                  </a:lnTo>
                  <a:lnTo>
                    <a:pt x="1037018" y="17081"/>
                  </a:lnTo>
                  <a:lnTo>
                    <a:pt x="1018476" y="4584"/>
                  </a:lnTo>
                  <a:lnTo>
                    <a:pt x="995768" y="0"/>
                  </a:lnTo>
                  <a:lnTo>
                    <a:pt x="881176" y="0"/>
                  </a:lnTo>
                  <a:lnTo>
                    <a:pt x="858469" y="4584"/>
                  </a:lnTo>
                  <a:lnTo>
                    <a:pt x="839927" y="17081"/>
                  </a:lnTo>
                  <a:lnTo>
                    <a:pt x="827430" y="35623"/>
                  </a:lnTo>
                  <a:lnTo>
                    <a:pt x="822845" y="58331"/>
                  </a:lnTo>
                  <a:lnTo>
                    <a:pt x="822845" y="72580"/>
                  </a:lnTo>
                  <a:lnTo>
                    <a:pt x="0" y="72580"/>
                  </a:lnTo>
                  <a:lnTo>
                    <a:pt x="0" y="676198"/>
                  </a:lnTo>
                  <a:lnTo>
                    <a:pt x="822845" y="676198"/>
                  </a:lnTo>
                  <a:lnTo>
                    <a:pt x="822845" y="690460"/>
                  </a:lnTo>
                  <a:lnTo>
                    <a:pt x="827430" y="713168"/>
                  </a:lnTo>
                  <a:lnTo>
                    <a:pt x="839927" y="731710"/>
                  </a:lnTo>
                  <a:lnTo>
                    <a:pt x="858469" y="744207"/>
                  </a:lnTo>
                  <a:lnTo>
                    <a:pt x="881176" y="748792"/>
                  </a:lnTo>
                  <a:lnTo>
                    <a:pt x="995768" y="748792"/>
                  </a:lnTo>
                  <a:lnTo>
                    <a:pt x="1018476" y="744207"/>
                  </a:lnTo>
                  <a:lnTo>
                    <a:pt x="1037018" y="731710"/>
                  </a:lnTo>
                  <a:lnTo>
                    <a:pt x="1049528" y="713168"/>
                  </a:lnTo>
                  <a:lnTo>
                    <a:pt x="1054100" y="690460"/>
                  </a:lnTo>
                  <a:lnTo>
                    <a:pt x="1054100" y="58331"/>
                  </a:lnTo>
                  <a:close/>
                </a:path>
              </a:pathLst>
            </a:custGeom>
            <a:solidFill>
              <a:srgbClr val="79C44F"/>
            </a:solidFill>
          </p:spPr>
          <p:txBody>
            <a:bodyPr wrap="square" lIns="0" tIns="0" rIns="0" bIns="0" rtlCol="0"/>
            <a:lstStyle/>
            <a:p>
              <a:endParaRPr/>
            </a:p>
          </p:txBody>
        </p:sp>
        <p:sp>
          <p:nvSpPr>
            <p:cNvPr id="25" name="object 25"/>
            <p:cNvSpPr/>
            <p:nvPr/>
          </p:nvSpPr>
          <p:spPr>
            <a:xfrm>
              <a:off x="16133143" y="531361"/>
              <a:ext cx="445134" cy="1395095"/>
            </a:xfrm>
            <a:custGeom>
              <a:avLst/>
              <a:gdLst/>
              <a:ahLst/>
              <a:cxnLst/>
              <a:rect l="l" t="t" r="r" b="b"/>
              <a:pathLst>
                <a:path w="445134" h="1395095">
                  <a:moveTo>
                    <a:pt x="51370" y="0"/>
                  </a:moveTo>
                  <a:lnTo>
                    <a:pt x="0" y="0"/>
                  </a:lnTo>
                  <a:lnTo>
                    <a:pt x="0" y="1394920"/>
                  </a:lnTo>
                  <a:lnTo>
                    <a:pt x="219459" y="1312933"/>
                  </a:lnTo>
                  <a:lnTo>
                    <a:pt x="444708" y="1376481"/>
                  </a:lnTo>
                  <a:lnTo>
                    <a:pt x="444708" y="393338"/>
                  </a:lnTo>
                  <a:lnTo>
                    <a:pt x="441644" y="343998"/>
                  </a:lnTo>
                  <a:lnTo>
                    <a:pt x="432696" y="296487"/>
                  </a:lnTo>
                  <a:lnTo>
                    <a:pt x="418233" y="251173"/>
                  </a:lnTo>
                  <a:lnTo>
                    <a:pt x="398624" y="208426"/>
                  </a:lnTo>
                  <a:lnTo>
                    <a:pt x="374236" y="168613"/>
                  </a:lnTo>
                  <a:lnTo>
                    <a:pt x="345440" y="132105"/>
                  </a:lnTo>
                  <a:lnTo>
                    <a:pt x="312603" y="99268"/>
                  </a:lnTo>
                  <a:lnTo>
                    <a:pt x="276095" y="70471"/>
                  </a:lnTo>
                  <a:lnTo>
                    <a:pt x="236282" y="46084"/>
                  </a:lnTo>
                  <a:lnTo>
                    <a:pt x="193535" y="26475"/>
                  </a:lnTo>
                  <a:lnTo>
                    <a:pt x="148221" y="12012"/>
                  </a:lnTo>
                  <a:lnTo>
                    <a:pt x="100710" y="3064"/>
                  </a:lnTo>
                  <a:lnTo>
                    <a:pt x="51370" y="0"/>
                  </a:lnTo>
                  <a:close/>
                </a:path>
              </a:pathLst>
            </a:custGeom>
            <a:solidFill>
              <a:srgbClr val="FFF5D4"/>
            </a:solidFill>
          </p:spPr>
          <p:txBody>
            <a:bodyPr wrap="square" lIns="0" tIns="0" rIns="0" bIns="0" rtlCol="0"/>
            <a:lstStyle/>
            <a:p>
              <a:endParaRPr/>
            </a:p>
          </p:txBody>
        </p:sp>
        <p:sp>
          <p:nvSpPr>
            <p:cNvPr id="26" name="object 26"/>
            <p:cNvSpPr/>
            <p:nvPr/>
          </p:nvSpPr>
          <p:spPr>
            <a:xfrm>
              <a:off x="15110480" y="1857277"/>
              <a:ext cx="2466340" cy="419734"/>
            </a:xfrm>
            <a:custGeom>
              <a:avLst/>
              <a:gdLst/>
              <a:ahLst/>
              <a:cxnLst/>
              <a:rect l="l" t="t" r="r" b="b"/>
              <a:pathLst>
                <a:path w="2466340" h="419735">
                  <a:moveTo>
                    <a:pt x="2466249" y="89814"/>
                  </a:moveTo>
                  <a:lnTo>
                    <a:pt x="2415639" y="70827"/>
                  </a:lnTo>
                  <a:lnTo>
                    <a:pt x="2366164" y="52262"/>
                  </a:lnTo>
                  <a:lnTo>
                    <a:pt x="2317422" y="33992"/>
                  </a:lnTo>
                  <a:lnTo>
                    <a:pt x="2269009" y="15889"/>
                  </a:lnTo>
                  <a:lnTo>
                    <a:pt x="2225454" y="4041"/>
                  </a:lnTo>
                  <a:lnTo>
                    <a:pt x="2180304" y="0"/>
                  </a:lnTo>
                  <a:lnTo>
                    <a:pt x="2135175" y="3779"/>
                  </a:lnTo>
                  <a:lnTo>
                    <a:pt x="2091685" y="15397"/>
                  </a:lnTo>
                  <a:lnTo>
                    <a:pt x="2042639" y="33489"/>
                  </a:lnTo>
                  <a:lnTo>
                    <a:pt x="1993633" y="51610"/>
                  </a:lnTo>
                  <a:lnTo>
                    <a:pt x="1944756" y="69811"/>
                  </a:lnTo>
                  <a:lnTo>
                    <a:pt x="1896099" y="88138"/>
                  </a:lnTo>
                  <a:lnTo>
                    <a:pt x="1850991" y="102574"/>
                  </a:lnTo>
                  <a:lnTo>
                    <a:pt x="1803166" y="112910"/>
                  </a:lnTo>
                  <a:lnTo>
                    <a:pt x="1753526" y="119144"/>
                  </a:lnTo>
                  <a:lnTo>
                    <a:pt x="1702975" y="121272"/>
                  </a:lnTo>
                  <a:lnTo>
                    <a:pt x="1652417" y="119290"/>
                  </a:lnTo>
                  <a:lnTo>
                    <a:pt x="1602755" y="113195"/>
                  </a:lnTo>
                  <a:lnTo>
                    <a:pt x="1554893" y="102983"/>
                  </a:lnTo>
                  <a:lnTo>
                    <a:pt x="1509734" y="88651"/>
                  </a:lnTo>
                  <a:lnTo>
                    <a:pt x="1460199" y="70062"/>
                  </a:lnTo>
                  <a:lnTo>
                    <a:pt x="1410535" y="51552"/>
                  </a:lnTo>
                  <a:lnTo>
                    <a:pt x="1360773" y="33102"/>
                  </a:lnTo>
                  <a:lnTo>
                    <a:pt x="1310944" y="14695"/>
                  </a:lnTo>
                  <a:lnTo>
                    <a:pt x="1266718" y="3476"/>
                  </a:lnTo>
                  <a:lnTo>
                    <a:pt x="1218559" y="112"/>
                  </a:lnTo>
                  <a:lnTo>
                    <a:pt x="1170102" y="4574"/>
                  </a:lnTo>
                  <a:lnTo>
                    <a:pt x="1124981" y="16831"/>
                  </a:lnTo>
                  <a:lnTo>
                    <a:pt x="1080691" y="33859"/>
                  </a:lnTo>
                  <a:lnTo>
                    <a:pt x="1036539" y="50965"/>
                  </a:lnTo>
                  <a:lnTo>
                    <a:pt x="992441" y="68101"/>
                  </a:lnTo>
                  <a:lnTo>
                    <a:pt x="948316" y="85217"/>
                  </a:lnTo>
                  <a:lnTo>
                    <a:pt x="902104" y="100484"/>
                  </a:lnTo>
                  <a:lnTo>
                    <a:pt x="853462" y="111620"/>
                  </a:lnTo>
                  <a:lnTo>
                    <a:pt x="803136" y="118596"/>
                  </a:lnTo>
                  <a:lnTo>
                    <a:pt x="751876" y="121382"/>
                  </a:lnTo>
                  <a:lnTo>
                    <a:pt x="700428" y="119951"/>
                  </a:lnTo>
                  <a:lnTo>
                    <a:pt x="649542" y="114273"/>
                  </a:lnTo>
                  <a:lnTo>
                    <a:pt x="599964" y="104321"/>
                  </a:lnTo>
                  <a:lnTo>
                    <a:pt x="552443" y="90065"/>
                  </a:lnTo>
                  <a:lnTo>
                    <a:pt x="505725" y="72953"/>
                  </a:lnTo>
                  <a:lnTo>
                    <a:pt x="459805" y="55337"/>
                  </a:lnTo>
                  <a:lnTo>
                    <a:pt x="414282" y="37476"/>
                  </a:lnTo>
                  <a:lnTo>
                    <a:pt x="368753" y="19627"/>
                  </a:lnTo>
                  <a:lnTo>
                    <a:pt x="318100" y="5085"/>
                  </a:lnTo>
                  <a:lnTo>
                    <a:pt x="266269" y="138"/>
                  </a:lnTo>
                  <a:lnTo>
                    <a:pt x="214344" y="4823"/>
                  </a:lnTo>
                  <a:lnTo>
                    <a:pt x="163408" y="19177"/>
                  </a:lnTo>
                  <a:lnTo>
                    <a:pt x="124267" y="34183"/>
                  </a:lnTo>
                  <a:lnTo>
                    <a:pt x="85133" y="49197"/>
                  </a:lnTo>
                  <a:lnTo>
                    <a:pt x="45999" y="64211"/>
                  </a:lnTo>
                  <a:lnTo>
                    <a:pt x="6858" y="79217"/>
                  </a:lnTo>
                  <a:lnTo>
                    <a:pt x="5874" y="79604"/>
                  </a:lnTo>
                  <a:lnTo>
                    <a:pt x="4481" y="79751"/>
                  </a:lnTo>
                  <a:lnTo>
                    <a:pt x="1486" y="80400"/>
                  </a:lnTo>
                  <a:lnTo>
                    <a:pt x="921" y="77751"/>
                  </a:lnTo>
                  <a:lnTo>
                    <a:pt x="10" y="75395"/>
                  </a:lnTo>
                  <a:lnTo>
                    <a:pt x="0" y="73050"/>
                  </a:lnTo>
                </a:path>
                <a:path w="2466340" h="419735">
                  <a:moveTo>
                    <a:pt x="2466249" y="387867"/>
                  </a:moveTo>
                  <a:lnTo>
                    <a:pt x="2415639" y="368881"/>
                  </a:lnTo>
                  <a:lnTo>
                    <a:pt x="2366164" y="350317"/>
                  </a:lnTo>
                  <a:lnTo>
                    <a:pt x="2317422" y="332050"/>
                  </a:lnTo>
                  <a:lnTo>
                    <a:pt x="2269009" y="313953"/>
                  </a:lnTo>
                  <a:lnTo>
                    <a:pt x="2225454" y="302099"/>
                  </a:lnTo>
                  <a:lnTo>
                    <a:pt x="2180304" y="298055"/>
                  </a:lnTo>
                  <a:lnTo>
                    <a:pt x="2135175" y="301833"/>
                  </a:lnTo>
                  <a:lnTo>
                    <a:pt x="2091685" y="313451"/>
                  </a:lnTo>
                  <a:lnTo>
                    <a:pt x="2042639" y="331543"/>
                  </a:lnTo>
                  <a:lnTo>
                    <a:pt x="1993633" y="349664"/>
                  </a:lnTo>
                  <a:lnTo>
                    <a:pt x="1944756" y="367864"/>
                  </a:lnTo>
                  <a:lnTo>
                    <a:pt x="1896099" y="386192"/>
                  </a:lnTo>
                  <a:lnTo>
                    <a:pt x="1850991" y="400627"/>
                  </a:lnTo>
                  <a:lnTo>
                    <a:pt x="1803166" y="410964"/>
                  </a:lnTo>
                  <a:lnTo>
                    <a:pt x="1753526" y="417198"/>
                  </a:lnTo>
                  <a:lnTo>
                    <a:pt x="1702975" y="419326"/>
                  </a:lnTo>
                  <a:lnTo>
                    <a:pt x="1652417" y="417344"/>
                  </a:lnTo>
                  <a:lnTo>
                    <a:pt x="1602755" y="411249"/>
                  </a:lnTo>
                  <a:lnTo>
                    <a:pt x="1554893" y="401037"/>
                  </a:lnTo>
                  <a:lnTo>
                    <a:pt x="1509734" y="386705"/>
                  </a:lnTo>
                  <a:lnTo>
                    <a:pt x="1460199" y="368121"/>
                  </a:lnTo>
                  <a:lnTo>
                    <a:pt x="1410535" y="349613"/>
                  </a:lnTo>
                  <a:lnTo>
                    <a:pt x="1360773" y="331162"/>
                  </a:lnTo>
                  <a:lnTo>
                    <a:pt x="1310944" y="312749"/>
                  </a:lnTo>
                  <a:lnTo>
                    <a:pt x="1266718" y="301530"/>
                  </a:lnTo>
                  <a:lnTo>
                    <a:pt x="1218559" y="298166"/>
                  </a:lnTo>
                  <a:lnTo>
                    <a:pt x="1170102" y="302627"/>
                  </a:lnTo>
                  <a:lnTo>
                    <a:pt x="1124981" y="314885"/>
                  </a:lnTo>
                  <a:lnTo>
                    <a:pt x="1080691" y="331912"/>
                  </a:lnTo>
                  <a:lnTo>
                    <a:pt x="1036539" y="349019"/>
                  </a:lnTo>
                  <a:lnTo>
                    <a:pt x="992441" y="366155"/>
                  </a:lnTo>
                  <a:lnTo>
                    <a:pt x="948316" y="383271"/>
                  </a:lnTo>
                  <a:lnTo>
                    <a:pt x="902104" y="398538"/>
                  </a:lnTo>
                  <a:lnTo>
                    <a:pt x="853462" y="409674"/>
                  </a:lnTo>
                  <a:lnTo>
                    <a:pt x="803136" y="416649"/>
                  </a:lnTo>
                  <a:lnTo>
                    <a:pt x="751876" y="419436"/>
                  </a:lnTo>
                  <a:lnTo>
                    <a:pt x="700428" y="418004"/>
                  </a:lnTo>
                  <a:lnTo>
                    <a:pt x="649542" y="412327"/>
                  </a:lnTo>
                  <a:lnTo>
                    <a:pt x="599964" y="402374"/>
                  </a:lnTo>
                  <a:lnTo>
                    <a:pt x="552443" y="388119"/>
                  </a:lnTo>
                  <a:lnTo>
                    <a:pt x="505725" y="371006"/>
                  </a:lnTo>
                  <a:lnTo>
                    <a:pt x="459805" y="353391"/>
                  </a:lnTo>
                  <a:lnTo>
                    <a:pt x="414282" y="335529"/>
                  </a:lnTo>
                  <a:lnTo>
                    <a:pt x="368753" y="317681"/>
                  </a:lnTo>
                  <a:lnTo>
                    <a:pt x="318100" y="303139"/>
                  </a:lnTo>
                  <a:lnTo>
                    <a:pt x="266269" y="298192"/>
                  </a:lnTo>
                  <a:lnTo>
                    <a:pt x="214344" y="302877"/>
                  </a:lnTo>
                  <a:lnTo>
                    <a:pt x="163408" y="317231"/>
                  </a:lnTo>
                  <a:lnTo>
                    <a:pt x="124267" y="332237"/>
                  </a:lnTo>
                  <a:lnTo>
                    <a:pt x="85133" y="347251"/>
                  </a:lnTo>
                  <a:lnTo>
                    <a:pt x="45999" y="362265"/>
                  </a:lnTo>
                  <a:lnTo>
                    <a:pt x="6858" y="377271"/>
                  </a:lnTo>
                  <a:lnTo>
                    <a:pt x="5874" y="377658"/>
                  </a:lnTo>
                  <a:lnTo>
                    <a:pt x="4481" y="377805"/>
                  </a:lnTo>
                  <a:lnTo>
                    <a:pt x="1486" y="378454"/>
                  </a:lnTo>
                  <a:lnTo>
                    <a:pt x="921" y="375805"/>
                  </a:lnTo>
                  <a:lnTo>
                    <a:pt x="10" y="373449"/>
                  </a:lnTo>
                  <a:lnTo>
                    <a:pt x="0" y="371103"/>
                  </a:lnTo>
                </a:path>
              </a:pathLst>
            </a:custGeom>
            <a:ln w="54909">
              <a:solidFill>
                <a:srgbClr val="FFF5D4"/>
              </a:solidFill>
            </a:ln>
          </p:spPr>
          <p:txBody>
            <a:bodyPr wrap="square" lIns="0" tIns="0" rIns="0" bIns="0" rtlCol="0"/>
            <a:lstStyle/>
            <a:p>
              <a:endParaRPr/>
            </a:p>
          </p:txBody>
        </p:sp>
        <p:sp>
          <p:nvSpPr>
            <p:cNvPr id="27" name="object 27"/>
            <p:cNvSpPr/>
            <p:nvPr/>
          </p:nvSpPr>
          <p:spPr>
            <a:xfrm>
              <a:off x="17591820" y="0"/>
              <a:ext cx="2512695" cy="2512060"/>
            </a:xfrm>
            <a:custGeom>
              <a:avLst/>
              <a:gdLst/>
              <a:ahLst/>
              <a:cxnLst/>
              <a:rect l="l" t="t" r="r" b="b"/>
              <a:pathLst>
                <a:path w="2512694" h="2512060">
                  <a:moveTo>
                    <a:pt x="2512279" y="0"/>
                  </a:moveTo>
                  <a:lnTo>
                    <a:pt x="0" y="0"/>
                  </a:lnTo>
                  <a:lnTo>
                    <a:pt x="0" y="2512007"/>
                  </a:lnTo>
                  <a:lnTo>
                    <a:pt x="2512279" y="2512007"/>
                  </a:lnTo>
                  <a:lnTo>
                    <a:pt x="2512279" y="0"/>
                  </a:lnTo>
                  <a:close/>
                </a:path>
              </a:pathLst>
            </a:custGeom>
            <a:solidFill>
              <a:srgbClr val="79C44F"/>
            </a:solidFill>
          </p:spPr>
          <p:txBody>
            <a:bodyPr wrap="square" lIns="0" tIns="0" rIns="0" bIns="0" rtlCol="0"/>
            <a:lstStyle/>
            <a:p>
              <a:endParaRPr/>
            </a:p>
          </p:txBody>
        </p:sp>
        <p:sp>
          <p:nvSpPr>
            <p:cNvPr id="28" name="object 28"/>
            <p:cNvSpPr/>
            <p:nvPr/>
          </p:nvSpPr>
          <p:spPr>
            <a:xfrm>
              <a:off x="17591820" y="207861"/>
              <a:ext cx="2512695" cy="2139315"/>
            </a:xfrm>
            <a:custGeom>
              <a:avLst/>
              <a:gdLst/>
              <a:ahLst/>
              <a:cxnLst/>
              <a:rect l="l" t="t" r="r" b="b"/>
              <a:pathLst>
                <a:path w="2512694" h="2139315">
                  <a:moveTo>
                    <a:pt x="2512279" y="182573"/>
                  </a:moveTo>
                  <a:lnTo>
                    <a:pt x="2487367" y="162865"/>
                  </a:lnTo>
                  <a:lnTo>
                    <a:pt x="2446147" y="130239"/>
                  </a:lnTo>
                  <a:lnTo>
                    <a:pt x="2405518" y="98097"/>
                  </a:lnTo>
                  <a:lnTo>
                    <a:pt x="2365267" y="66298"/>
                  </a:lnTo>
                  <a:lnTo>
                    <a:pt x="2325180" y="34704"/>
                  </a:lnTo>
                  <a:lnTo>
                    <a:pt x="2280086" y="8828"/>
                  </a:lnTo>
                  <a:lnTo>
                    <a:pt x="2233340" y="0"/>
                  </a:lnTo>
                  <a:lnTo>
                    <a:pt x="2186618" y="8254"/>
                  </a:lnTo>
                  <a:lnTo>
                    <a:pt x="2141594" y="33625"/>
                  </a:lnTo>
                  <a:lnTo>
                    <a:pt x="2100969" y="65227"/>
                  </a:lnTo>
                  <a:lnTo>
                    <a:pt x="2060359" y="96855"/>
                  </a:lnTo>
                  <a:lnTo>
                    <a:pt x="2019810" y="128565"/>
                  </a:lnTo>
                  <a:lnTo>
                    <a:pt x="1979371" y="160414"/>
                  </a:lnTo>
                  <a:lnTo>
                    <a:pt x="1939088" y="192458"/>
                  </a:lnTo>
                  <a:lnTo>
                    <a:pt x="1897731" y="220917"/>
                  </a:lnTo>
                  <a:lnTo>
                    <a:pt x="1854069" y="242304"/>
                  </a:lnTo>
                  <a:lnTo>
                    <a:pt x="1808760" y="256614"/>
                  </a:lnTo>
                  <a:lnTo>
                    <a:pt x="1762458" y="263843"/>
                  </a:lnTo>
                  <a:lnTo>
                    <a:pt x="1715822" y="263985"/>
                  </a:lnTo>
                  <a:lnTo>
                    <a:pt x="1669508" y="257035"/>
                  </a:lnTo>
                  <a:lnTo>
                    <a:pt x="1624173" y="242987"/>
                  </a:lnTo>
                  <a:lnTo>
                    <a:pt x="1580474" y="221837"/>
                  </a:lnTo>
                  <a:lnTo>
                    <a:pt x="1539068" y="193579"/>
                  </a:lnTo>
                  <a:lnTo>
                    <a:pt x="1498050" y="161093"/>
                  </a:lnTo>
                  <a:lnTo>
                    <a:pt x="1456943" y="128722"/>
                  </a:lnTo>
                  <a:lnTo>
                    <a:pt x="1415763" y="96443"/>
                  </a:lnTo>
                  <a:lnTo>
                    <a:pt x="1374527" y="64235"/>
                  </a:lnTo>
                  <a:lnTo>
                    <a:pt x="1333253" y="32076"/>
                  </a:lnTo>
                  <a:lnTo>
                    <a:pt x="1287462" y="7585"/>
                  </a:lnTo>
                  <a:lnTo>
                    <a:pt x="1237600" y="243"/>
                  </a:lnTo>
                  <a:lnTo>
                    <a:pt x="1187430" y="9987"/>
                  </a:lnTo>
                  <a:lnTo>
                    <a:pt x="1140714" y="36756"/>
                  </a:lnTo>
                  <a:lnTo>
                    <a:pt x="1104015" y="66479"/>
                  </a:lnTo>
                  <a:lnTo>
                    <a:pt x="1067420" y="96327"/>
                  </a:lnTo>
                  <a:lnTo>
                    <a:pt x="1030884" y="126247"/>
                  </a:lnTo>
                  <a:lnTo>
                    <a:pt x="994361" y="156183"/>
                  </a:lnTo>
                  <a:lnTo>
                    <a:pt x="957808" y="186082"/>
                  </a:lnTo>
                  <a:lnTo>
                    <a:pt x="915417" y="216157"/>
                  </a:lnTo>
                  <a:lnTo>
                    <a:pt x="870970" y="239109"/>
                  </a:lnTo>
                  <a:lnTo>
                    <a:pt x="825010" y="254895"/>
                  </a:lnTo>
                  <a:lnTo>
                    <a:pt x="778081" y="263470"/>
                  </a:lnTo>
                  <a:lnTo>
                    <a:pt x="730727" y="264791"/>
                  </a:lnTo>
                  <a:lnTo>
                    <a:pt x="683492" y="258814"/>
                  </a:lnTo>
                  <a:lnTo>
                    <a:pt x="636920" y="245495"/>
                  </a:lnTo>
                  <a:lnTo>
                    <a:pt x="591553" y="224791"/>
                  </a:lnTo>
                  <a:lnTo>
                    <a:pt x="547936" y="196657"/>
                  </a:lnTo>
                  <a:lnTo>
                    <a:pt x="509164" y="166876"/>
                  </a:lnTo>
                  <a:lnTo>
                    <a:pt x="470972" y="136316"/>
                  </a:lnTo>
                  <a:lnTo>
                    <a:pt x="433149" y="105267"/>
                  </a:lnTo>
                  <a:lnTo>
                    <a:pt x="395480" y="74019"/>
                  </a:lnTo>
                  <a:lnTo>
                    <a:pt x="357753" y="42861"/>
                  </a:lnTo>
                  <a:lnTo>
                    <a:pt x="315932" y="15779"/>
                  </a:lnTo>
                  <a:lnTo>
                    <a:pt x="273188" y="2097"/>
                  </a:lnTo>
                  <a:lnTo>
                    <a:pt x="230095" y="1857"/>
                  </a:lnTo>
                  <a:lnTo>
                    <a:pt x="187225" y="15099"/>
                  </a:lnTo>
                  <a:lnTo>
                    <a:pt x="145153" y="41866"/>
                  </a:lnTo>
                  <a:lnTo>
                    <a:pt x="104629" y="74639"/>
                  </a:lnTo>
                  <a:lnTo>
                    <a:pt x="64113" y="107423"/>
                  </a:lnTo>
                  <a:lnTo>
                    <a:pt x="23597" y="140205"/>
                  </a:lnTo>
                  <a:lnTo>
                    <a:pt x="0" y="159286"/>
                  </a:lnTo>
                </a:path>
                <a:path w="2512694" h="2139315">
                  <a:moveTo>
                    <a:pt x="2512279" y="651145"/>
                  </a:moveTo>
                  <a:lnTo>
                    <a:pt x="2487367" y="631437"/>
                  </a:lnTo>
                  <a:lnTo>
                    <a:pt x="2446147" y="598811"/>
                  </a:lnTo>
                  <a:lnTo>
                    <a:pt x="2405518" y="566669"/>
                  </a:lnTo>
                  <a:lnTo>
                    <a:pt x="2365267" y="534870"/>
                  </a:lnTo>
                  <a:lnTo>
                    <a:pt x="2325180" y="503276"/>
                  </a:lnTo>
                  <a:lnTo>
                    <a:pt x="2280086" y="477400"/>
                  </a:lnTo>
                  <a:lnTo>
                    <a:pt x="2233340" y="468572"/>
                  </a:lnTo>
                  <a:lnTo>
                    <a:pt x="2186618" y="476826"/>
                  </a:lnTo>
                  <a:lnTo>
                    <a:pt x="2141594" y="502198"/>
                  </a:lnTo>
                  <a:lnTo>
                    <a:pt x="2100969" y="533799"/>
                  </a:lnTo>
                  <a:lnTo>
                    <a:pt x="2060359" y="565427"/>
                  </a:lnTo>
                  <a:lnTo>
                    <a:pt x="2019810" y="597137"/>
                  </a:lnTo>
                  <a:lnTo>
                    <a:pt x="1979371" y="628986"/>
                  </a:lnTo>
                  <a:lnTo>
                    <a:pt x="1939088" y="661030"/>
                  </a:lnTo>
                  <a:lnTo>
                    <a:pt x="1897731" y="689489"/>
                  </a:lnTo>
                  <a:lnTo>
                    <a:pt x="1854069" y="710876"/>
                  </a:lnTo>
                  <a:lnTo>
                    <a:pt x="1808760" y="725186"/>
                  </a:lnTo>
                  <a:lnTo>
                    <a:pt x="1762458" y="732415"/>
                  </a:lnTo>
                  <a:lnTo>
                    <a:pt x="1715822" y="732557"/>
                  </a:lnTo>
                  <a:lnTo>
                    <a:pt x="1669508" y="725607"/>
                  </a:lnTo>
                  <a:lnTo>
                    <a:pt x="1624173" y="711559"/>
                  </a:lnTo>
                  <a:lnTo>
                    <a:pt x="1580474" y="690409"/>
                  </a:lnTo>
                  <a:lnTo>
                    <a:pt x="1539068" y="662151"/>
                  </a:lnTo>
                  <a:lnTo>
                    <a:pt x="1498050" y="629665"/>
                  </a:lnTo>
                  <a:lnTo>
                    <a:pt x="1456943" y="597294"/>
                  </a:lnTo>
                  <a:lnTo>
                    <a:pt x="1415763" y="565015"/>
                  </a:lnTo>
                  <a:lnTo>
                    <a:pt x="1374527" y="532807"/>
                  </a:lnTo>
                  <a:lnTo>
                    <a:pt x="1333253" y="500648"/>
                  </a:lnTo>
                  <a:lnTo>
                    <a:pt x="1287462" y="476157"/>
                  </a:lnTo>
                  <a:lnTo>
                    <a:pt x="1237600" y="468815"/>
                  </a:lnTo>
                  <a:lnTo>
                    <a:pt x="1187430" y="478559"/>
                  </a:lnTo>
                  <a:lnTo>
                    <a:pt x="1140714" y="505328"/>
                  </a:lnTo>
                  <a:lnTo>
                    <a:pt x="1104015" y="535051"/>
                  </a:lnTo>
                  <a:lnTo>
                    <a:pt x="1067420" y="564899"/>
                  </a:lnTo>
                  <a:lnTo>
                    <a:pt x="1030884" y="594819"/>
                  </a:lnTo>
                  <a:lnTo>
                    <a:pt x="994361" y="624755"/>
                  </a:lnTo>
                  <a:lnTo>
                    <a:pt x="957808" y="654654"/>
                  </a:lnTo>
                  <a:lnTo>
                    <a:pt x="915417" y="684729"/>
                  </a:lnTo>
                  <a:lnTo>
                    <a:pt x="870970" y="707681"/>
                  </a:lnTo>
                  <a:lnTo>
                    <a:pt x="825010" y="723467"/>
                  </a:lnTo>
                  <a:lnTo>
                    <a:pt x="778081" y="732042"/>
                  </a:lnTo>
                  <a:lnTo>
                    <a:pt x="730727" y="733363"/>
                  </a:lnTo>
                  <a:lnTo>
                    <a:pt x="683492" y="727386"/>
                  </a:lnTo>
                  <a:lnTo>
                    <a:pt x="636920" y="714067"/>
                  </a:lnTo>
                  <a:lnTo>
                    <a:pt x="591553" y="693363"/>
                  </a:lnTo>
                  <a:lnTo>
                    <a:pt x="547936" y="665229"/>
                  </a:lnTo>
                  <a:lnTo>
                    <a:pt x="509164" y="635448"/>
                  </a:lnTo>
                  <a:lnTo>
                    <a:pt x="470972" y="604888"/>
                  </a:lnTo>
                  <a:lnTo>
                    <a:pt x="433149" y="573840"/>
                  </a:lnTo>
                  <a:lnTo>
                    <a:pt x="395480" y="542591"/>
                  </a:lnTo>
                  <a:lnTo>
                    <a:pt x="357753" y="511433"/>
                  </a:lnTo>
                  <a:lnTo>
                    <a:pt x="315932" y="484351"/>
                  </a:lnTo>
                  <a:lnTo>
                    <a:pt x="273188" y="470669"/>
                  </a:lnTo>
                  <a:lnTo>
                    <a:pt x="230095" y="470429"/>
                  </a:lnTo>
                  <a:lnTo>
                    <a:pt x="187225" y="483671"/>
                  </a:lnTo>
                  <a:lnTo>
                    <a:pt x="145153" y="510438"/>
                  </a:lnTo>
                  <a:lnTo>
                    <a:pt x="104629" y="543211"/>
                  </a:lnTo>
                  <a:lnTo>
                    <a:pt x="64113" y="575995"/>
                  </a:lnTo>
                  <a:lnTo>
                    <a:pt x="23597" y="608777"/>
                  </a:lnTo>
                  <a:lnTo>
                    <a:pt x="0" y="627858"/>
                  </a:lnTo>
                </a:path>
                <a:path w="2512694" h="2139315">
                  <a:moveTo>
                    <a:pt x="2512279" y="1119717"/>
                  </a:moveTo>
                  <a:lnTo>
                    <a:pt x="2487367" y="1100009"/>
                  </a:lnTo>
                  <a:lnTo>
                    <a:pt x="2446147" y="1067384"/>
                  </a:lnTo>
                  <a:lnTo>
                    <a:pt x="2405518" y="1035241"/>
                  </a:lnTo>
                  <a:lnTo>
                    <a:pt x="2365267" y="1003442"/>
                  </a:lnTo>
                  <a:lnTo>
                    <a:pt x="2325180" y="971848"/>
                  </a:lnTo>
                  <a:lnTo>
                    <a:pt x="2280086" y="945972"/>
                  </a:lnTo>
                  <a:lnTo>
                    <a:pt x="2233340" y="937144"/>
                  </a:lnTo>
                  <a:lnTo>
                    <a:pt x="2186618" y="945398"/>
                  </a:lnTo>
                  <a:lnTo>
                    <a:pt x="2141594" y="970770"/>
                  </a:lnTo>
                  <a:lnTo>
                    <a:pt x="2100969" y="1002371"/>
                  </a:lnTo>
                  <a:lnTo>
                    <a:pt x="2060359" y="1033999"/>
                  </a:lnTo>
                  <a:lnTo>
                    <a:pt x="2019810" y="1065710"/>
                  </a:lnTo>
                  <a:lnTo>
                    <a:pt x="1979371" y="1097559"/>
                  </a:lnTo>
                  <a:lnTo>
                    <a:pt x="1939088" y="1129603"/>
                  </a:lnTo>
                  <a:lnTo>
                    <a:pt x="1897731" y="1158061"/>
                  </a:lnTo>
                  <a:lnTo>
                    <a:pt x="1854069" y="1179448"/>
                  </a:lnTo>
                  <a:lnTo>
                    <a:pt x="1808760" y="1193758"/>
                  </a:lnTo>
                  <a:lnTo>
                    <a:pt x="1762458" y="1200987"/>
                  </a:lnTo>
                  <a:lnTo>
                    <a:pt x="1715822" y="1201129"/>
                  </a:lnTo>
                  <a:lnTo>
                    <a:pt x="1669508" y="1194179"/>
                  </a:lnTo>
                  <a:lnTo>
                    <a:pt x="1624173" y="1180132"/>
                  </a:lnTo>
                  <a:lnTo>
                    <a:pt x="1580474" y="1158981"/>
                  </a:lnTo>
                  <a:lnTo>
                    <a:pt x="1539068" y="1130723"/>
                  </a:lnTo>
                  <a:lnTo>
                    <a:pt x="1498050" y="1098237"/>
                  </a:lnTo>
                  <a:lnTo>
                    <a:pt x="1456943" y="1065866"/>
                  </a:lnTo>
                  <a:lnTo>
                    <a:pt x="1415763" y="1033587"/>
                  </a:lnTo>
                  <a:lnTo>
                    <a:pt x="1374527" y="1001379"/>
                  </a:lnTo>
                  <a:lnTo>
                    <a:pt x="1333253" y="969220"/>
                  </a:lnTo>
                  <a:lnTo>
                    <a:pt x="1287462" y="944729"/>
                  </a:lnTo>
                  <a:lnTo>
                    <a:pt x="1237600" y="937387"/>
                  </a:lnTo>
                  <a:lnTo>
                    <a:pt x="1187430" y="947131"/>
                  </a:lnTo>
                  <a:lnTo>
                    <a:pt x="1140714" y="973900"/>
                  </a:lnTo>
                  <a:lnTo>
                    <a:pt x="1104015" y="1003623"/>
                  </a:lnTo>
                  <a:lnTo>
                    <a:pt x="1067420" y="1033471"/>
                  </a:lnTo>
                  <a:lnTo>
                    <a:pt x="1030884" y="1063391"/>
                  </a:lnTo>
                  <a:lnTo>
                    <a:pt x="994361" y="1093328"/>
                  </a:lnTo>
                  <a:lnTo>
                    <a:pt x="957808" y="1123226"/>
                  </a:lnTo>
                  <a:lnTo>
                    <a:pt x="915417" y="1153301"/>
                  </a:lnTo>
                  <a:lnTo>
                    <a:pt x="870970" y="1176253"/>
                  </a:lnTo>
                  <a:lnTo>
                    <a:pt x="825010" y="1192039"/>
                  </a:lnTo>
                  <a:lnTo>
                    <a:pt x="778081" y="1200614"/>
                  </a:lnTo>
                  <a:lnTo>
                    <a:pt x="730727" y="1201935"/>
                  </a:lnTo>
                  <a:lnTo>
                    <a:pt x="683492" y="1195958"/>
                  </a:lnTo>
                  <a:lnTo>
                    <a:pt x="636920" y="1182639"/>
                  </a:lnTo>
                  <a:lnTo>
                    <a:pt x="591553" y="1161935"/>
                  </a:lnTo>
                  <a:lnTo>
                    <a:pt x="547936" y="1133801"/>
                  </a:lnTo>
                  <a:lnTo>
                    <a:pt x="509164" y="1104020"/>
                  </a:lnTo>
                  <a:lnTo>
                    <a:pt x="470972" y="1073460"/>
                  </a:lnTo>
                  <a:lnTo>
                    <a:pt x="433149" y="1042412"/>
                  </a:lnTo>
                  <a:lnTo>
                    <a:pt x="395480" y="1011163"/>
                  </a:lnTo>
                  <a:lnTo>
                    <a:pt x="357753" y="980005"/>
                  </a:lnTo>
                  <a:lnTo>
                    <a:pt x="315932" y="952923"/>
                  </a:lnTo>
                  <a:lnTo>
                    <a:pt x="273188" y="939241"/>
                  </a:lnTo>
                  <a:lnTo>
                    <a:pt x="230095" y="939001"/>
                  </a:lnTo>
                  <a:lnTo>
                    <a:pt x="187225" y="952244"/>
                  </a:lnTo>
                  <a:lnTo>
                    <a:pt x="145153" y="979010"/>
                  </a:lnTo>
                  <a:lnTo>
                    <a:pt x="104629" y="1011783"/>
                  </a:lnTo>
                  <a:lnTo>
                    <a:pt x="64113" y="1044567"/>
                  </a:lnTo>
                  <a:lnTo>
                    <a:pt x="23597" y="1077349"/>
                  </a:lnTo>
                  <a:lnTo>
                    <a:pt x="0" y="1096430"/>
                  </a:lnTo>
                </a:path>
                <a:path w="2512694" h="2139315">
                  <a:moveTo>
                    <a:pt x="2512279" y="1588289"/>
                  </a:moveTo>
                  <a:lnTo>
                    <a:pt x="2487367" y="1568581"/>
                  </a:lnTo>
                  <a:lnTo>
                    <a:pt x="2446147" y="1535956"/>
                  </a:lnTo>
                  <a:lnTo>
                    <a:pt x="2405518" y="1503813"/>
                  </a:lnTo>
                  <a:lnTo>
                    <a:pt x="2365267" y="1472014"/>
                  </a:lnTo>
                  <a:lnTo>
                    <a:pt x="2325180" y="1440420"/>
                  </a:lnTo>
                  <a:lnTo>
                    <a:pt x="2280086" y="1414544"/>
                  </a:lnTo>
                  <a:lnTo>
                    <a:pt x="2233340" y="1405716"/>
                  </a:lnTo>
                  <a:lnTo>
                    <a:pt x="2186618" y="1413970"/>
                  </a:lnTo>
                  <a:lnTo>
                    <a:pt x="2141594" y="1439342"/>
                  </a:lnTo>
                  <a:lnTo>
                    <a:pt x="2100969" y="1470944"/>
                  </a:lnTo>
                  <a:lnTo>
                    <a:pt x="2060359" y="1502571"/>
                  </a:lnTo>
                  <a:lnTo>
                    <a:pt x="2019810" y="1534282"/>
                  </a:lnTo>
                  <a:lnTo>
                    <a:pt x="1979371" y="1566131"/>
                  </a:lnTo>
                  <a:lnTo>
                    <a:pt x="1939088" y="1598175"/>
                  </a:lnTo>
                  <a:lnTo>
                    <a:pt x="1897731" y="1626633"/>
                  </a:lnTo>
                  <a:lnTo>
                    <a:pt x="1854069" y="1648020"/>
                  </a:lnTo>
                  <a:lnTo>
                    <a:pt x="1808760" y="1662331"/>
                  </a:lnTo>
                  <a:lnTo>
                    <a:pt x="1762458" y="1669559"/>
                  </a:lnTo>
                  <a:lnTo>
                    <a:pt x="1715822" y="1669702"/>
                  </a:lnTo>
                  <a:lnTo>
                    <a:pt x="1669508" y="1662751"/>
                  </a:lnTo>
                  <a:lnTo>
                    <a:pt x="1624173" y="1648704"/>
                  </a:lnTo>
                  <a:lnTo>
                    <a:pt x="1580474" y="1627553"/>
                  </a:lnTo>
                  <a:lnTo>
                    <a:pt x="1539068" y="1599295"/>
                  </a:lnTo>
                  <a:lnTo>
                    <a:pt x="1498050" y="1566809"/>
                  </a:lnTo>
                  <a:lnTo>
                    <a:pt x="1456943" y="1534438"/>
                  </a:lnTo>
                  <a:lnTo>
                    <a:pt x="1415763" y="1502159"/>
                  </a:lnTo>
                  <a:lnTo>
                    <a:pt x="1374527" y="1469951"/>
                  </a:lnTo>
                  <a:lnTo>
                    <a:pt x="1333253" y="1437792"/>
                  </a:lnTo>
                  <a:lnTo>
                    <a:pt x="1287462" y="1413302"/>
                  </a:lnTo>
                  <a:lnTo>
                    <a:pt x="1237600" y="1405959"/>
                  </a:lnTo>
                  <a:lnTo>
                    <a:pt x="1187430" y="1415704"/>
                  </a:lnTo>
                  <a:lnTo>
                    <a:pt x="1140714" y="1442473"/>
                  </a:lnTo>
                  <a:lnTo>
                    <a:pt x="1104015" y="1472195"/>
                  </a:lnTo>
                  <a:lnTo>
                    <a:pt x="1067420" y="1502043"/>
                  </a:lnTo>
                  <a:lnTo>
                    <a:pt x="1030884" y="1531963"/>
                  </a:lnTo>
                  <a:lnTo>
                    <a:pt x="994361" y="1561900"/>
                  </a:lnTo>
                  <a:lnTo>
                    <a:pt x="957808" y="1591798"/>
                  </a:lnTo>
                  <a:lnTo>
                    <a:pt x="915417" y="1621873"/>
                  </a:lnTo>
                  <a:lnTo>
                    <a:pt x="870970" y="1644825"/>
                  </a:lnTo>
                  <a:lnTo>
                    <a:pt x="825010" y="1660611"/>
                  </a:lnTo>
                  <a:lnTo>
                    <a:pt x="778081" y="1669186"/>
                  </a:lnTo>
                  <a:lnTo>
                    <a:pt x="730727" y="1670507"/>
                  </a:lnTo>
                  <a:lnTo>
                    <a:pt x="683492" y="1664530"/>
                  </a:lnTo>
                  <a:lnTo>
                    <a:pt x="636920" y="1651211"/>
                  </a:lnTo>
                  <a:lnTo>
                    <a:pt x="591553" y="1630507"/>
                  </a:lnTo>
                  <a:lnTo>
                    <a:pt x="547936" y="1602373"/>
                  </a:lnTo>
                  <a:lnTo>
                    <a:pt x="509164" y="1572592"/>
                  </a:lnTo>
                  <a:lnTo>
                    <a:pt x="470972" y="1542033"/>
                  </a:lnTo>
                  <a:lnTo>
                    <a:pt x="433149" y="1510984"/>
                  </a:lnTo>
                  <a:lnTo>
                    <a:pt x="395480" y="1479735"/>
                  </a:lnTo>
                  <a:lnTo>
                    <a:pt x="357753" y="1448577"/>
                  </a:lnTo>
                  <a:lnTo>
                    <a:pt x="315932" y="1421495"/>
                  </a:lnTo>
                  <a:lnTo>
                    <a:pt x="273188" y="1407813"/>
                  </a:lnTo>
                  <a:lnTo>
                    <a:pt x="230095" y="1407573"/>
                  </a:lnTo>
                  <a:lnTo>
                    <a:pt x="187225" y="1420816"/>
                  </a:lnTo>
                  <a:lnTo>
                    <a:pt x="145153" y="1447582"/>
                  </a:lnTo>
                  <a:lnTo>
                    <a:pt x="104629" y="1480355"/>
                  </a:lnTo>
                  <a:lnTo>
                    <a:pt x="64113" y="1513139"/>
                  </a:lnTo>
                  <a:lnTo>
                    <a:pt x="23597" y="1545921"/>
                  </a:lnTo>
                  <a:lnTo>
                    <a:pt x="0" y="1565002"/>
                  </a:lnTo>
                </a:path>
                <a:path w="2512694" h="2139315">
                  <a:moveTo>
                    <a:pt x="2512279" y="2056861"/>
                  </a:moveTo>
                  <a:lnTo>
                    <a:pt x="2487367" y="2037153"/>
                  </a:lnTo>
                  <a:lnTo>
                    <a:pt x="2446147" y="2004528"/>
                  </a:lnTo>
                  <a:lnTo>
                    <a:pt x="2405518" y="1972385"/>
                  </a:lnTo>
                  <a:lnTo>
                    <a:pt x="2365267" y="1940587"/>
                  </a:lnTo>
                  <a:lnTo>
                    <a:pt x="2325180" y="1908992"/>
                  </a:lnTo>
                  <a:lnTo>
                    <a:pt x="2280086" y="1883116"/>
                  </a:lnTo>
                  <a:lnTo>
                    <a:pt x="2233340" y="1874288"/>
                  </a:lnTo>
                  <a:lnTo>
                    <a:pt x="2186618" y="1882542"/>
                  </a:lnTo>
                  <a:lnTo>
                    <a:pt x="2141594" y="1907914"/>
                  </a:lnTo>
                  <a:lnTo>
                    <a:pt x="2100969" y="1939516"/>
                  </a:lnTo>
                  <a:lnTo>
                    <a:pt x="2060359" y="1971143"/>
                  </a:lnTo>
                  <a:lnTo>
                    <a:pt x="2019810" y="2002854"/>
                  </a:lnTo>
                  <a:lnTo>
                    <a:pt x="1979371" y="2034703"/>
                  </a:lnTo>
                  <a:lnTo>
                    <a:pt x="1939088" y="2066747"/>
                  </a:lnTo>
                  <a:lnTo>
                    <a:pt x="1897731" y="2095205"/>
                  </a:lnTo>
                  <a:lnTo>
                    <a:pt x="1854069" y="2116592"/>
                  </a:lnTo>
                  <a:lnTo>
                    <a:pt x="1808760" y="2130903"/>
                  </a:lnTo>
                  <a:lnTo>
                    <a:pt x="1762458" y="2138132"/>
                  </a:lnTo>
                  <a:lnTo>
                    <a:pt x="1715822" y="2138274"/>
                  </a:lnTo>
                  <a:lnTo>
                    <a:pt x="1669508" y="2131323"/>
                  </a:lnTo>
                  <a:lnTo>
                    <a:pt x="1624173" y="2117276"/>
                  </a:lnTo>
                  <a:lnTo>
                    <a:pt x="1580474" y="2096125"/>
                  </a:lnTo>
                  <a:lnTo>
                    <a:pt x="1539068" y="2067867"/>
                  </a:lnTo>
                  <a:lnTo>
                    <a:pt x="1498050" y="2035382"/>
                  </a:lnTo>
                  <a:lnTo>
                    <a:pt x="1456943" y="2003010"/>
                  </a:lnTo>
                  <a:lnTo>
                    <a:pt x="1415763" y="1970731"/>
                  </a:lnTo>
                  <a:lnTo>
                    <a:pt x="1374527" y="1938523"/>
                  </a:lnTo>
                  <a:lnTo>
                    <a:pt x="1333253" y="1906364"/>
                  </a:lnTo>
                  <a:lnTo>
                    <a:pt x="1287462" y="1881874"/>
                  </a:lnTo>
                  <a:lnTo>
                    <a:pt x="1237600" y="1874531"/>
                  </a:lnTo>
                  <a:lnTo>
                    <a:pt x="1187430" y="1884276"/>
                  </a:lnTo>
                  <a:lnTo>
                    <a:pt x="1140714" y="1911045"/>
                  </a:lnTo>
                  <a:lnTo>
                    <a:pt x="1104015" y="1940767"/>
                  </a:lnTo>
                  <a:lnTo>
                    <a:pt x="1067420" y="1970616"/>
                  </a:lnTo>
                  <a:lnTo>
                    <a:pt x="1030884" y="2000535"/>
                  </a:lnTo>
                  <a:lnTo>
                    <a:pt x="994361" y="2030472"/>
                  </a:lnTo>
                  <a:lnTo>
                    <a:pt x="957808" y="2060370"/>
                  </a:lnTo>
                  <a:lnTo>
                    <a:pt x="915417" y="2090445"/>
                  </a:lnTo>
                  <a:lnTo>
                    <a:pt x="870970" y="2113397"/>
                  </a:lnTo>
                  <a:lnTo>
                    <a:pt x="825010" y="2129183"/>
                  </a:lnTo>
                  <a:lnTo>
                    <a:pt x="778081" y="2137758"/>
                  </a:lnTo>
                  <a:lnTo>
                    <a:pt x="730727" y="2139079"/>
                  </a:lnTo>
                  <a:lnTo>
                    <a:pt x="683492" y="2133102"/>
                  </a:lnTo>
                  <a:lnTo>
                    <a:pt x="636920" y="2119784"/>
                  </a:lnTo>
                  <a:lnTo>
                    <a:pt x="591553" y="2099079"/>
                  </a:lnTo>
                  <a:lnTo>
                    <a:pt x="547936" y="2070946"/>
                  </a:lnTo>
                  <a:lnTo>
                    <a:pt x="509164" y="2041164"/>
                  </a:lnTo>
                  <a:lnTo>
                    <a:pt x="470972" y="2010605"/>
                  </a:lnTo>
                  <a:lnTo>
                    <a:pt x="433149" y="1979556"/>
                  </a:lnTo>
                  <a:lnTo>
                    <a:pt x="395480" y="1948308"/>
                  </a:lnTo>
                  <a:lnTo>
                    <a:pt x="357753" y="1917149"/>
                  </a:lnTo>
                  <a:lnTo>
                    <a:pt x="315932" y="1890067"/>
                  </a:lnTo>
                  <a:lnTo>
                    <a:pt x="273188" y="1876385"/>
                  </a:lnTo>
                  <a:lnTo>
                    <a:pt x="230095" y="1876145"/>
                  </a:lnTo>
                  <a:lnTo>
                    <a:pt x="187225" y="1889388"/>
                  </a:lnTo>
                  <a:lnTo>
                    <a:pt x="145153" y="1916155"/>
                  </a:lnTo>
                  <a:lnTo>
                    <a:pt x="104629" y="1948928"/>
                  </a:lnTo>
                  <a:lnTo>
                    <a:pt x="64113" y="1981711"/>
                  </a:lnTo>
                  <a:lnTo>
                    <a:pt x="23597" y="2014493"/>
                  </a:lnTo>
                  <a:lnTo>
                    <a:pt x="0" y="2033574"/>
                  </a:lnTo>
                </a:path>
              </a:pathLst>
            </a:custGeom>
            <a:ln w="52354">
              <a:solidFill>
                <a:srgbClr val="00705C"/>
              </a:solidFill>
            </a:ln>
          </p:spPr>
          <p:txBody>
            <a:bodyPr wrap="square" lIns="0" tIns="0" rIns="0" bIns="0" rtlCol="0"/>
            <a:lstStyle/>
            <a:p>
              <a:endParaRPr/>
            </a:p>
          </p:txBody>
        </p:sp>
      </p:grpSp>
      <p:sp>
        <p:nvSpPr>
          <p:cNvPr id="29" name="object 29"/>
          <p:cNvSpPr txBox="1">
            <a:spLocks noGrp="1"/>
          </p:cNvSpPr>
          <p:nvPr>
            <p:ph type="body" idx="1"/>
          </p:nvPr>
        </p:nvSpPr>
        <p:spPr>
          <a:xfrm>
            <a:off x="1175827" y="7312025"/>
            <a:ext cx="17752444" cy="5365750"/>
          </a:xfrm>
          <a:prstGeom prst="rect">
            <a:avLst/>
          </a:prstGeom>
        </p:spPr>
        <p:txBody>
          <a:bodyPr vert="horz" wrap="square" lIns="0" tIns="13970" rIns="0" bIns="0" rtlCol="0">
            <a:spAutoFit/>
          </a:bodyPr>
          <a:lstStyle/>
          <a:p>
            <a:pPr marL="780415">
              <a:lnSpc>
                <a:spcPct val="100000"/>
              </a:lnSpc>
              <a:spcBef>
                <a:spcPts val="110"/>
              </a:spcBef>
            </a:pPr>
            <a:r>
              <a:rPr spc="-70" dirty="0"/>
              <a:t>Promote</a:t>
            </a:r>
            <a:r>
              <a:rPr spc="-110" dirty="0"/>
              <a:t> </a:t>
            </a:r>
            <a:r>
              <a:rPr spc="-50" dirty="0"/>
              <a:t>breastfeeding</a:t>
            </a:r>
          </a:p>
          <a:p>
            <a:pPr marL="767715">
              <a:lnSpc>
                <a:spcPct val="100000"/>
              </a:lnSpc>
            </a:pPr>
            <a:endParaRPr sz="3400" dirty="0"/>
          </a:p>
          <a:p>
            <a:pPr marL="780415">
              <a:lnSpc>
                <a:spcPct val="100000"/>
              </a:lnSpc>
            </a:pPr>
            <a:r>
              <a:rPr spc="-55" dirty="0"/>
              <a:t>Raise</a:t>
            </a:r>
            <a:r>
              <a:rPr spc="-80" dirty="0"/>
              <a:t> </a:t>
            </a:r>
            <a:r>
              <a:rPr spc="-65" dirty="0"/>
              <a:t>awareness</a:t>
            </a:r>
            <a:r>
              <a:rPr spc="-75" dirty="0"/>
              <a:t> </a:t>
            </a:r>
            <a:r>
              <a:rPr spc="-40" dirty="0"/>
              <a:t>about</a:t>
            </a:r>
            <a:r>
              <a:rPr spc="-75" dirty="0"/>
              <a:t> </a:t>
            </a:r>
            <a:r>
              <a:rPr spc="-50"/>
              <a:t>WASH-related</a:t>
            </a:r>
            <a:r>
              <a:rPr spc="-80"/>
              <a:t> </a:t>
            </a:r>
            <a:r>
              <a:rPr spc="-55"/>
              <a:t>practice</a:t>
            </a:r>
            <a:r>
              <a:rPr lang="en-US" spc="-55"/>
              <a:t>s</a:t>
            </a:r>
            <a:endParaRPr spc="-55" dirty="0"/>
          </a:p>
          <a:p>
            <a:pPr marL="780415" marR="5080">
              <a:lnSpc>
                <a:spcPct val="111400"/>
              </a:lnSpc>
              <a:spcBef>
                <a:spcPts val="4285"/>
              </a:spcBef>
            </a:pPr>
            <a:r>
              <a:rPr spc="-45" dirty="0"/>
              <a:t>Contribute</a:t>
            </a:r>
            <a:r>
              <a:rPr spc="-70" dirty="0"/>
              <a:t> </a:t>
            </a:r>
            <a:r>
              <a:rPr spc="-30" dirty="0"/>
              <a:t>to</a:t>
            </a:r>
            <a:r>
              <a:rPr spc="-65" dirty="0"/>
              <a:t> </a:t>
            </a:r>
            <a:r>
              <a:rPr spc="-45" dirty="0"/>
              <a:t>health</a:t>
            </a:r>
            <a:r>
              <a:rPr spc="-70" dirty="0"/>
              <a:t> </a:t>
            </a:r>
            <a:r>
              <a:rPr spc="-50" dirty="0"/>
              <a:t>surveillance</a:t>
            </a:r>
            <a:r>
              <a:rPr spc="-65" dirty="0"/>
              <a:t> </a:t>
            </a:r>
            <a:r>
              <a:rPr b="1" spc="-35" dirty="0">
                <a:latin typeface="Arial"/>
                <a:cs typeface="Arial"/>
              </a:rPr>
              <a:t>on</a:t>
            </a:r>
            <a:r>
              <a:rPr b="1" spc="-70" dirty="0">
                <a:latin typeface="Arial"/>
                <a:cs typeface="Arial"/>
              </a:rPr>
              <a:t> WASH-related </a:t>
            </a:r>
            <a:r>
              <a:rPr b="1" spc="-65" dirty="0">
                <a:latin typeface="Arial"/>
                <a:cs typeface="Arial"/>
              </a:rPr>
              <a:t>diseases </a:t>
            </a:r>
            <a:r>
              <a:rPr b="1" spc="-40" dirty="0">
                <a:latin typeface="Arial"/>
                <a:cs typeface="Arial"/>
              </a:rPr>
              <a:t>with</a:t>
            </a:r>
            <a:r>
              <a:rPr b="1" spc="-70" dirty="0">
                <a:latin typeface="Arial"/>
                <a:cs typeface="Arial"/>
              </a:rPr>
              <a:t> </a:t>
            </a:r>
            <a:r>
              <a:rPr b="1" spc="-35" dirty="0">
                <a:latin typeface="Arial"/>
                <a:cs typeface="Arial"/>
              </a:rPr>
              <a:t>the</a:t>
            </a:r>
            <a:r>
              <a:rPr b="1" spc="-70" dirty="0">
                <a:latin typeface="Arial"/>
                <a:cs typeface="Arial"/>
              </a:rPr>
              <a:t> </a:t>
            </a:r>
            <a:r>
              <a:rPr b="1" spc="-50" dirty="0">
                <a:latin typeface="Arial"/>
                <a:cs typeface="Arial"/>
              </a:rPr>
              <a:t>aim </a:t>
            </a:r>
            <a:r>
              <a:rPr b="1" spc="-1010" dirty="0">
                <a:latin typeface="Arial"/>
                <a:cs typeface="Arial"/>
              </a:rPr>
              <a:t> </a:t>
            </a:r>
            <a:r>
              <a:rPr b="1" spc="-45" dirty="0">
                <a:latin typeface="Arial"/>
                <a:cs typeface="Arial"/>
              </a:rPr>
              <a:t>of</a:t>
            </a:r>
            <a:r>
              <a:rPr b="1" spc="-75" dirty="0">
                <a:latin typeface="Arial"/>
                <a:cs typeface="Arial"/>
              </a:rPr>
              <a:t> </a:t>
            </a:r>
            <a:r>
              <a:rPr b="1" spc="-65" dirty="0">
                <a:latin typeface="Arial"/>
                <a:cs typeface="Arial"/>
              </a:rPr>
              <a:t>informing</a:t>
            </a:r>
            <a:r>
              <a:rPr b="1" spc="-70" dirty="0">
                <a:latin typeface="Arial"/>
                <a:cs typeface="Arial"/>
              </a:rPr>
              <a:t> </a:t>
            </a:r>
            <a:r>
              <a:rPr b="1" spc="-60" dirty="0">
                <a:latin typeface="Arial"/>
                <a:cs typeface="Arial"/>
              </a:rPr>
              <a:t>appropriate</a:t>
            </a:r>
            <a:r>
              <a:rPr b="1" spc="-75" dirty="0">
                <a:latin typeface="Arial"/>
                <a:cs typeface="Arial"/>
              </a:rPr>
              <a:t> </a:t>
            </a:r>
            <a:r>
              <a:rPr b="1" spc="-70" dirty="0">
                <a:latin typeface="Arial"/>
                <a:cs typeface="Arial"/>
              </a:rPr>
              <a:t>WASH-related </a:t>
            </a:r>
            <a:r>
              <a:rPr b="1" spc="-50" dirty="0">
                <a:latin typeface="Arial"/>
                <a:cs typeface="Arial"/>
              </a:rPr>
              <a:t>action</a:t>
            </a:r>
            <a:r>
              <a:rPr lang="en-US" b="1" spc="-50" dirty="0">
                <a:latin typeface="Arial"/>
                <a:cs typeface="Arial"/>
              </a:rPr>
              <a:t>s</a:t>
            </a:r>
            <a:endParaRPr b="1" spc="-50" dirty="0">
              <a:latin typeface="Arial"/>
              <a:cs typeface="Arial"/>
            </a:endParaRPr>
          </a:p>
          <a:p>
            <a:pPr marL="767715">
              <a:lnSpc>
                <a:spcPct val="100000"/>
              </a:lnSpc>
              <a:spcBef>
                <a:spcPts val="35"/>
              </a:spcBef>
            </a:pPr>
            <a:endParaRPr b="1" spc="-50" dirty="0">
              <a:latin typeface="Arial"/>
              <a:cs typeface="Arial"/>
            </a:endParaRPr>
          </a:p>
          <a:p>
            <a:pPr marL="780415" marR="1424940">
              <a:lnSpc>
                <a:spcPct val="111400"/>
              </a:lnSpc>
            </a:pPr>
            <a:r>
              <a:rPr spc="-70" dirty="0"/>
              <a:t>Advocate</a:t>
            </a:r>
            <a:r>
              <a:rPr spc="-40" dirty="0"/>
              <a:t> </a:t>
            </a:r>
            <a:r>
              <a:rPr spc="-55" dirty="0"/>
              <a:t>essential </a:t>
            </a:r>
            <a:r>
              <a:rPr spc="-50" dirty="0"/>
              <a:t>action</a:t>
            </a:r>
            <a:r>
              <a:rPr lang="en-US" spc="-50" dirty="0"/>
              <a:t>s</a:t>
            </a:r>
            <a:r>
              <a:rPr spc="-50" dirty="0"/>
              <a:t> </a:t>
            </a:r>
            <a:r>
              <a:rPr b="1" spc="-40" dirty="0">
                <a:latin typeface="Arial"/>
                <a:cs typeface="Arial"/>
              </a:rPr>
              <a:t>to </a:t>
            </a:r>
            <a:r>
              <a:rPr b="1" spc="-70" dirty="0">
                <a:latin typeface="Arial"/>
                <a:cs typeface="Arial"/>
              </a:rPr>
              <a:t>ensure </a:t>
            </a:r>
            <a:r>
              <a:rPr b="1" spc="-55" dirty="0">
                <a:latin typeface="Arial"/>
                <a:cs typeface="Arial"/>
              </a:rPr>
              <a:t>access </a:t>
            </a:r>
            <a:r>
              <a:rPr b="1" spc="-40" dirty="0">
                <a:latin typeface="Arial"/>
                <a:cs typeface="Arial"/>
              </a:rPr>
              <a:t>to </a:t>
            </a:r>
            <a:r>
              <a:rPr b="1" spc="-100" dirty="0">
                <a:latin typeface="Arial"/>
                <a:cs typeface="Arial"/>
              </a:rPr>
              <a:t>WASH </a:t>
            </a:r>
            <a:r>
              <a:rPr b="1" spc="-45" dirty="0">
                <a:latin typeface="Arial"/>
                <a:cs typeface="Arial"/>
              </a:rPr>
              <a:t>in </a:t>
            </a:r>
            <a:r>
              <a:rPr b="1" spc="-60" dirty="0">
                <a:latin typeface="Arial"/>
                <a:cs typeface="Arial"/>
              </a:rPr>
              <a:t>homes, </a:t>
            </a:r>
            <a:r>
              <a:rPr b="1" spc="-1015" dirty="0">
                <a:latin typeface="Arial"/>
                <a:cs typeface="Arial"/>
              </a:rPr>
              <a:t> </a:t>
            </a:r>
            <a:r>
              <a:rPr b="1" spc="-65" dirty="0">
                <a:latin typeface="Arial"/>
                <a:cs typeface="Arial"/>
              </a:rPr>
              <a:t>schools</a:t>
            </a:r>
            <a:r>
              <a:rPr b="1" spc="-80" dirty="0">
                <a:latin typeface="Arial"/>
                <a:cs typeface="Arial"/>
              </a:rPr>
              <a:t> </a:t>
            </a:r>
            <a:r>
              <a:rPr b="1" spc="-50" dirty="0">
                <a:latin typeface="Arial"/>
                <a:cs typeface="Arial"/>
              </a:rPr>
              <a:t>and</a:t>
            </a:r>
            <a:r>
              <a:rPr b="1" spc="-75" dirty="0">
                <a:latin typeface="Arial"/>
                <a:cs typeface="Arial"/>
              </a:rPr>
              <a:t> </a:t>
            </a:r>
            <a:r>
              <a:rPr b="1" spc="-50" dirty="0">
                <a:latin typeface="Arial"/>
                <a:cs typeface="Arial"/>
              </a:rPr>
              <a:t>health</a:t>
            </a:r>
            <a:r>
              <a:rPr b="1" spc="-75" dirty="0">
                <a:latin typeface="Arial"/>
                <a:cs typeface="Arial"/>
              </a:rPr>
              <a:t> </a:t>
            </a:r>
            <a:r>
              <a:rPr b="1" spc="-60" dirty="0">
                <a:latin typeface="Arial"/>
                <a:cs typeface="Arial"/>
              </a:rPr>
              <a:t>facilities</a:t>
            </a:r>
          </a:p>
        </p:txBody>
      </p:sp>
      <p:sp>
        <p:nvSpPr>
          <p:cNvPr id="30" name="object 30"/>
          <p:cNvSpPr/>
          <p:nvPr/>
        </p:nvSpPr>
        <p:spPr>
          <a:xfrm>
            <a:off x="957292" y="7159625"/>
            <a:ext cx="495934" cy="1006475"/>
          </a:xfrm>
          <a:custGeom>
            <a:avLst/>
            <a:gdLst/>
            <a:ahLst/>
            <a:cxnLst/>
            <a:rect l="l" t="t" r="r" b="b"/>
            <a:pathLst>
              <a:path w="495934" h="1006475">
                <a:moveTo>
                  <a:pt x="0" y="1005875"/>
                </a:moveTo>
                <a:lnTo>
                  <a:pt x="495838" y="502937"/>
                </a:lnTo>
                <a:lnTo>
                  <a:pt x="0" y="0"/>
                </a:lnTo>
              </a:path>
            </a:pathLst>
          </a:custGeom>
          <a:ln w="41883">
            <a:solidFill>
              <a:srgbClr val="00705C"/>
            </a:solidFill>
          </a:ln>
        </p:spPr>
        <p:txBody>
          <a:bodyPr wrap="square" lIns="0" tIns="0" rIns="0" bIns="0" rtlCol="0"/>
          <a:lstStyle/>
          <a:p>
            <a:endParaRPr/>
          </a:p>
        </p:txBody>
      </p:sp>
      <p:sp>
        <p:nvSpPr>
          <p:cNvPr id="31" name="object 31"/>
          <p:cNvSpPr/>
          <p:nvPr/>
        </p:nvSpPr>
        <p:spPr>
          <a:xfrm>
            <a:off x="957292" y="8302625"/>
            <a:ext cx="495934" cy="1006475"/>
          </a:xfrm>
          <a:custGeom>
            <a:avLst/>
            <a:gdLst/>
            <a:ahLst/>
            <a:cxnLst/>
            <a:rect l="l" t="t" r="r" b="b"/>
            <a:pathLst>
              <a:path w="495934" h="1006475">
                <a:moveTo>
                  <a:pt x="0" y="1005875"/>
                </a:moveTo>
                <a:lnTo>
                  <a:pt x="495838" y="502937"/>
                </a:lnTo>
                <a:lnTo>
                  <a:pt x="0" y="0"/>
                </a:lnTo>
              </a:path>
            </a:pathLst>
          </a:custGeom>
          <a:ln w="41883">
            <a:solidFill>
              <a:srgbClr val="0E9C4E"/>
            </a:solidFill>
          </a:ln>
        </p:spPr>
        <p:txBody>
          <a:bodyPr wrap="square" lIns="0" tIns="0" rIns="0" bIns="0" rtlCol="0"/>
          <a:lstStyle/>
          <a:p>
            <a:endParaRPr/>
          </a:p>
        </p:txBody>
      </p:sp>
      <p:sp>
        <p:nvSpPr>
          <p:cNvPr id="32" name="object 32"/>
          <p:cNvSpPr txBox="1"/>
          <p:nvPr/>
        </p:nvSpPr>
        <p:spPr>
          <a:xfrm>
            <a:off x="942379" y="6156880"/>
            <a:ext cx="5223471" cy="637620"/>
          </a:xfrm>
          <a:prstGeom prst="rect">
            <a:avLst/>
          </a:prstGeom>
          <a:solidFill>
            <a:srgbClr val="00705C"/>
          </a:solidFill>
        </p:spPr>
        <p:txBody>
          <a:bodyPr vert="horz" wrap="square" lIns="0" tIns="139700" rIns="0" bIns="0" rtlCol="0">
            <a:spAutoFit/>
          </a:bodyPr>
          <a:lstStyle/>
          <a:p>
            <a:pPr marL="215265">
              <a:lnSpc>
                <a:spcPct val="100000"/>
              </a:lnSpc>
              <a:spcBef>
                <a:spcPts val="1100"/>
              </a:spcBef>
            </a:pPr>
            <a:r>
              <a:rPr sz="3100" spc="-30" dirty="0">
                <a:solidFill>
                  <a:srgbClr val="FFFFFF"/>
                </a:solidFill>
                <a:latin typeface="Arial Black"/>
                <a:cs typeface="Arial Black"/>
              </a:rPr>
              <a:t>Recommended</a:t>
            </a:r>
            <a:r>
              <a:rPr sz="3100" spc="-90" dirty="0">
                <a:solidFill>
                  <a:srgbClr val="FFFFFF"/>
                </a:solidFill>
                <a:latin typeface="Arial Black"/>
                <a:cs typeface="Arial Black"/>
              </a:rPr>
              <a:t> </a:t>
            </a:r>
            <a:r>
              <a:rPr sz="3100" spc="-30" dirty="0">
                <a:solidFill>
                  <a:srgbClr val="FFFFFF"/>
                </a:solidFill>
                <a:latin typeface="Arial Black"/>
                <a:cs typeface="Arial Black"/>
              </a:rPr>
              <a:t>action</a:t>
            </a:r>
            <a:r>
              <a:rPr lang="en-US" sz="3100" spc="-30" dirty="0">
                <a:solidFill>
                  <a:srgbClr val="FFFFFF"/>
                </a:solidFill>
                <a:latin typeface="Arial Black"/>
                <a:cs typeface="Arial Black"/>
              </a:rPr>
              <a:t>s</a:t>
            </a:r>
            <a:endParaRPr sz="3100" dirty="0">
              <a:latin typeface="Arial Black"/>
              <a:cs typeface="Arial Black"/>
            </a:endParaRPr>
          </a:p>
        </p:txBody>
      </p:sp>
      <p:sp>
        <p:nvSpPr>
          <p:cNvPr id="33" name="object 33"/>
          <p:cNvSpPr/>
          <p:nvPr/>
        </p:nvSpPr>
        <p:spPr>
          <a:xfrm>
            <a:off x="957292" y="9674225"/>
            <a:ext cx="495934" cy="1006475"/>
          </a:xfrm>
          <a:custGeom>
            <a:avLst/>
            <a:gdLst/>
            <a:ahLst/>
            <a:cxnLst/>
            <a:rect l="l" t="t" r="r" b="b"/>
            <a:pathLst>
              <a:path w="495934" h="1006475">
                <a:moveTo>
                  <a:pt x="0" y="1005875"/>
                </a:moveTo>
                <a:lnTo>
                  <a:pt x="495838" y="502937"/>
                </a:lnTo>
                <a:lnTo>
                  <a:pt x="0" y="0"/>
                </a:lnTo>
              </a:path>
            </a:pathLst>
          </a:custGeom>
          <a:ln w="41883">
            <a:solidFill>
              <a:srgbClr val="79C44F"/>
            </a:solidFill>
          </a:ln>
        </p:spPr>
        <p:txBody>
          <a:bodyPr wrap="square" lIns="0" tIns="0" rIns="0" bIns="0" rtlCol="0"/>
          <a:lstStyle/>
          <a:p>
            <a:endParaRPr/>
          </a:p>
        </p:txBody>
      </p:sp>
      <p:sp>
        <p:nvSpPr>
          <p:cNvPr id="34" name="object 34"/>
          <p:cNvSpPr/>
          <p:nvPr/>
        </p:nvSpPr>
        <p:spPr>
          <a:xfrm>
            <a:off x="957292" y="11503025"/>
            <a:ext cx="495934" cy="1006475"/>
          </a:xfrm>
          <a:custGeom>
            <a:avLst/>
            <a:gdLst/>
            <a:ahLst/>
            <a:cxnLst/>
            <a:rect l="l" t="t" r="r" b="b"/>
            <a:pathLst>
              <a:path w="495934" h="1006475">
                <a:moveTo>
                  <a:pt x="0" y="1005875"/>
                </a:moveTo>
                <a:lnTo>
                  <a:pt x="495838" y="502937"/>
                </a:lnTo>
                <a:lnTo>
                  <a:pt x="0" y="0"/>
                </a:lnTo>
              </a:path>
            </a:pathLst>
          </a:custGeom>
          <a:ln w="41883">
            <a:solidFill>
              <a:srgbClr val="FFD13B"/>
            </a:solidFill>
          </a:ln>
        </p:spPr>
        <p:txBody>
          <a:bodyPr wrap="square" lIns="0" tIns="0" rIns="0" bIns="0" rtlCol="0"/>
          <a:lstStyle/>
          <a:p>
            <a:endParaRPr/>
          </a:p>
        </p:txBody>
      </p:sp>
      <p:sp>
        <p:nvSpPr>
          <p:cNvPr id="35" name="object 35"/>
          <p:cNvSpPr txBox="1">
            <a:spLocks noGrp="1"/>
          </p:cNvSpPr>
          <p:nvPr>
            <p:ph type="title"/>
          </p:nvPr>
        </p:nvSpPr>
        <p:spPr>
          <a:xfrm>
            <a:off x="3128565" y="3155601"/>
            <a:ext cx="9343390" cy="2433955"/>
          </a:xfrm>
          <a:prstGeom prst="rect">
            <a:avLst/>
          </a:prstGeom>
        </p:spPr>
        <p:txBody>
          <a:bodyPr vert="horz" wrap="square" lIns="0" tIns="129539" rIns="0" bIns="0" rtlCol="0">
            <a:spAutoFit/>
          </a:bodyPr>
          <a:lstStyle/>
          <a:p>
            <a:pPr marL="12700" marR="5080">
              <a:lnSpc>
                <a:spcPts val="9070"/>
              </a:lnSpc>
              <a:spcBef>
                <a:spcPts val="1019"/>
              </a:spcBef>
            </a:pPr>
            <a:r>
              <a:rPr sz="8250" spc="-330" dirty="0"/>
              <a:t>W</a:t>
            </a:r>
            <a:r>
              <a:rPr sz="8250" spc="-265" dirty="0"/>
              <a:t>a</a:t>
            </a:r>
            <a:r>
              <a:rPr sz="8250" spc="-220" dirty="0"/>
              <a:t>t</a:t>
            </a:r>
            <a:r>
              <a:rPr sz="8250" spc="-170" dirty="0"/>
              <a:t>e</a:t>
            </a:r>
            <a:r>
              <a:rPr sz="8250" spc="-660" dirty="0"/>
              <a:t>r</a:t>
            </a:r>
            <a:r>
              <a:rPr sz="8250" spc="-5" dirty="0"/>
              <a:t>,</a:t>
            </a:r>
            <a:r>
              <a:rPr sz="8250" spc="-670" dirty="0"/>
              <a:t> </a:t>
            </a:r>
            <a:r>
              <a:rPr sz="8250" spc="-225" dirty="0"/>
              <a:t>s</a:t>
            </a:r>
            <a:r>
              <a:rPr sz="8250" spc="-190" dirty="0"/>
              <a:t>a</a:t>
            </a:r>
            <a:r>
              <a:rPr sz="8250" spc="-204" dirty="0"/>
              <a:t>ni</a:t>
            </a:r>
            <a:r>
              <a:rPr sz="8250" spc="-175" dirty="0"/>
              <a:t>t</a:t>
            </a:r>
            <a:r>
              <a:rPr sz="8250" spc="-265" dirty="0"/>
              <a:t>a</a:t>
            </a:r>
            <a:r>
              <a:rPr sz="8250" spc="-150" dirty="0"/>
              <a:t>t</a:t>
            </a:r>
            <a:r>
              <a:rPr sz="8250" spc="-225" dirty="0"/>
              <a:t>i</a:t>
            </a:r>
            <a:r>
              <a:rPr sz="8250" spc="-195" dirty="0"/>
              <a:t>o</a:t>
            </a:r>
            <a:r>
              <a:rPr sz="8250" spc="-5" dirty="0"/>
              <a:t>n  </a:t>
            </a:r>
            <a:r>
              <a:rPr sz="8250" spc="-125" dirty="0"/>
              <a:t>and</a:t>
            </a:r>
            <a:r>
              <a:rPr sz="8250" spc="-525" dirty="0"/>
              <a:t> </a:t>
            </a:r>
            <a:r>
              <a:rPr sz="8250" spc="-210" dirty="0"/>
              <a:t>hygiene</a:t>
            </a:r>
            <a:r>
              <a:rPr sz="8250" spc="-190" dirty="0"/>
              <a:t> </a:t>
            </a:r>
            <a:r>
              <a:rPr sz="4100" spc="-75" dirty="0"/>
              <a:t>(WASH)</a:t>
            </a:r>
            <a:endParaRPr sz="4100"/>
          </a:p>
        </p:txBody>
      </p:sp>
      <p:sp>
        <p:nvSpPr>
          <p:cNvPr id="36" name="テキスト ボックス 35">
            <a:extLst>
              <a:ext uri="{FF2B5EF4-FFF2-40B4-BE49-F238E27FC236}">
                <a16:creationId xmlns:a16="http://schemas.microsoft.com/office/drawing/2014/main" id="{731516A1-26AD-455B-8AAF-73D1307C246A}"/>
              </a:ext>
            </a:extLst>
          </p:cNvPr>
          <p:cNvSpPr txBox="1"/>
          <p:nvPr/>
        </p:nvSpPr>
        <p:spPr>
          <a:xfrm>
            <a:off x="374650" y="14332605"/>
            <a:ext cx="423514" cy="523220"/>
          </a:xfrm>
          <a:prstGeom prst="rect">
            <a:avLst/>
          </a:prstGeom>
          <a:noFill/>
        </p:spPr>
        <p:txBody>
          <a:bodyPr wrap="none" rtlCol="0">
            <a:spAutoFit/>
          </a:bodyPr>
          <a:lstStyle/>
          <a:p>
            <a:r>
              <a:rPr kumimoji="1" lang="en-US" altLang="ja-JP" sz="2800" dirty="0">
                <a:latin typeface="Arial Black" panose="020B0A04020102020204" pitchFamily="34" charset="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9679" y="2206625"/>
            <a:ext cx="6080125" cy="934871"/>
          </a:xfrm>
          <a:prstGeom prst="rect">
            <a:avLst/>
          </a:prstGeom>
        </p:spPr>
        <p:txBody>
          <a:bodyPr vert="horz" wrap="square" lIns="0" tIns="11430" rIns="0" bIns="0" rtlCol="0">
            <a:spAutoFit/>
          </a:bodyPr>
          <a:lstStyle/>
          <a:p>
            <a:pPr marL="12700">
              <a:lnSpc>
                <a:spcPct val="100000"/>
              </a:lnSpc>
              <a:spcBef>
                <a:spcPts val="90"/>
              </a:spcBef>
            </a:pPr>
            <a:r>
              <a:rPr sz="6000" spc="-195" dirty="0"/>
              <a:t>Disclaimer</a:t>
            </a:r>
            <a:endParaRPr sz="6000" dirty="0"/>
          </a:p>
        </p:txBody>
      </p:sp>
      <p:sp>
        <p:nvSpPr>
          <p:cNvPr id="8" name="object 8"/>
          <p:cNvSpPr txBox="1"/>
          <p:nvPr/>
        </p:nvSpPr>
        <p:spPr>
          <a:xfrm>
            <a:off x="1788292" y="10574655"/>
            <a:ext cx="17636358" cy="935513"/>
          </a:xfrm>
          <a:prstGeom prst="rect">
            <a:avLst/>
          </a:prstGeom>
        </p:spPr>
        <p:txBody>
          <a:bodyPr vert="horz" wrap="square" lIns="0" tIns="12065" rIns="0" bIns="0" rtlCol="0">
            <a:spAutoFit/>
          </a:bodyPr>
          <a:lstStyle/>
          <a:p>
            <a:pPr marR="5080"/>
            <a:r>
              <a:rPr sz="3000" spc="-10" dirty="0">
                <a:solidFill>
                  <a:srgbClr val="333333"/>
                </a:solidFill>
                <a:latin typeface="Arial"/>
                <a:cs typeface="Arial"/>
              </a:rPr>
              <a:t>The</a:t>
            </a:r>
            <a:r>
              <a:rPr sz="3000" spc="15" dirty="0">
                <a:solidFill>
                  <a:srgbClr val="333333"/>
                </a:solidFill>
                <a:latin typeface="Arial"/>
                <a:cs typeface="Arial"/>
              </a:rPr>
              <a:t> </a:t>
            </a:r>
            <a:r>
              <a:rPr sz="3000" spc="-25" dirty="0">
                <a:solidFill>
                  <a:srgbClr val="333333"/>
                </a:solidFill>
                <a:latin typeface="Arial"/>
                <a:cs typeface="Arial"/>
              </a:rPr>
              <a:t>opinions</a:t>
            </a:r>
            <a:r>
              <a:rPr sz="3000" spc="15" dirty="0">
                <a:solidFill>
                  <a:srgbClr val="333333"/>
                </a:solidFill>
                <a:latin typeface="Arial"/>
                <a:cs typeface="Arial"/>
              </a:rPr>
              <a:t> </a:t>
            </a:r>
            <a:r>
              <a:rPr sz="3000" spc="-15" dirty="0">
                <a:solidFill>
                  <a:srgbClr val="333333"/>
                </a:solidFill>
                <a:latin typeface="Arial"/>
                <a:cs typeface="Arial"/>
              </a:rPr>
              <a:t>and</a:t>
            </a:r>
            <a:r>
              <a:rPr sz="3000" spc="15" dirty="0">
                <a:solidFill>
                  <a:srgbClr val="333333"/>
                </a:solidFill>
                <a:latin typeface="Arial"/>
                <a:cs typeface="Arial"/>
              </a:rPr>
              <a:t> </a:t>
            </a:r>
            <a:r>
              <a:rPr sz="3000" spc="-20" dirty="0">
                <a:solidFill>
                  <a:srgbClr val="333333"/>
                </a:solidFill>
                <a:latin typeface="Arial"/>
                <a:cs typeface="Arial"/>
              </a:rPr>
              <a:t>conclusions</a:t>
            </a:r>
            <a:r>
              <a:rPr sz="3000" spc="15" dirty="0">
                <a:solidFill>
                  <a:srgbClr val="333333"/>
                </a:solidFill>
                <a:latin typeface="Arial"/>
                <a:cs typeface="Arial"/>
              </a:rPr>
              <a:t> </a:t>
            </a:r>
            <a:r>
              <a:rPr sz="3000" spc="-25" dirty="0">
                <a:solidFill>
                  <a:srgbClr val="333333"/>
                </a:solidFill>
                <a:latin typeface="Arial"/>
                <a:cs typeface="Arial"/>
              </a:rPr>
              <a:t>expressed</a:t>
            </a:r>
            <a:r>
              <a:rPr sz="3000" spc="15" dirty="0">
                <a:solidFill>
                  <a:srgbClr val="333333"/>
                </a:solidFill>
                <a:latin typeface="Arial"/>
                <a:cs typeface="Arial"/>
              </a:rPr>
              <a:t> </a:t>
            </a:r>
            <a:r>
              <a:rPr sz="3000" spc="-10" dirty="0">
                <a:solidFill>
                  <a:srgbClr val="333333"/>
                </a:solidFill>
                <a:latin typeface="Arial"/>
                <a:cs typeface="Arial"/>
              </a:rPr>
              <a:t>do</a:t>
            </a:r>
            <a:r>
              <a:rPr sz="3000" spc="15" dirty="0">
                <a:solidFill>
                  <a:srgbClr val="333333"/>
                </a:solidFill>
                <a:latin typeface="Arial"/>
                <a:cs typeface="Arial"/>
              </a:rPr>
              <a:t> </a:t>
            </a:r>
            <a:r>
              <a:rPr sz="3000" spc="-25" dirty="0">
                <a:solidFill>
                  <a:srgbClr val="333333"/>
                </a:solidFill>
                <a:latin typeface="Arial"/>
                <a:cs typeface="Arial"/>
              </a:rPr>
              <a:t>not</a:t>
            </a:r>
            <a:r>
              <a:rPr sz="3000" spc="15" dirty="0">
                <a:solidFill>
                  <a:srgbClr val="333333"/>
                </a:solidFill>
                <a:latin typeface="Arial"/>
                <a:cs typeface="Arial"/>
              </a:rPr>
              <a:t> </a:t>
            </a:r>
            <a:r>
              <a:rPr sz="3000" spc="-15" dirty="0">
                <a:solidFill>
                  <a:srgbClr val="333333"/>
                </a:solidFill>
                <a:latin typeface="Arial"/>
                <a:cs typeface="Arial"/>
              </a:rPr>
              <a:t>necessarily</a:t>
            </a:r>
            <a:r>
              <a:rPr sz="3000" spc="15" dirty="0">
                <a:solidFill>
                  <a:srgbClr val="333333"/>
                </a:solidFill>
                <a:latin typeface="Arial"/>
                <a:cs typeface="Arial"/>
              </a:rPr>
              <a:t> </a:t>
            </a:r>
            <a:r>
              <a:rPr sz="3000" spc="-25" dirty="0">
                <a:solidFill>
                  <a:srgbClr val="333333"/>
                </a:solidFill>
                <a:latin typeface="Arial"/>
                <a:cs typeface="Arial"/>
              </a:rPr>
              <a:t>represent</a:t>
            </a:r>
            <a:r>
              <a:rPr sz="3000" spc="15" dirty="0">
                <a:solidFill>
                  <a:srgbClr val="333333"/>
                </a:solidFill>
                <a:latin typeface="Arial"/>
                <a:cs typeface="Arial"/>
              </a:rPr>
              <a:t> </a:t>
            </a:r>
            <a:r>
              <a:rPr sz="3000" spc="-15" dirty="0">
                <a:solidFill>
                  <a:srgbClr val="333333"/>
                </a:solidFill>
                <a:latin typeface="Arial"/>
                <a:cs typeface="Arial"/>
              </a:rPr>
              <a:t>the</a:t>
            </a:r>
            <a:r>
              <a:rPr sz="3000" spc="15" dirty="0">
                <a:solidFill>
                  <a:srgbClr val="333333"/>
                </a:solidFill>
                <a:latin typeface="Arial"/>
                <a:cs typeface="Arial"/>
              </a:rPr>
              <a:t> </a:t>
            </a:r>
            <a:r>
              <a:rPr sz="3000" spc="-5" dirty="0">
                <a:solidFill>
                  <a:srgbClr val="333333"/>
                </a:solidFill>
                <a:latin typeface="Arial"/>
                <a:cs typeface="Arial"/>
              </a:rPr>
              <a:t>official</a:t>
            </a:r>
            <a:r>
              <a:rPr sz="3000" spc="15" dirty="0">
                <a:solidFill>
                  <a:srgbClr val="333333"/>
                </a:solidFill>
                <a:latin typeface="Arial"/>
                <a:cs typeface="Arial"/>
              </a:rPr>
              <a:t> </a:t>
            </a:r>
            <a:r>
              <a:rPr sz="3000" spc="-20" dirty="0">
                <a:solidFill>
                  <a:srgbClr val="333333"/>
                </a:solidFill>
                <a:latin typeface="Arial"/>
                <a:cs typeface="Arial"/>
              </a:rPr>
              <a:t>position</a:t>
            </a:r>
            <a:r>
              <a:rPr sz="3000" spc="15" dirty="0">
                <a:solidFill>
                  <a:srgbClr val="333333"/>
                </a:solidFill>
                <a:latin typeface="Arial"/>
                <a:cs typeface="Arial"/>
              </a:rPr>
              <a:t> </a:t>
            </a:r>
            <a:r>
              <a:rPr sz="3000" spc="-20" dirty="0">
                <a:solidFill>
                  <a:srgbClr val="333333"/>
                </a:solidFill>
                <a:latin typeface="Arial"/>
                <a:cs typeface="Arial"/>
              </a:rPr>
              <a:t>of</a:t>
            </a:r>
            <a:r>
              <a:rPr sz="3000" spc="15" dirty="0">
                <a:solidFill>
                  <a:srgbClr val="333333"/>
                </a:solidFill>
                <a:latin typeface="Arial"/>
                <a:cs typeface="Arial"/>
              </a:rPr>
              <a:t> </a:t>
            </a:r>
            <a:r>
              <a:rPr sz="3000" spc="-15" dirty="0">
                <a:solidFill>
                  <a:srgbClr val="333333"/>
                </a:solidFill>
                <a:latin typeface="Arial"/>
                <a:cs typeface="Arial"/>
              </a:rPr>
              <a:t>the</a:t>
            </a:r>
            <a:r>
              <a:rPr sz="3000" spc="15" dirty="0">
                <a:solidFill>
                  <a:srgbClr val="333333"/>
                </a:solidFill>
                <a:latin typeface="Arial"/>
                <a:cs typeface="Arial"/>
              </a:rPr>
              <a:t> </a:t>
            </a:r>
            <a:r>
              <a:rPr sz="3000" spc="-20" dirty="0">
                <a:solidFill>
                  <a:srgbClr val="333333"/>
                </a:solidFill>
                <a:latin typeface="Arial"/>
                <a:cs typeface="Arial"/>
              </a:rPr>
              <a:t>World</a:t>
            </a:r>
            <a:r>
              <a:rPr sz="3000" spc="15" dirty="0">
                <a:solidFill>
                  <a:srgbClr val="333333"/>
                </a:solidFill>
                <a:latin typeface="Arial"/>
                <a:cs typeface="Arial"/>
              </a:rPr>
              <a:t> </a:t>
            </a:r>
            <a:r>
              <a:rPr sz="3000" spc="-20" dirty="0">
                <a:solidFill>
                  <a:srgbClr val="333333"/>
                </a:solidFill>
                <a:latin typeface="Arial"/>
                <a:cs typeface="Arial"/>
              </a:rPr>
              <a:t>Health </a:t>
            </a:r>
            <a:r>
              <a:rPr sz="3000" spc="-735" dirty="0">
                <a:solidFill>
                  <a:srgbClr val="333333"/>
                </a:solidFill>
                <a:latin typeface="Arial"/>
                <a:cs typeface="Arial"/>
              </a:rPr>
              <a:t> </a:t>
            </a:r>
            <a:r>
              <a:rPr sz="3000" spc="-25" dirty="0">
                <a:solidFill>
                  <a:srgbClr val="333333"/>
                </a:solidFill>
                <a:latin typeface="Arial"/>
                <a:cs typeface="Arial"/>
              </a:rPr>
              <a:t>Organization.</a:t>
            </a:r>
            <a:endParaRPr sz="3000" dirty="0">
              <a:latin typeface="Arial"/>
              <a:cs typeface="Arial"/>
            </a:endParaRPr>
          </a:p>
        </p:txBody>
      </p:sp>
      <p:sp>
        <p:nvSpPr>
          <p:cNvPr id="10" name="object 10"/>
          <p:cNvSpPr txBox="1"/>
          <p:nvPr/>
        </p:nvSpPr>
        <p:spPr>
          <a:xfrm>
            <a:off x="1788292" y="11733990"/>
            <a:ext cx="17118833" cy="1397177"/>
          </a:xfrm>
          <a:prstGeom prst="rect">
            <a:avLst/>
          </a:prstGeom>
        </p:spPr>
        <p:txBody>
          <a:bodyPr vert="horz" wrap="square" lIns="0" tIns="12065" rIns="0" bIns="0" rtlCol="0">
            <a:spAutoFit/>
          </a:bodyPr>
          <a:lstStyle/>
          <a:p>
            <a:pPr marR="5080"/>
            <a:r>
              <a:rPr sz="3000" spc="-20" dirty="0">
                <a:solidFill>
                  <a:srgbClr val="333333"/>
                </a:solidFill>
                <a:latin typeface="Arial"/>
                <a:cs typeface="Arial"/>
              </a:rPr>
              <a:t>This</a:t>
            </a:r>
            <a:r>
              <a:rPr sz="3000" spc="5" dirty="0">
                <a:solidFill>
                  <a:srgbClr val="333333"/>
                </a:solidFill>
                <a:latin typeface="Arial"/>
                <a:cs typeface="Arial"/>
              </a:rPr>
              <a:t> </a:t>
            </a:r>
            <a:r>
              <a:rPr sz="3000" spc="-20" dirty="0">
                <a:solidFill>
                  <a:srgbClr val="333333"/>
                </a:solidFill>
                <a:latin typeface="Arial"/>
                <a:cs typeface="Arial"/>
              </a:rPr>
              <a:t>publication</a:t>
            </a:r>
            <a:r>
              <a:rPr sz="3000" spc="10" dirty="0">
                <a:solidFill>
                  <a:srgbClr val="333333"/>
                </a:solidFill>
                <a:latin typeface="Arial"/>
                <a:cs typeface="Arial"/>
              </a:rPr>
              <a:t> </a:t>
            </a:r>
            <a:r>
              <a:rPr sz="3000" spc="-10" dirty="0">
                <a:solidFill>
                  <a:srgbClr val="333333"/>
                </a:solidFill>
                <a:latin typeface="Arial"/>
                <a:cs typeface="Arial"/>
              </a:rPr>
              <a:t>is</a:t>
            </a:r>
            <a:r>
              <a:rPr sz="3000" spc="10" dirty="0">
                <a:solidFill>
                  <a:srgbClr val="333333"/>
                </a:solidFill>
                <a:latin typeface="Arial"/>
                <a:cs typeface="Arial"/>
              </a:rPr>
              <a:t> </a:t>
            </a:r>
            <a:r>
              <a:rPr sz="3000" spc="-20" dirty="0">
                <a:solidFill>
                  <a:srgbClr val="333333"/>
                </a:solidFill>
                <a:latin typeface="Arial"/>
                <a:cs typeface="Arial"/>
              </a:rPr>
              <a:t>being</a:t>
            </a:r>
            <a:r>
              <a:rPr sz="3000" spc="5" dirty="0">
                <a:solidFill>
                  <a:srgbClr val="333333"/>
                </a:solidFill>
                <a:latin typeface="Arial"/>
                <a:cs typeface="Arial"/>
              </a:rPr>
              <a:t> </a:t>
            </a:r>
            <a:r>
              <a:rPr sz="3000" spc="-25" dirty="0">
                <a:solidFill>
                  <a:srgbClr val="333333"/>
                </a:solidFill>
                <a:latin typeface="Arial"/>
                <a:cs typeface="Arial"/>
              </a:rPr>
              <a:t>distributed</a:t>
            </a:r>
            <a:r>
              <a:rPr sz="3000" spc="10" dirty="0">
                <a:solidFill>
                  <a:srgbClr val="333333"/>
                </a:solidFill>
                <a:latin typeface="Arial"/>
                <a:cs typeface="Arial"/>
              </a:rPr>
              <a:t> </a:t>
            </a:r>
            <a:r>
              <a:rPr sz="3000" spc="-20" dirty="0">
                <a:solidFill>
                  <a:srgbClr val="333333"/>
                </a:solidFill>
                <a:latin typeface="Arial"/>
                <a:cs typeface="Arial"/>
              </a:rPr>
              <a:t>without</a:t>
            </a:r>
            <a:r>
              <a:rPr sz="3000" spc="10" dirty="0">
                <a:solidFill>
                  <a:srgbClr val="333333"/>
                </a:solidFill>
                <a:latin typeface="Arial"/>
                <a:cs typeface="Arial"/>
              </a:rPr>
              <a:t> </a:t>
            </a:r>
            <a:r>
              <a:rPr sz="3000" spc="-15" dirty="0">
                <a:solidFill>
                  <a:srgbClr val="333333"/>
                </a:solidFill>
                <a:latin typeface="Arial"/>
                <a:cs typeface="Arial"/>
              </a:rPr>
              <a:t>warranty</a:t>
            </a:r>
            <a:r>
              <a:rPr sz="3000" spc="5" dirty="0">
                <a:solidFill>
                  <a:srgbClr val="333333"/>
                </a:solidFill>
                <a:latin typeface="Arial"/>
                <a:cs typeface="Arial"/>
              </a:rPr>
              <a:t> </a:t>
            </a:r>
            <a:r>
              <a:rPr sz="3000" spc="-20" dirty="0">
                <a:solidFill>
                  <a:srgbClr val="333333"/>
                </a:solidFill>
                <a:latin typeface="Arial"/>
                <a:cs typeface="Arial"/>
              </a:rPr>
              <a:t>of</a:t>
            </a:r>
            <a:r>
              <a:rPr sz="3000" spc="10" dirty="0">
                <a:solidFill>
                  <a:srgbClr val="333333"/>
                </a:solidFill>
                <a:latin typeface="Arial"/>
                <a:cs typeface="Arial"/>
              </a:rPr>
              <a:t> </a:t>
            </a:r>
            <a:r>
              <a:rPr sz="3000" spc="-35" dirty="0">
                <a:solidFill>
                  <a:srgbClr val="333333"/>
                </a:solidFill>
                <a:latin typeface="Arial"/>
                <a:cs typeface="Arial"/>
              </a:rPr>
              <a:t>any</a:t>
            </a:r>
            <a:r>
              <a:rPr sz="3000" spc="10" dirty="0">
                <a:solidFill>
                  <a:srgbClr val="333333"/>
                </a:solidFill>
                <a:latin typeface="Arial"/>
                <a:cs typeface="Arial"/>
              </a:rPr>
              <a:t> </a:t>
            </a:r>
            <a:r>
              <a:rPr sz="3000" spc="-25" dirty="0">
                <a:solidFill>
                  <a:srgbClr val="333333"/>
                </a:solidFill>
                <a:latin typeface="Arial"/>
                <a:cs typeface="Arial"/>
              </a:rPr>
              <a:t>kind,</a:t>
            </a:r>
            <a:r>
              <a:rPr sz="3000" spc="5" dirty="0">
                <a:solidFill>
                  <a:srgbClr val="333333"/>
                </a:solidFill>
                <a:latin typeface="Arial"/>
                <a:cs typeface="Arial"/>
              </a:rPr>
              <a:t> </a:t>
            </a:r>
            <a:r>
              <a:rPr sz="3000" spc="-20" dirty="0">
                <a:solidFill>
                  <a:srgbClr val="333333"/>
                </a:solidFill>
                <a:latin typeface="Arial"/>
                <a:cs typeface="Arial"/>
              </a:rPr>
              <a:t>either</a:t>
            </a:r>
            <a:r>
              <a:rPr sz="3000" spc="10" dirty="0">
                <a:solidFill>
                  <a:srgbClr val="333333"/>
                </a:solidFill>
                <a:latin typeface="Arial"/>
                <a:cs typeface="Arial"/>
              </a:rPr>
              <a:t> </a:t>
            </a:r>
            <a:r>
              <a:rPr sz="3000" spc="-25" dirty="0">
                <a:solidFill>
                  <a:srgbClr val="333333"/>
                </a:solidFill>
                <a:latin typeface="Arial"/>
                <a:cs typeface="Arial"/>
              </a:rPr>
              <a:t>express</a:t>
            </a:r>
            <a:r>
              <a:rPr sz="3000" spc="10" dirty="0">
                <a:solidFill>
                  <a:srgbClr val="333333"/>
                </a:solidFill>
                <a:latin typeface="Arial"/>
                <a:cs typeface="Arial"/>
              </a:rPr>
              <a:t> </a:t>
            </a:r>
            <a:r>
              <a:rPr sz="3000" spc="-5" dirty="0">
                <a:solidFill>
                  <a:srgbClr val="333333"/>
                </a:solidFill>
                <a:latin typeface="Arial"/>
                <a:cs typeface="Arial"/>
              </a:rPr>
              <a:t>or</a:t>
            </a:r>
            <a:r>
              <a:rPr sz="3000" spc="10" dirty="0">
                <a:solidFill>
                  <a:srgbClr val="333333"/>
                </a:solidFill>
                <a:latin typeface="Arial"/>
                <a:cs typeface="Arial"/>
              </a:rPr>
              <a:t> </a:t>
            </a:r>
            <a:r>
              <a:rPr sz="3000" spc="-30" dirty="0">
                <a:solidFill>
                  <a:srgbClr val="333333"/>
                </a:solidFill>
                <a:latin typeface="Arial"/>
                <a:cs typeface="Arial"/>
              </a:rPr>
              <a:t>implied.</a:t>
            </a:r>
            <a:r>
              <a:rPr sz="3000" spc="5" dirty="0">
                <a:solidFill>
                  <a:srgbClr val="333333"/>
                </a:solidFill>
                <a:latin typeface="Arial"/>
                <a:cs typeface="Arial"/>
              </a:rPr>
              <a:t> </a:t>
            </a:r>
            <a:r>
              <a:rPr sz="3000" spc="-15" dirty="0">
                <a:solidFill>
                  <a:srgbClr val="333333"/>
                </a:solidFill>
                <a:latin typeface="Arial"/>
                <a:cs typeface="Arial"/>
              </a:rPr>
              <a:t>In</a:t>
            </a:r>
            <a:r>
              <a:rPr sz="3000" spc="10" dirty="0">
                <a:solidFill>
                  <a:srgbClr val="333333"/>
                </a:solidFill>
                <a:latin typeface="Arial"/>
                <a:cs typeface="Arial"/>
              </a:rPr>
              <a:t> </a:t>
            </a:r>
            <a:r>
              <a:rPr sz="3000" spc="-5" dirty="0">
                <a:solidFill>
                  <a:srgbClr val="333333"/>
                </a:solidFill>
                <a:latin typeface="Arial"/>
                <a:cs typeface="Arial"/>
              </a:rPr>
              <a:t>no</a:t>
            </a:r>
            <a:r>
              <a:rPr sz="3000" spc="10" dirty="0">
                <a:solidFill>
                  <a:srgbClr val="333333"/>
                </a:solidFill>
                <a:latin typeface="Arial"/>
                <a:cs typeface="Arial"/>
              </a:rPr>
              <a:t> </a:t>
            </a:r>
            <a:r>
              <a:rPr sz="3000" spc="-45" dirty="0">
                <a:solidFill>
                  <a:srgbClr val="333333"/>
                </a:solidFill>
                <a:latin typeface="Arial"/>
                <a:cs typeface="Arial"/>
              </a:rPr>
              <a:t>event</a:t>
            </a:r>
            <a:r>
              <a:rPr sz="3000" spc="5" dirty="0">
                <a:solidFill>
                  <a:srgbClr val="333333"/>
                </a:solidFill>
                <a:latin typeface="Arial"/>
                <a:cs typeface="Arial"/>
              </a:rPr>
              <a:t> </a:t>
            </a:r>
            <a:r>
              <a:rPr sz="3000" spc="-25" dirty="0">
                <a:solidFill>
                  <a:srgbClr val="333333"/>
                </a:solidFill>
                <a:latin typeface="Arial"/>
                <a:cs typeface="Arial"/>
              </a:rPr>
              <a:t>shall</a:t>
            </a:r>
            <a:r>
              <a:rPr sz="3000" spc="10" dirty="0">
                <a:solidFill>
                  <a:srgbClr val="333333"/>
                </a:solidFill>
                <a:latin typeface="Arial"/>
                <a:cs typeface="Arial"/>
              </a:rPr>
              <a:t> </a:t>
            </a:r>
            <a:r>
              <a:rPr sz="3000" spc="-15" dirty="0">
                <a:solidFill>
                  <a:srgbClr val="333333"/>
                </a:solidFill>
                <a:latin typeface="Arial"/>
                <a:cs typeface="Arial"/>
              </a:rPr>
              <a:t>the </a:t>
            </a:r>
            <a:r>
              <a:rPr sz="3000" spc="-735" dirty="0">
                <a:solidFill>
                  <a:srgbClr val="333333"/>
                </a:solidFill>
                <a:latin typeface="Arial"/>
                <a:cs typeface="Arial"/>
              </a:rPr>
              <a:t> </a:t>
            </a:r>
            <a:r>
              <a:rPr sz="3000" spc="-20" dirty="0">
                <a:solidFill>
                  <a:srgbClr val="333333"/>
                </a:solidFill>
                <a:latin typeface="Arial"/>
                <a:cs typeface="Arial"/>
              </a:rPr>
              <a:t>World</a:t>
            </a:r>
            <a:r>
              <a:rPr sz="3000" spc="5" dirty="0">
                <a:solidFill>
                  <a:srgbClr val="333333"/>
                </a:solidFill>
                <a:latin typeface="Arial"/>
                <a:cs typeface="Arial"/>
              </a:rPr>
              <a:t> </a:t>
            </a:r>
            <a:r>
              <a:rPr sz="3000" spc="-20" dirty="0">
                <a:solidFill>
                  <a:srgbClr val="333333"/>
                </a:solidFill>
                <a:latin typeface="Arial"/>
                <a:cs typeface="Arial"/>
              </a:rPr>
              <a:t>Health</a:t>
            </a:r>
            <a:r>
              <a:rPr sz="3000" spc="10" dirty="0">
                <a:solidFill>
                  <a:srgbClr val="333333"/>
                </a:solidFill>
                <a:latin typeface="Arial"/>
                <a:cs typeface="Arial"/>
              </a:rPr>
              <a:t> </a:t>
            </a:r>
            <a:r>
              <a:rPr sz="3000" spc="-20" dirty="0">
                <a:solidFill>
                  <a:srgbClr val="333333"/>
                </a:solidFill>
                <a:latin typeface="Arial"/>
                <a:cs typeface="Arial"/>
              </a:rPr>
              <a:t>Organization</a:t>
            </a:r>
            <a:r>
              <a:rPr sz="3000" spc="10" dirty="0">
                <a:solidFill>
                  <a:srgbClr val="333333"/>
                </a:solidFill>
                <a:latin typeface="Arial"/>
                <a:cs typeface="Arial"/>
              </a:rPr>
              <a:t> </a:t>
            </a:r>
            <a:r>
              <a:rPr sz="3000" spc="-5" dirty="0">
                <a:solidFill>
                  <a:srgbClr val="333333"/>
                </a:solidFill>
                <a:latin typeface="Arial"/>
                <a:cs typeface="Arial"/>
              </a:rPr>
              <a:t>be</a:t>
            </a:r>
            <a:r>
              <a:rPr sz="3000" spc="10" dirty="0">
                <a:solidFill>
                  <a:srgbClr val="333333"/>
                </a:solidFill>
                <a:latin typeface="Arial"/>
                <a:cs typeface="Arial"/>
              </a:rPr>
              <a:t> </a:t>
            </a:r>
            <a:r>
              <a:rPr sz="3000" spc="-25" dirty="0">
                <a:solidFill>
                  <a:srgbClr val="333333"/>
                </a:solidFill>
                <a:latin typeface="Arial"/>
                <a:cs typeface="Arial"/>
              </a:rPr>
              <a:t>liable</a:t>
            </a:r>
            <a:r>
              <a:rPr sz="3000" spc="10" dirty="0">
                <a:solidFill>
                  <a:srgbClr val="333333"/>
                </a:solidFill>
                <a:latin typeface="Arial"/>
                <a:cs typeface="Arial"/>
              </a:rPr>
              <a:t> </a:t>
            </a:r>
            <a:r>
              <a:rPr sz="3000" spc="-15" dirty="0">
                <a:solidFill>
                  <a:srgbClr val="333333"/>
                </a:solidFill>
                <a:latin typeface="Arial"/>
                <a:cs typeface="Arial"/>
              </a:rPr>
              <a:t>for</a:t>
            </a:r>
            <a:r>
              <a:rPr sz="3000" spc="10" dirty="0">
                <a:solidFill>
                  <a:srgbClr val="333333"/>
                </a:solidFill>
                <a:latin typeface="Arial"/>
                <a:cs typeface="Arial"/>
              </a:rPr>
              <a:t> </a:t>
            </a:r>
            <a:r>
              <a:rPr sz="3000" spc="-25" dirty="0">
                <a:solidFill>
                  <a:srgbClr val="333333"/>
                </a:solidFill>
                <a:latin typeface="Arial"/>
                <a:cs typeface="Arial"/>
              </a:rPr>
              <a:t>damages,</a:t>
            </a:r>
            <a:r>
              <a:rPr sz="3000" spc="10" dirty="0">
                <a:solidFill>
                  <a:srgbClr val="333333"/>
                </a:solidFill>
                <a:latin typeface="Arial"/>
                <a:cs typeface="Arial"/>
              </a:rPr>
              <a:t> </a:t>
            </a:r>
            <a:r>
              <a:rPr sz="3000" spc="-25" dirty="0">
                <a:solidFill>
                  <a:srgbClr val="333333"/>
                </a:solidFill>
                <a:latin typeface="Arial"/>
                <a:cs typeface="Arial"/>
              </a:rPr>
              <a:t>including</a:t>
            </a:r>
            <a:r>
              <a:rPr sz="3000" spc="10" dirty="0">
                <a:solidFill>
                  <a:srgbClr val="333333"/>
                </a:solidFill>
                <a:latin typeface="Arial"/>
                <a:cs typeface="Arial"/>
              </a:rPr>
              <a:t> </a:t>
            </a:r>
            <a:r>
              <a:rPr sz="3000" spc="-35" dirty="0">
                <a:solidFill>
                  <a:srgbClr val="333333"/>
                </a:solidFill>
                <a:latin typeface="Arial"/>
                <a:cs typeface="Arial"/>
              </a:rPr>
              <a:t>any</a:t>
            </a:r>
            <a:r>
              <a:rPr sz="3000" spc="10" dirty="0">
                <a:solidFill>
                  <a:srgbClr val="333333"/>
                </a:solidFill>
                <a:latin typeface="Arial"/>
                <a:cs typeface="Arial"/>
              </a:rPr>
              <a:t> </a:t>
            </a:r>
            <a:r>
              <a:rPr sz="3000" spc="-25" dirty="0">
                <a:solidFill>
                  <a:srgbClr val="333333"/>
                </a:solidFill>
                <a:latin typeface="Arial"/>
                <a:cs typeface="Arial"/>
              </a:rPr>
              <a:t>general,</a:t>
            </a:r>
            <a:r>
              <a:rPr sz="3000" spc="10" dirty="0">
                <a:solidFill>
                  <a:srgbClr val="333333"/>
                </a:solidFill>
                <a:latin typeface="Arial"/>
                <a:cs typeface="Arial"/>
              </a:rPr>
              <a:t> </a:t>
            </a:r>
            <a:r>
              <a:rPr sz="3000" spc="-25" dirty="0">
                <a:solidFill>
                  <a:srgbClr val="333333"/>
                </a:solidFill>
                <a:latin typeface="Arial"/>
                <a:cs typeface="Arial"/>
              </a:rPr>
              <a:t>special,</a:t>
            </a:r>
            <a:r>
              <a:rPr sz="3000" spc="5" dirty="0">
                <a:solidFill>
                  <a:srgbClr val="333333"/>
                </a:solidFill>
                <a:latin typeface="Arial"/>
                <a:cs typeface="Arial"/>
              </a:rPr>
              <a:t> </a:t>
            </a:r>
            <a:r>
              <a:rPr sz="3000" spc="-25" dirty="0">
                <a:solidFill>
                  <a:srgbClr val="333333"/>
                </a:solidFill>
                <a:latin typeface="Arial"/>
                <a:cs typeface="Arial"/>
              </a:rPr>
              <a:t>incidental,</a:t>
            </a:r>
            <a:r>
              <a:rPr sz="3000" spc="10" dirty="0">
                <a:solidFill>
                  <a:srgbClr val="333333"/>
                </a:solidFill>
                <a:latin typeface="Arial"/>
                <a:cs typeface="Arial"/>
              </a:rPr>
              <a:t> </a:t>
            </a:r>
            <a:r>
              <a:rPr sz="3000" spc="-5" dirty="0">
                <a:solidFill>
                  <a:srgbClr val="333333"/>
                </a:solidFill>
                <a:latin typeface="Arial"/>
                <a:cs typeface="Arial"/>
              </a:rPr>
              <a:t>or</a:t>
            </a:r>
            <a:r>
              <a:rPr sz="3000" spc="10" dirty="0">
                <a:solidFill>
                  <a:srgbClr val="333333"/>
                </a:solidFill>
                <a:latin typeface="Arial"/>
                <a:cs typeface="Arial"/>
              </a:rPr>
              <a:t> </a:t>
            </a:r>
            <a:r>
              <a:rPr sz="3000" spc="-25" dirty="0">
                <a:solidFill>
                  <a:srgbClr val="333333"/>
                </a:solidFill>
                <a:latin typeface="Arial"/>
                <a:cs typeface="Arial"/>
              </a:rPr>
              <a:t>consequential </a:t>
            </a:r>
            <a:r>
              <a:rPr sz="3000" spc="-20" dirty="0">
                <a:solidFill>
                  <a:srgbClr val="333333"/>
                </a:solidFill>
                <a:latin typeface="Arial"/>
                <a:cs typeface="Arial"/>
              </a:rPr>
              <a:t> </a:t>
            </a:r>
            <a:r>
              <a:rPr sz="3000" spc="-25" dirty="0">
                <a:solidFill>
                  <a:srgbClr val="333333"/>
                </a:solidFill>
                <a:latin typeface="Arial"/>
                <a:cs typeface="Arial"/>
              </a:rPr>
              <a:t>damages,</a:t>
            </a:r>
            <a:r>
              <a:rPr sz="3000" spc="5" dirty="0">
                <a:solidFill>
                  <a:srgbClr val="333333"/>
                </a:solidFill>
                <a:latin typeface="Arial"/>
                <a:cs typeface="Arial"/>
              </a:rPr>
              <a:t> </a:t>
            </a:r>
            <a:r>
              <a:rPr sz="3000" spc="-20" dirty="0">
                <a:solidFill>
                  <a:srgbClr val="333333"/>
                </a:solidFill>
                <a:latin typeface="Arial"/>
                <a:cs typeface="Arial"/>
              </a:rPr>
              <a:t>arising</a:t>
            </a:r>
            <a:r>
              <a:rPr sz="3000" spc="5" dirty="0">
                <a:solidFill>
                  <a:srgbClr val="333333"/>
                </a:solidFill>
                <a:latin typeface="Arial"/>
                <a:cs typeface="Arial"/>
              </a:rPr>
              <a:t> </a:t>
            </a:r>
            <a:r>
              <a:rPr sz="3000" spc="-20" dirty="0">
                <a:solidFill>
                  <a:srgbClr val="333333"/>
                </a:solidFill>
                <a:latin typeface="Arial"/>
                <a:cs typeface="Arial"/>
              </a:rPr>
              <a:t>out</a:t>
            </a:r>
            <a:r>
              <a:rPr sz="3000" spc="5" dirty="0">
                <a:solidFill>
                  <a:srgbClr val="333333"/>
                </a:solidFill>
                <a:latin typeface="Arial"/>
                <a:cs typeface="Arial"/>
              </a:rPr>
              <a:t> </a:t>
            </a:r>
            <a:r>
              <a:rPr sz="3000" spc="-20" dirty="0">
                <a:solidFill>
                  <a:srgbClr val="333333"/>
                </a:solidFill>
                <a:latin typeface="Arial"/>
                <a:cs typeface="Arial"/>
              </a:rPr>
              <a:t>of</a:t>
            </a:r>
            <a:r>
              <a:rPr sz="3000" spc="5" dirty="0">
                <a:solidFill>
                  <a:srgbClr val="333333"/>
                </a:solidFill>
                <a:latin typeface="Arial"/>
                <a:cs typeface="Arial"/>
              </a:rPr>
              <a:t> </a:t>
            </a:r>
            <a:r>
              <a:rPr sz="3000" spc="-15" dirty="0">
                <a:solidFill>
                  <a:srgbClr val="333333"/>
                </a:solidFill>
                <a:latin typeface="Arial"/>
                <a:cs typeface="Arial"/>
              </a:rPr>
              <a:t>the</a:t>
            </a:r>
            <a:r>
              <a:rPr sz="3000" spc="5" dirty="0">
                <a:solidFill>
                  <a:srgbClr val="333333"/>
                </a:solidFill>
                <a:latin typeface="Arial"/>
                <a:cs typeface="Arial"/>
              </a:rPr>
              <a:t> </a:t>
            </a:r>
            <a:r>
              <a:rPr sz="3000" spc="-15" dirty="0">
                <a:solidFill>
                  <a:srgbClr val="333333"/>
                </a:solidFill>
                <a:latin typeface="Arial"/>
                <a:cs typeface="Arial"/>
              </a:rPr>
              <a:t>use</a:t>
            </a:r>
            <a:r>
              <a:rPr sz="3000" spc="5" dirty="0">
                <a:solidFill>
                  <a:srgbClr val="333333"/>
                </a:solidFill>
                <a:latin typeface="Arial"/>
                <a:cs typeface="Arial"/>
              </a:rPr>
              <a:t> </a:t>
            </a:r>
            <a:r>
              <a:rPr sz="3000" spc="-20" dirty="0">
                <a:solidFill>
                  <a:srgbClr val="333333"/>
                </a:solidFill>
                <a:latin typeface="Arial"/>
                <a:cs typeface="Arial"/>
              </a:rPr>
              <a:t>of</a:t>
            </a:r>
            <a:r>
              <a:rPr sz="3000" spc="5" dirty="0">
                <a:solidFill>
                  <a:srgbClr val="333333"/>
                </a:solidFill>
                <a:latin typeface="Arial"/>
                <a:cs typeface="Arial"/>
              </a:rPr>
              <a:t> </a:t>
            </a:r>
            <a:r>
              <a:rPr sz="3000" spc="-20" dirty="0">
                <a:solidFill>
                  <a:srgbClr val="333333"/>
                </a:solidFill>
                <a:latin typeface="Arial"/>
                <a:cs typeface="Arial"/>
              </a:rPr>
              <a:t>this</a:t>
            </a:r>
            <a:r>
              <a:rPr sz="3000" spc="5" dirty="0">
                <a:solidFill>
                  <a:srgbClr val="333333"/>
                </a:solidFill>
                <a:latin typeface="Arial"/>
                <a:cs typeface="Arial"/>
              </a:rPr>
              <a:t> </a:t>
            </a:r>
            <a:r>
              <a:rPr sz="3000" spc="-25" dirty="0">
                <a:solidFill>
                  <a:srgbClr val="333333"/>
                </a:solidFill>
                <a:latin typeface="Arial"/>
                <a:cs typeface="Arial"/>
              </a:rPr>
              <a:t>publication</a:t>
            </a:r>
            <a:endParaRPr sz="3000" dirty="0">
              <a:latin typeface="Arial"/>
              <a:cs typeface="Arial"/>
            </a:endParaRPr>
          </a:p>
        </p:txBody>
      </p:sp>
      <p:sp>
        <p:nvSpPr>
          <p:cNvPr id="12" name="object 12"/>
          <p:cNvSpPr txBox="1"/>
          <p:nvPr/>
        </p:nvSpPr>
        <p:spPr>
          <a:xfrm>
            <a:off x="1788292" y="13410390"/>
            <a:ext cx="17118833" cy="1397177"/>
          </a:xfrm>
          <a:prstGeom prst="rect">
            <a:avLst/>
          </a:prstGeom>
        </p:spPr>
        <p:txBody>
          <a:bodyPr vert="horz" wrap="square" lIns="0" tIns="12065" rIns="0" bIns="0" rtlCol="0">
            <a:spAutoFit/>
          </a:bodyPr>
          <a:lstStyle/>
          <a:p>
            <a:pPr marR="5080"/>
            <a:r>
              <a:rPr sz="3000" spc="-10" dirty="0">
                <a:latin typeface="Arial"/>
                <a:cs typeface="Arial"/>
              </a:rPr>
              <a:t>The</a:t>
            </a:r>
            <a:r>
              <a:rPr sz="3000" spc="10" dirty="0">
                <a:latin typeface="Arial"/>
                <a:cs typeface="Arial"/>
              </a:rPr>
              <a:t> </a:t>
            </a:r>
            <a:r>
              <a:rPr sz="3000" spc="-25" dirty="0">
                <a:latin typeface="Arial"/>
                <a:cs typeface="Arial"/>
              </a:rPr>
              <a:t>contents</a:t>
            </a:r>
            <a:r>
              <a:rPr sz="3000" spc="15" dirty="0">
                <a:latin typeface="Arial"/>
                <a:cs typeface="Arial"/>
              </a:rPr>
              <a:t> </a:t>
            </a:r>
            <a:r>
              <a:rPr sz="3000" spc="-20" dirty="0">
                <a:latin typeface="Arial"/>
                <a:cs typeface="Arial"/>
              </a:rPr>
              <a:t>of</a:t>
            </a:r>
            <a:r>
              <a:rPr sz="3000" spc="10" dirty="0">
                <a:latin typeface="Arial"/>
                <a:cs typeface="Arial"/>
              </a:rPr>
              <a:t> </a:t>
            </a:r>
            <a:r>
              <a:rPr sz="3000" spc="-20" dirty="0">
                <a:latin typeface="Arial"/>
                <a:cs typeface="Arial"/>
              </a:rPr>
              <a:t>this</a:t>
            </a:r>
            <a:r>
              <a:rPr sz="3000" spc="15" dirty="0">
                <a:latin typeface="Arial"/>
                <a:cs typeface="Arial"/>
              </a:rPr>
              <a:t> </a:t>
            </a:r>
            <a:r>
              <a:rPr lang="en-US" sz="3000" spc="-25" dirty="0">
                <a:latin typeface="Arial"/>
                <a:cs typeface="Arial"/>
              </a:rPr>
              <a:t>PowerPoint slides </a:t>
            </a:r>
            <a:r>
              <a:rPr sz="3000" spc="-20" dirty="0">
                <a:latin typeface="Arial"/>
                <a:cs typeface="Arial"/>
              </a:rPr>
              <a:t>are</a:t>
            </a:r>
            <a:r>
              <a:rPr sz="3000" spc="15" dirty="0">
                <a:latin typeface="Arial"/>
                <a:cs typeface="Arial"/>
              </a:rPr>
              <a:t> </a:t>
            </a:r>
            <a:r>
              <a:rPr sz="3000" spc="-20" dirty="0">
                <a:latin typeface="Arial"/>
                <a:cs typeface="Arial"/>
              </a:rPr>
              <a:t>based</a:t>
            </a:r>
            <a:r>
              <a:rPr sz="3000" spc="10" dirty="0">
                <a:latin typeface="Arial"/>
                <a:cs typeface="Arial"/>
              </a:rPr>
              <a:t> </a:t>
            </a:r>
            <a:r>
              <a:rPr sz="3000" spc="-15" dirty="0">
                <a:latin typeface="Arial"/>
                <a:cs typeface="Arial"/>
              </a:rPr>
              <a:t>upon</a:t>
            </a:r>
            <a:r>
              <a:rPr sz="3000" spc="15" dirty="0">
                <a:latin typeface="Arial"/>
                <a:cs typeface="Arial"/>
              </a:rPr>
              <a:t> </a:t>
            </a:r>
            <a:r>
              <a:rPr sz="3000" spc="-25" dirty="0">
                <a:latin typeface="Arial"/>
                <a:cs typeface="Arial"/>
              </a:rPr>
              <a:t>references</a:t>
            </a:r>
            <a:r>
              <a:rPr sz="3000" spc="10" dirty="0">
                <a:latin typeface="Arial"/>
                <a:cs typeface="Arial"/>
              </a:rPr>
              <a:t> </a:t>
            </a:r>
            <a:r>
              <a:rPr sz="3000" spc="-35" dirty="0">
                <a:latin typeface="Arial"/>
                <a:cs typeface="Arial"/>
              </a:rPr>
              <a:t>available</a:t>
            </a:r>
            <a:r>
              <a:rPr sz="3000" spc="15" dirty="0">
                <a:latin typeface="Arial"/>
                <a:cs typeface="Arial"/>
              </a:rPr>
              <a:t> </a:t>
            </a:r>
            <a:r>
              <a:rPr sz="3000" spc="-15" dirty="0">
                <a:latin typeface="Arial"/>
                <a:cs typeface="Arial"/>
              </a:rPr>
              <a:t>in</a:t>
            </a:r>
            <a:r>
              <a:rPr sz="3000" spc="15" dirty="0">
                <a:latin typeface="Arial"/>
                <a:cs typeface="Arial"/>
              </a:rPr>
              <a:t> </a:t>
            </a:r>
            <a:r>
              <a:rPr sz="3000" spc="-15" dirty="0">
                <a:latin typeface="Arial"/>
                <a:cs typeface="Arial"/>
              </a:rPr>
              <a:t>the</a:t>
            </a:r>
            <a:r>
              <a:rPr sz="3000" spc="10" dirty="0">
                <a:latin typeface="Arial"/>
                <a:cs typeface="Arial"/>
              </a:rPr>
              <a:t> </a:t>
            </a:r>
            <a:r>
              <a:rPr sz="3000" spc="-25" dirty="0">
                <a:latin typeface="Arial"/>
                <a:cs typeface="Arial"/>
              </a:rPr>
              <a:t>published</a:t>
            </a:r>
            <a:r>
              <a:rPr sz="3000" spc="15" dirty="0">
                <a:latin typeface="Arial"/>
                <a:cs typeface="Arial"/>
              </a:rPr>
              <a:t> </a:t>
            </a:r>
            <a:r>
              <a:rPr sz="3000" spc="-35" dirty="0">
                <a:latin typeface="Arial"/>
                <a:cs typeface="Arial"/>
              </a:rPr>
              <a:t>literature</a:t>
            </a:r>
            <a:r>
              <a:rPr sz="3000" spc="10" dirty="0">
                <a:latin typeface="Arial"/>
                <a:cs typeface="Arial"/>
              </a:rPr>
              <a:t> </a:t>
            </a:r>
            <a:r>
              <a:rPr sz="3000" spc="-15" dirty="0">
                <a:latin typeface="Arial"/>
                <a:cs typeface="Arial"/>
              </a:rPr>
              <a:t>as</a:t>
            </a:r>
            <a:r>
              <a:rPr sz="3000" spc="15" dirty="0">
                <a:latin typeface="Arial"/>
                <a:cs typeface="Arial"/>
              </a:rPr>
              <a:t> </a:t>
            </a:r>
            <a:r>
              <a:rPr sz="3000" spc="-20" dirty="0">
                <a:latin typeface="Arial"/>
                <a:cs typeface="Arial"/>
              </a:rPr>
              <a:t>of</a:t>
            </a:r>
            <a:r>
              <a:rPr sz="3000" spc="15" dirty="0">
                <a:latin typeface="Arial"/>
                <a:cs typeface="Arial"/>
              </a:rPr>
              <a:t> </a:t>
            </a:r>
            <a:r>
              <a:rPr sz="3000" spc="-15" dirty="0">
                <a:latin typeface="Arial"/>
                <a:cs typeface="Arial"/>
              </a:rPr>
              <a:t>its</a:t>
            </a:r>
            <a:r>
              <a:rPr sz="3000" spc="10" dirty="0">
                <a:latin typeface="Arial"/>
                <a:cs typeface="Arial"/>
              </a:rPr>
              <a:t> </a:t>
            </a:r>
            <a:r>
              <a:rPr sz="3000" spc="-30" dirty="0">
                <a:latin typeface="Arial"/>
                <a:cs typeface="Arial"/>
              </a:rPr>
              <a:t>last </a:t>
            </a:r>
            <a:r>
              <a:rPr sz="3000" spc="-735" dirty="0">
                <a:latin typeface="Arial"/>
                <a:cs typeface="Arial"/>
              </a:rPr>
              <a:t> </a:t>
            </a:r>
            <a:r>
              <a:rPr sz="3000" spc="-35" dirty="0">
                <a:latin typeface="Arial"/>
                <a:cs typeface="Arial"/>
              </a:rPr>
              <a:t>update.</a:t>
            </a:r>
            <a:r>
              <a:rPr sz="3000" spc="10" dirty="0">
                <a:latin typeface="Arial"/>
                <a:cs typeface="Arial"/>
              </a:rPr>
              <a:t> </a:t>
            </a:r>
            <a:r>
              <a:rPr sz="3000" spc="-15" dirty="0">
                <a:latin typeface="Arial"/>
                <a:cs typeface="Arial"/>
              </a:rPr>
              <a:t>Users</a:t>
            </a:r>
            <a:r>
              <a:rPr sz="3000" spc="10" dirty="0">
                <a:latin typeface="Arial"/>
                <a:cs typeface="Arial"/>
              </a:rPr>
              <a:t> </a:t>
            </a:r>
            <a:r>
              <a:rPr sz="3000" spc="-20" dirty="0">
                <a:latin typeface="Arial"/>
                <a:cs typeface="Arial"/>
              </a:rPr>
              <a:t>are</a:t>
            </a:r>
            <a:r>
              <a:rPr sz="3000" spc="10" dirty="0">
                <a:latin typeface="Arial"/>
                <a:cs typeface="Arial"/>
              </a:rPr>
              <a:t> </a:t>
            </a:r>
            <a:r>
              <a:rPr sz="3000" spc="-20" dirty="0">
                <a:latin typeface="Arial"/>
                <a:cs typeface="Arial"/>
              </a:rPr>
              <a:t>encouraged</a:t>
            </a:r>
            <a:r>
              <a:rPr sz="3000" spc="10" dirty="0">
                <a:latin typeface="Arial"/>
                <a:cs typeface="Arial"/>
              </a:rPr>
              <a:t> </a:t>
            </a:r>
            <a:r>
              <a:rPr sz="3000" spc="-20" dirty="0">
                <a:latin typeface="Arial"/>
                <a:cs typeface="Arial"/>
              </a:rPr>
              <a:t>to</a:t>
            </a:r>
            <a:r>
              <a:rPr sz="3000" spc="10" dirty="0">
                <a:latin typeface="Arial"/>
                <a:cs typeface="Arial"/>
              </a:rPr>
              <a:t> </a:t>
            </a:r>
            <a:r>
              <a:rPr sz="3000" spc="-20" dirty="0">
                <a:latin typeface="Arial"/>
                <a:cs typeface="Arial"/>
              </a:rPr>
              <a:t>search</a:t>
            </a:r>
            <a:r>
              <a:rPr sz="3000" spc="15" dirty="0">
                <a:latin typeface="Arial"/>
                <a:cs typeface="Arial"/>
              </a:rPr>
              <a:t> </a:t>
            </a:r>
            <a:r>
              <a:rPr sz="3000" spc="-20" dirty="0">
                <a:latin typeface="Arial"/>
                <a:cs typeface="Arial"/>
              </a:rPr>
              <a:t>standard</a:t>
            </a:r>
            <a:r>
              <a:rPr sz="3000" spc="10" dirty="0">
                <a:latin typeface="Arial"/>
                <a:cs typeface="Arial"/>
              </a:rPr>
              <a:t> </a:t>
            </a:r>
            <a:r>
              <a:rPr sz="3000" spc="-15" dirty="0">
                <a:latin typeface="Arial"/>
                <a:cs typeface="Arial"/>
              </a:rPr>
              <a:t>medical</a:t>
            </a:r>
            <a:r>
              <a:rPr sz="3000" spc="10" dirty="0">
                <a:latin typeface="Arial"/>
                <a:cs typeface="Arial"/>
              </a:rPr>
              <a:t> </a:t>
            </a:r>
            <a:r>
              <a:rPr sz="3000" spc="-25" dirty="0">
                <a:latin typeface="Arial"/>
                <a:cs typeface="Arial"/>
              </a:rPr>
              <a:t>databases</a:t>
            </a:r>
            <a:r>
              <a:rPr sz="3000" spc="10" dirty="0">
                <a:latin typeface="Arial"/>
                <a:cs typeface="Arial"/>
              </a:rPr>
              <a:t> </a:t>
            </a:r>
            <a:r>
              <a:rPr sz="3000" spc="-15" dirty="0">
                <a:latin typeface="Arial"/>
                <a:cs typeface="Arial"/>
              </a:rPr>
              <a:t>for</a:t>
            </a:r>
            <a:r>
              <a:rPr sz="3000" spc="10" dirty="0">
                <a:latin typeface="Arial"/>
                <a:cs typeface="Arial"/>
              </a:rPr>
              <a:t> </a:t>
            </a:r>
            <a:r>
              <a:rPr sz="3000" spc="-25" dirty="0">
                <a:latin typeface="Arial"/>
                <a:cs typeface="Arial"/>
              </a:rPr>
              <a:t>updates</a:t>
            </a:r>
            <a:r>
              <a:rPr sz="3000" spc="15" dirty="0">
                <a:latin typeface="Arial"/>
                <a:cs typeface="Arial"/>
              </a:rPr>
              <a:t> </a:t>
            </a:r>
            <a:r>
              <a:rPr sz="3000" spc="-15" dirty="0">
                <a:latin typeface="Arial"/>
                <a:cs typeface="Arial"/>
              </a:rPr>
              <a:t>in</a:t>
            </a:r>
            <a:r>
              <a:rPr sz="3000" spc="10" dirty="0">
                <a:latin typeface="Arial"/>
                <a:cs typeface="Arial"/>
              </a:rPr>
              <a:t> </a:t>
            </a:r>
            <a:r>
              <a:rPr sz="3000" spc="-15" dirty="0">
                <a:latin typeface="Arial"/>
                <a:cs typeface="Arial"/>
              </a:rPr>
              <a:t>the</a:t>
            </a:r>
            <a:r>
              <a:rPr sz="3000" spc="10" dirty="0">
                <a:latin typeface="Arial"/>
                <a:cs typeface="Arial"/>
              </a:rPr>
              <a:t> </a:t>
            </a:r>
            <a:r>
              <a:rPr sz="3000" spc="-15" dirty="0">
                <a:latin typeface="Arial"/>
                <a:cs typeface="Arial"/>
              </a:rPr>
              <a:t>science</a:t>
            </a:r>
            <a:r>
              <a:rPr sz="3000" spc="10" dirty="0">
                <a:latin typeface="Arial"/>
                <a:cs typeface="Arial"/>
              </a:rPr>
              <a:t> </a:t>
            </a:r>
            <a:r>
              <a:rPr sz="3000" spc="-15" dirty="0">
                <a:latin typeface="Arial"/>
                <a:cs typeface="Arial"/>
              </a:rPr>
              <a:t>for</a:t>
            </a:r>
            <a:r>
              <a:rPr sz="3000" spc="10" dirty="0">
                <a:latin typeface="Arial"/>
                <a:cs typeface="Arial"/>
              </a:rPr>
              <a:t> </a:t>
            </a:r>
            <a:r>
              <a:rPr sz="3000" spc="-20" dirty="0">
                <a:latin typeface="Arial"/>
                <a:cs typeface="Arial"/>
              </a:rPr>
              <a:t>issues</a:t>
            </a:r>
            <a:r>
              <a:rPr sz="3000" spc="15" dirty="0">
                <a:latin typeface="Arial"/>
                <a:cs typeface="Arial"/>
              </a:rPr>
              <a:t> </a:t>
            </a:r>
            <a:r>
              <a:rPr sz="3000" spc="-20" dirty="0">
                <a:latin typeface="Arial"/>
                <a:cs typeface="Arial"/>
              </a:rPr>
              <a:t>of </a:t>
            </a:r>
            <a:r>
              <a:rPr sz="3000" spc="-15" dirty="0">
                <a:latin typeface="Arial"/>
                <a:cs typeface="Arial"/>
              </a:rPr>
              <a:t>particular</a:t>
            </a:r>
            <a:r>
              <a:rPr sz="3000" spc="5" dirty="0">
                <a:latin typeface="Arial"/>
                <a:cs typeface="Arial"/>
              </a:rPr>
              <a:t> </a:t>
            </a:r>
            <a:r>
              <a:rPr sz="3000" spc="-30" dirty="0">
                <a:latin typeface="Arial"/>
                <a:cs typeface="Arial"/>
              </a:rPr>
              <a:t>interest</a:t>
            </a:r>
            <a:r>
              <a:rPr sz="3000" spc="5" dirty="0">
                <a:latin typeface="Arial"/>
                <a:cs typeface="Arial"/>
              </a:rPr>
              <a:t> </a:t>
            </a:r>
            <a:r>
              <a:rPr sz="3000" spc="-5" dirty="0">
                <a:latin typeface="Arial"/>
                <a:cs typeface="Arial"/>
              </a:rPr>
              <a:t>or</a:t>
            </a:r>
            <a:r>
              <a:rPr sz="3000" spc="5" dirty="0">
                <a:latin typeface="Arial"/>
                <a:cs typeface="Arial"/>
              </a:rPr>
              <a:t> </a:t>
            </a:r>
            <a:r>
              <a:rPr sz="3000" spc="-20" dirty="0">
                <a:latin typeface="Arial"/>
                <a:cs typeface="Arial"/>
              </a:rPr>
              <a:t>sensitivity</a:t>
            </a:r>
            <a:r>
              <a:rPr sz="3000" spc="5" dirty="0">
                <a:latin typeface="Arial"/>
                <a:cs typeface="Arial"/>
              </a:rPr>
              <a:t> </a:t>
            </a:r>
            <a:r>
              <a:rPr sz="3000" spc="-15" dirty="0">
                <a:latin typeface="Arial"/>
                <a:cs typeface="Arial"/>
              </a:rPr>
              <a:t>in</a:t>
            </a:r>
            <a:r>
              <a:rPr sz="3000" spc="5" dirty="0">
                <a:latin typeface="Arial"/>
                <a:cs typeface="Arial"/>
              </a:rPr>
              <a:t> </a:t>
            </a:r>
            <a:r>
              <a:rPr sz="3000" spc="-20" dirty="0">
                <a:latin typeface="Arial"/>
                <a:cs typeface="Arial"/>
              </a:rPr>
              <a:t>their</a:t>
            </a:r>
            <a:r>
              <a:rPr sz="3000" spc="5" dirty="0">
                <a:latin typeface="Arial"/>
                <a:cs typeface="Arial"/>
              </a:rPr>
              <a:t> </a:t>
            </a:r>
            <a:r>
              <a:rPr sz="3000" spc="-20" dirty="0">
                <a:latin typeface="Arial"/>
                <a:cs typeface="Arial"/>
              </a:rPr>
              <a:t>regions</a:t>
            </a:r>
            <a:r>
              <a:rPr sz="3000" spc="5" dirty="0">
                <a:latin typeface="Arial"/>
                <a:cs typeface="Arial"/>
              </a:rPr>
              <a:t> </a:t>
            </a:r>
            <a:r>
              <a:rPr sz="3000" spc="-15" dirty="0">
                <a:latin typeface="Arial"/>
                <a:cs typeface="Arial"/>
              </a:rPr>
              <a:t>and</a:t>
            </a:r>
            <a:r>
              <a:rPr sz="3000" spc="5" dirty="0">
                <a:latin typeface="Arial"/>
                <a:cs typeface="Arial"/>
              </a:rPr>
              <a:t> </a:t>
            </a:r>
            <a:r>
              <a:rPr sz="3000" spc="-25" dirty="0">
                <a:latin typeface="Arial"/>
                <a:cs typeface="Arial"/>
              </a:rPr>
              <a:t>areas</a:t>
            </a:r>
            <a:r>
              <a:rPr sz="3000" spc="5" dirty="0">
                <a:latin typeface="Arial"/>
                <a:cs typeface="Arial"/>
              </a:rPr>
              <a:t> </a:t>
            </a:r>
            <a:r>
              <a:rPr sz="3000" spc="-20" dirty="0">
                <a:latin typeface="Arial"/>
                <a:cs typeface="Arial"/>
              </a:rPr>
              <a:t>of</a:t>
            </a:r>
            <a:r>
              <a:rPr sz="3000" spc="5" dirty="0">
                <a:latin typeface="Arial"/>
                <a:cs typeface="Arial"/>
              </a:rPr>
              <a:t> </a:t>
            </a:r>
            <a:r>
              <a:rPr sz="3000" spc="-10" dirty="0">
                <a:latin typeface="Arial"/>
                <a:cs typeface="Arial"/>
              </a:rPr>
              <a:t>specific</a:t>
            </a:r>
            <a:r>
              <a:rPr sz="3000" spc="5" dirty="0">
                <a:latin typeface="Arial"/>
                <a:cs typeface="Arial"/>
              </a:rPr>
              <a:t> </a:t>
            </a:r>
            <a:r>
              <a:rPr sz="3000" spc="-10" dirty="0">
                <a:latin typeface="Arial"/>
                <a:cs typeface="Arial"/>
              </a:rPr>
              <a:t>concern.</a:t>
            </a:r>
            <a:endParaRPr sz="3000" dirty="0">
              <a:latin typeface="Arial"/>
              <a:cs typeface="Arial"/>
            </a:endParaRPr>
          </a:p>
        </p:txBody>
      </p:sp>
      <p:sp>
        <p:nvSpPr>
          <p:cNvPr id="15" name="object 2">
            <a:extLst>
              <a:ext uri="{FF2B5EF4-FFF2-40B4-BE49-F238E27FC236}">
                <a16:creationId xmlns:a16="http://schemas.microsoft.com/office/drawing/2014/main" id="{134E03E7-CD23-4CAF-B3B8-4D3D9A14C109}"/>
              </a:ext>
            </a:extLst>
          </p:cNvPr>
          <p:cNvSpPr txBox="1">
            <a:spLocks/>
          </p:cNvSpPr>
          <p:nvPr/>
        </p:nvSpPr>
        <p:spPr>
          <a:xfrm>
            <a:off x="929679" y="149225"/>
            <a:ext cx="11255375" cy="934871"/>
          </a:xfrm>
          <a:prstGeom prst="rect">
            <a:avLst/>
          </a:prstGeom>
        </p:spPr>
        <p:txBody>
          <a:bodyPr vert="horz" wrap="square" lIns="0" tIns="11430" rIns="0" bIns="0" rtlCol="0">
            <a:spAutoFit/>
          </a:bodyPr>
          <a:lstStyle>
            <a:lvl1pPr>
              <a:defRPr sz="4000" b="0" i="0">
                <a:solidFill>
                  <a:srgbClr val="333333"/>
                </a:solidFill>
                <a:latin typeface="Arial Black"/>
                <a:ea typeface="+mj-ea"/>
                <a:cs typeface="Arial Black"/>
              </a:defRPr>
            </a:lvl1pPr>
          </a:lstStyle>
          <a:p>
            <a:pPr marL="12700">
              <a:spcBef>
                <a:spcPts val="90"/>
              </a:spcBef>
            </a:pPr>
            <a:r>
              <a:rPr lang="en-US" sz="6000" kern="0" spc="-204" dirty="0"/>
              <a:t>Acknowledgements</a:t>
            </a:r>
            <a:endParaRPr lang="en-US" sz="6000" kern="0" dirty="0"/>
          </a:p>
        </p:txBody>
      </p:sp>
      <p:sp>
        <p:nvSpPr>
          <p:cNvPr id="16" name="object 3">
            <a:extLst>
              <a:ext uri="{FF2B5EF4-FFF2-40B4-BE49-F238E27FC236}">
                <a16:creationId xmlns:a16="http://schemas.microsoft.com/office/drawing/2014/main" id="{BC9CA6BB-5FFA-4937-9349-47A93DF9BDD1}"/>
              </a:ext>
            </a:extLst>
          </p:cNvPr>
          <p:cNvSpPr txBox="1"/>
          <p:nvPr/>
        </p:nvSpPr>
        <p:spPr>
          <a:xfrm>
            <a:off x="929679" y="1216025"/>
            <a:ext cx="18952170" cy="804195"/>
          </a:xfrm>
          <a:prstGeom prst="rect">
            <a:avLst/>
          </a:prstGeom>
        </p:spPr>
        <p:txBody>
          <a:bodyPr vert="horz" wrap="square" lIns="0" tIns="12065" rIns="0" bIns="0" rtlCol="0">
            <a:spAutoFit/>
          </a:bodyPr>
          <a:lstStyle/>
          <a:p>
            <a:pPr marL="12700" marR="586740">
              <a:lnSpc>
                <a:spcPct val="109500"/>
              </a:lnSpc>
              <a:spcBef>
                <a:spcPts val="95"/>
              </a:spcBef>
            </a:pPr>
            <a:r>
              <a:rPr sz="2400" spc="-15" dirty="0">
                <a:solidFill>
                  <a:srgbClr val="333333"/>
                </a:solidFill>
                <a:latin typeface="Arial Black"/>
                <a:cs typeface="Arial Black"/>
              </a:rPr>
              <a:t>WHO</a:t>
            </a:r>
            <a:r>
              <a:rPr sz="2400" spc="-60" dirty="0">
                <a:solidFill>
                  <a:srgbClr val="333333"/>
                </a:solidFill>
                <a:latin typeface="Arial Black"/>
                <a:cs typeface="Arial Black"/>
              </a:rPr>
              <a:t> </a:t>
            </a:r>
            <a:r>
              <a:rPr sz="2400" spc="-20" dirty="0">
                <a:solidFill>
                  <a:srgbClr val="333333"/>
                </a:solidFill>
                <a:latin typeface="Arial Black"/>
                <a:cs typeface="Arial Black"/>
              </a:rPr>
              <a:t>is</a:t>
            </a:r>
            <a:r>
              <a:rPr sz="2400" spc="-55" dirty="0">
                <a:solidFill>
                  <a:srgbClr val="333333"/>
                </a:solidFill>
                <a:latin typeface="Arial Black"/>
                <a:cs typeface="Arial Black"/>
              </a:rPr>
              <a:t> </a:t>
            </a:r>
            <a:r>
              <a:rPr sz="2400" spc="-40" dirty="0">
                <a:solidFill>
                  <a:srgbClr val="333333"/>
                </a:solidFill>
                <a:latin typeface="Arial Black"/>
                <a:cs typeface="Arial Black"/>
              </a:rPr>
              <a:t>grateful</a:t>
            </a:r>
            <a:r>
              <a:rPr sz="2400" spc="-60" dirty="0">
                <a:solidFill>
                  <a:srgbClr val="333333"/>
                </a:solidFill>
                <a:latin typeface="Arial Black"/>
                <a:cs typeface="Arial Black"/>
              </a:rPr>
              <a:t> </a:t>
            </a:r>
            <a:r>
              <a:rPr sz="2400" spc="-20" dirty="0">
                <a:solidFill>
                  <a:srgbClr val="333333"/>
                </a:solidFill>
                <a:latin typeface="Arial Black"/>
                <a:cs typeface="Arial Black"/>
              </a:rPr>
              <a:t>to</a:t>
            </a:r>
            <a:r>
              <a:rPr sz="2400" spc="-60" dirty="0">
                <a:solidFill>
                  <a:srgbClr val="333333"/>
                </a:solidFill>
                <a:latin typeface="Arial Black"/>
                <a:cs typeface="Arial Black"/>
              </a:rPr>
              <a:t> </a:t>
            </a:r>
            <a:r>
              <a:rPr sz="2400" spc="-15" dirty="0">
                <a:solidFill>
                  <a:srgbClr val="333333"/>
                </a:solidFill>
                <a:latin typeface="Arial Black"/>
                <a:cs typeface="Arial Black"/>
              </a:rPr>
              <a:t>the</a:t>
            </a:r>
            <a:r>
              <a:rPr sz="2400" spc="-60" dirty="0">
                <a:solidFill>
                  <a:srgbClr val="333333"/>
                </a:solidFill>
                <a:latin typeface="Arial Black"/>
                <a:cs typeface="Arial Black"/>
              </a:rPr>
              <a:t> </a:t>
            </a:r>
            <a:r>
              <a:rPr sz="2400" spc="-35" dirty="0">
                <a:solidFill>
                  <a:srgbClr val="333333"/>
                </a:solidFill>
                <a:latin typeface="Arial Black"/>
                <a:cs typeface="Arial Black"/>
              </a:rPr>
              <a:t>Center</a:t>
            </a:r>
            <a:r>
              <a:rPr sz="2400" spc="-55" dirty="0">
                <a:solidFill>
                  <a:srgbClr val="333333"/>
                </a:solidFill>
                <a:latin typeface="Arial Black"/>
                <a:cs typeface="Arial Black"/>
              </a:rPr>
              <a:t> </a:t>
            </a:r>
            <a:r>
              <a:rPr sz="2400" spc="-30" dirty="0">
                <a:solidFill>
                  <a:srgbClr val="333333"/>
                </a:solidFill>
                <a:latin typeface="Arial Black"/>
                <a:cs typeface="Arial Black"/>
              </a:rPr>
              <a:t>for</a:t>
            </a:r>
            <a:r>
              <a:rPr sz="2400" spc="-55" dirty="0">
                <a:solidFill>
                  <a:srgbClr val="333333"/>
                </a:solidFill>
                <a:latin typeface="Arial Black"/>
                <a:cs typeface="Arial Black"/>
              </a:rPr>
              <a:t> </a:t>
            </a:r>
            <a:r>
              <a:rPr sz="2400" spc="-65" dirty="0">
                <a:solidFill>
                  <a:srgbClr val="333333"/>
                </a:solidFill>
                <a:latin typeface="Arial Black"/>
                <a:cs typeface="Arial Black"/>
              </a:rPr>
              <a:t>Preventive</a:t>
            </a:r>
            <a:r>
              <a:rPr sz="2400" spc="-60" dirty="0">
                <a:solidFill>
                  <a:srgbClr val="333333"/>
                </a:solidFill>
                <a:latin typeface="Arial Black"/>
                <a:cs typeface="Arial Black"/>
              </a:rPr>
              <a:t> </a:t>
            </a:r>
            <a:r>
              <a:rPr sz="2400" spc="-35" dirty="0">
                <a:solidFill>
                  <a:srgbClr val="333333"/>
                </a:solidFill>
                <a:latin typeface="Arial Black"/>
                <a:cs typeface="Arial Black"/>
              </a:rPr>
              <a:t>Medical</a:t>
            </a:r>
            <a:r>
              <a:rPr sz="2400" spc="-60" dirty="0">
                <a:solidFill>
                  <a:srgbClr val="333333"/>
                </a:solidFill>
                <a:latin typeface="Arial Black"/>
                <a:cs typeface="Arial Black"/>
              </a:rPr>
              <a:t> </a:t>
            </a:r>
            <a:r>
              <a:rPr sz="2400" spc="-35" dirty="0">
                <a:solidFill>
                  <a:srgbClr val="333333"/>
                </a:solidFill>
                <a:latin typeface="Arial Black"/>
                <a:cs typeface="Arial Black"/>
              </a:rPr>
              <a:t>Sciences,</a:t>
            </a:r>
            <a:r>
              <a:rPr sz="2400" spc="-60" dirty="0">
                <a:solidFill>
                  <a:srgbClr val="333333"/>
                </a:solidFill>
                <a:latin typeface="Arial Black"/>
                <a:cs typeface="Arial Black"/>
              </a:rPr>
              <a:t> </a:t>
            </a:r>
            <a:r>
              <a:rPr sz="2400" spc="-35" dirty="0">
                <a:solidFill>
                  <a:srgbClr val="333333"/>
                </a:solidFill>
                <a:latin typeface="Arial Black"/>
                <a:cs typeface="Arial Black"/>
              </a:rPr>
              <a:t>Chiba</a:t>
            </a:r>
            <a:r>
              <a:rPr sz="2400" spc="-60" dirty="0">
                <a:solidFill>
                  <a:srgbClr val="333333"/>
                </a:solidFill>
                <a:latin typeface="Arial Black"/>
                <a:cs typeface="Arial Black"/>
              </a:rPr>
              <a:t> </a:t>
            </a:r>
            <a:r>
              <a:rPr sz="2400" spc="-50" dirty="0">
                <a:solidFill>
                  <a:srgbClr val="333333"/>
                </a:solidFill>
                <a:latin typeface="Arial Black"/>
                <a:cs typeface="Arial Black"/>
              </a:rPr>
              <a:t>University, </a:t>
            </a:r>
            <a:r>
              <a:rPr sz="2400" spc="-1050" dirty="0">
                <a:solidFill>
                  <a:srgbClr val="333333"/>
                </a:solidFill>
                <a:latin typeface="Arial Black"/>
                <a:cs typeface="Arial Black"/>
              </a:rPr>
              <a:t> </a:t>
            </a:r>
            <a:r>
              <a:rPr sz="2400" spc="-30" dirty="0">
                <a:solidFill>
                  <a:srgbClr val="333333"/>
                </a:solidFill>
                <a:latin typeface="Arial Black"/>
                <a:cs typeface="Arial Black"/>
              </a:rPr>
              <a:t>Japan,</a:t>
            </a:r>
            <a:r>
              <a:rPr sz="2400" spc="-65" dirty="0">
                <a:solidFill>
                  <a:srgbClr val="333333"/>
                </a:solidFill>
                <a:latin typeface="Arial Black"/>
                <a:cs typeface="Arial Black"/>
              </a:rPr>
              <a:t> </a:t>
            </a:r>
            <a:r>
              <a:rPr sz="2400" spc="-30" dirty="0">
                <a:solidFill>
                  <a:srgbClr val="333333"/>
                </a:solidFill>
                <a:latin typeface="Arial Black"/>
                <a:cs typeface="Arial Black"/>
              </a:rPr>
              <a:t>for</a:t>
            </a:r>
            <a:r>
              <a:rPr sz="2400" spc="-55" dirty="0">
                <a:solidFill>
                  <a:srgbClr val="333333"/>
                </a:solidFill>
                <a:latin typeface="Arial Black"/>
                <a:cs typeface="Arial Black"/>
              </a:rPr>
              <a:t> </a:t>
            </a:r>
            <a:r>
              <a:rPr sz="2400" spc="-45" dirty="0">
                <a:solidFill>
                  <a:srgbClr val="333333"/>
                </a:solidFill>
                <a:latin typeface="Arial Black"/>
                <a:cs typeface="Arial Black"/>
              </a:rPr>
              <a:t>providing</a:t>
            </a:r>
            <a:r>
              <a:rPr sz="2400" spc="-65" dirty="0">
                <a:solidFill>
                  <a:srgbClr val="333333"/>
                </a:solidFill>
                <a:latin typeface="Arial Black"/>
                <a:cs typeface="Arial Black"/>
              </a:rPr>
              <a:t> </a:t>
            </a:r>
            <a:r>
              <a:rPr sz="2400" spc="-15" dirty="0">
                <a:solidFill>
                  <a:srgbClr val="333333"/>
                </a:solidFill>
                <a:latin typeface="Arial Black"/>
                <a:cs typeface="Arial Black"/>
              </a:rPr>
              <a:t>the</a:t>
            </a:r>
            <a:r>
              <a:rPr sz="2400" spc="-60" dirty="0">
                <a:solidFill>
                  <a:srgbClr val="333333"/>
                </a:solidFill>
                <a:latin typeface="Arial Black"/>
                <a:cs typeface="Arial Black"/>
              </a:rPr>
              <a:t> </a:t>
            </a:r>
            <a:r>
              <a:rPr sz="2400" spc="-40" dirty="0">
                <a:solidFill>
                  <a:srgbClr val="333333"/>
                </a:solidFill>
                <a:latin typeface="Arial Black"/>
                <a:cs typeface="Arial Black"/>
              </a:rPr>
              <a:t>technical</a:t>
            </a:r>
            <a:r>
              <a:rPr sz="2400" spc="-65" dirty="0">
                <a:solidFill>
                  <a:srgbClr val="333333"/>
                </a:solidFill>
                <a:latin typeface="Arial Black"/>
                <a:cs typeface="Arial Black"/>
              </a:rPr>
              <a:t> </a:t>
            </a:r>
            <a:r>
              <a:rPr sz="2400" spc="-20" dirty="0">
                <a:solidFill>
                  <a:srgbClr val="333333"/>
                </a:solidFill>
                <a:latin typeface="Arial Black"/>
                <a:cs typeface="Arial Black"/>
              </a:rPr>
              <a:t>and</a:t>
            </a:r>
            <a:r>
              <a:rPr sz="2400" spc="-60" dirty="0">
                <a:solidFill>
                  <a:srgbClr val="333333"/>
                </a:solidFill>
                <a:latin typeface="Arial Black"/>
                <a:cs typeface="Arial Black"/>
              </a:rPr>
              <a:t> </a:t>
            </a:r>
            <a:r>
              <a:rPr sz="2400" spc="-50" dirty="0">
                <a:solidFill>
                  <a:srgbClr val="333333"/>
                </a:solidFill>
                <a:latin typeface="Arial Black"/>
                <a:cs typeface="Arial Black"/>
              </a:rPr>
              <a:t>financial</a:t>
            </a:r>
            <a:r>
              <a:rPr sz="2400" spc="-65" dirty="0">
                <a:solidFill>
                  <a:srgbClr val="333333"/>
                </a:solidFill>
                <a:latin typeface="Arial Black"/>
                <a:cs typeface="Arial Black"/>
              </a:rPr>
              <a:t> </a:t>
            </a:r>
            <a:r>
              <a:rPr sz="2400" spc="-15" dirty="0">
                <a:solidFill>
                  <a:srgbClr val="333333"/>
                </a:solidFill>
                <a:latin typeface="Arial Black"/>
                <a:cs typeface="Arial Black"/>
              </a:rPr>
              <a:t>support</a:t>
            </a:r>
            <a:r>
              <a:rPr sz="2400" spc="-55" dirty="0">
                <a:solidFill>
                  <a:srgbClr val="333333"/>
                </a:solidFill>
                <a:latin typeface="Arial Black"/>
                <a:cs typeface="Arial Black"/>
              </a:rPr>
              <a:t> </a:t>
            </a:r>
            <a:r>
              <a:rPr sz="2400" spc="-30" dirty="0">
                <a:solidFill>
                  <a:srgbClr val="333333"/>
                </a:solidFill>
                <a:latin typeface="Arial Black"/>
                <a:cs typeface="Arial Black"/>
              </a:rPr>
              <a:t>that</a:t>
            </a:r>
            <a:r>
              <a:rPr sz="2400" spc="-60" dirty="0">
                <a:solidFill>
                  <a:srgbClr val="333333"/>
                </a:solidFill>
                <a:latin typeface="Arial Black"/>
                <a:cs typeface="Arial Black"/>
              </a:rPr>
              <a:t> </a:t>
            </a:r>
            <a:r>
              <a:rPr sz="2400" spc="-25" dirty="0">
                <a:solidFill>
                  <a:srgbClr val="333333"/>
                </a:solidFill>
                <a:latin typeface="Arial Black"/>
                <a:cs typeface="Arial Black"/>
              </a:rPr>
              <a:t>made</a:t>
            </a:r>
            <a:r>
              <a:rPr sz="2400" spc="-60" dirty="0">
                <a:solidFill>
                  <a:srgbClr val="333333"/>
                </a:solidFill>
                <a:latin typeface="Arial Black"/>
                <a:cs typeface="Arial Black"/>
              </a:rPr>
              <a:t> </a:t>
            </a:r>
            <a:r>
              <a:rPr sz="2400" spc="-25" dirty="0">
                <a:solidFill>
                  <a:srgbClr val="333333"/>
                </a:solidFill>
                <a:latin typeface="Arial Black"/>
                <a:cs typeface="Arial Black"/>
              </a:rPr>
              <a:t>this</a:t>
            </a:r>
            <a:r>
              <a:rPr sz="2400" spc="-60" dirty="0">
                <a:solidFill>
                  <a:srgbClr val="333333"/>
                </a:solidFill>
                <a:latin typeface="Arial Black"/>
                <a:cs typeface="Arial Black"/>
              </a:rPr>
              <a:t> </a:t>
            </a:r>
            <a:r>
              <a:rPr sz="2400" spc="-40" dirty="0">
                <a:solidFill>
                  <a:srgbClr val="333333"/>
                </a:solidFill>
                <a:latin typeface="Arial Black"/>
                <a:cs typeface="Arial Black"/>
              </a:rPr>
              <a:t>project</a:t>
            </a:r>
            <a:r>
              <a:rPr lang="ja-JP" altLang="en-US" sz="2400" spc="-40" dirty="0">
                <a:solidFill>
                  <a:srgbClr val="333333"/>
                </a:solidFill>
                <a:latin typeface="Arial Black"/>
                <a:cs typeface="Arial Black"/>
              </a:rPr>
              <a:t> </a:t>
            </a:r>
            <a:r>
              <a:rPr sz="2400" spc="-35" dirty="0">
                <a:solidFill>
                  <a:srgbClr val="333333"/>
                </a:solidFill>
                <a:latin typeface="Arial Black"/>
                <a:cs typeface="Arial Black"/>
              </a:rPr>
              <a:t>possible.</a:t>
            </a:r>
            <a:endParaRPr sz="2400" dirty="0">
              <a:latin typeface="Arial Black"/>
              <a:cs typeface="Arial Black"/>
            </a:endParaRPr>
          </a:p>
        </p:txBody>
      </p:sp>
      <p:sp>
        <p:nvSpPr>
          <p:cNvPr id="3" name="テキスト ボックス 2">
            <a:extLst>
              <a:ext uri="{FF2B5EF4-FFF2-40B4-BE49-F238E27FC236}">
                <a16:creationId xmlns:a16="http://schemas.microsoft.com/office/drawing/2014/main" id="{4FD69120-624A-4E63-A2D1-36C2B7F8BFE6}"/>
              </a:ext>
            </a:extLst>
          </p:cNvPr>
          <p:cNvSpPr txBox="1"/>
          <p:nvPr/>
        </p:nvSpPr>
        <p:spPr>
          <a:xfrm>
            <a:off x="1788292" y="3044825"/>
            <a:ext cx="17124356" cy="7940635"/>
          </a:xfrm>
          <a:prstGeom prst="rect">
            <a:avLst/>
          </a:prstGeom>
          <a:noFill/>
        </p:spPr>
        <p:txBody>
          <a:bodyPr wrap="square" rtlCol="0">
            <a:spAutoFit/>
          </a:bodyPr>
          <a:lstStyle/>
          <a:p>
            <a:r>
              <a:rPr lang="en-US" altLang="ja-JP" sz="3000" dirty="0">
                <a:latin typeface="Arial" panose="020B0604020202020204" pitchFamily="34" charset="0"/>
                <a:cs typeface="Arial" panose="020B0604020202020204" pitchFamily="34" charset="0"/>
              </a:rPr>
              <a:t>WHO/HEP/ECH/CHE/slides/22.03</a:t>
            </a:r>
          </a:p>
          <a:p>
            <a:r>
              <a:rPr lang="en-US" altLang="ja-JP" sz="3000" b="1" dirty="0">
                <a:latin typeface="Arial" panose="020B0604020202020204" pitchFamily="34" charset="0"/>
                <a:cs typeface="Arial" panose="020B0604020202020204" pitchFamily="34" charset="0"/>
              </a:rPr>
              <a:t>© World Health </a:t>
            </a:r>
            <a:r>
              <a:rPr lang="en-US" altLang="ja-JP" sz="3000" b="1">
                <a:latin typeface="Arial" panose="020B0604020202020204" pitchFamily="34" charset="0"/>
                <a:cs typeface="Arial" panose="020B0604020202020204" pitchFamily="34" charset="0"/>
              </a:rPr>
              <a:t>Organization 2022</a:t>
            </a:r>
            <a:endParaRPr lang="en-US" altLang="ja-JP" sz="3000" b="1" dirty="0">
              <a:latin typeface="Arial" panose="020B0604020202020204" pitchFamily="34" charset="0"/>
              <a:cs typeface="Arial" panose="020B0604020202020204" pitchFamily="34" charset="0"/>
            </a:endParaRPr>
          </a:p>
          <a:p>
            <a:r>
              <a:rPr lang="en-US" altLang="ja-JP" sz="3000" dirty="0">
                <a:latin typeface="Arial" panose="020B0604020202020204" pitchFamily="34" charset="0"/>
                <a:cs typeface="Arial" panose="020B0604020202020204" pitchFamily="34" charset="0"/>
              </a:rPr>
              <a:t>Some rights reserved. This work is available under the Creative Commons Attribution-</a:t>
            </a:r>
            <a:r>
              <a:rPr lang="en-US" altLang="ja-JP" sz="3000" dirty="0" err="1">
                <a:latin typeface="Arial" panose="020B0604020202020204" pitchFamily="34" charset="0"/>
                <a:cs typeface="Arial" panose="020B0604020202020204" pitchFamily="34" charset="0"/>
              </a:rPr>
              <a:t>NonCommercial</a:t>
            </a:r>
            <a:r>
              <a:rPr lang="en-US" altLang="ja-JP" sz="3000" dirty="0">
                <a:latin typeface="Arial" panose="020B0604020202020204" pitchFamily="34" charset="0"/>
                <a:cs typeface="Arial" panose="020B0604020202020204" pitchFamily="34" charset="0"/>
              </a:rPr>
              <a:t>-</a:t>
            </a:r>
            <a:r>
              <a:rPr lang="en-US" altLang="ja-JP" sz="3000" dirty="0" err="1">
                <a:latin typeface="Arial" panose="020B0604020202020204" pitchFamily="34" charset="0"/>
                <a:cs typeface="Arial" panose="020B0604020202020204" pitchFamily="34" charset="0"/>
              </a:rPr>
              <a:t>ShareAlike</a:t>
            </a:r>
            <a:r>
              <a:rPr lang="en-US" altLang="ja-JP" sz="3000" dirty="0">
                <a:latin typeface="Arial" panose="020B0604020202020204" pitchFamily="34" charset="0"/>
                <a:cs typeface="Arial" panose="020B0604020202020204" pitchFamily="34" charset="0"/>
              </a:rPr>
              <a:t> 3.0 IGO </a:t>
            </a:r>
            <a:r>
              <a:rPr lang="en-US" altLang="ja-JP" sz="3000" dirty="0" err="1">
                <a:latin typeface="Arial" panose="020B0604020202020204" pitchFamily="34" charset="0"/>
                <a:cs typeface="Arial" panose="020B0604020202020204" pitchFamily="34" charset="0"/>
              </a:rPr>
              <a:t>licence</a:t>
            </a:r>
            <a:r>
              <a:rPr lang="en-US" altLang="ja-JP" sz="3000" dirty="0">
                <a:latin typeface="Arial" panose="020B0604020202020204" pitchFamily="34" charset="0"/>
                <a:cs typeface="Arial" panose="020B0604020202020204" pitchFamily="34" charset="0"/>
              </a:rPr>
              <a:t> (CC BY-NC-SA 3.0 IGO; </a:t>
            </a:r>
            <a:r>
              <a:rPr lang="en-US" altLang="ja-JP" sz="3000" u="sng" dirty="0">
                <a:latin typeface="Arial" panose="020B0604020202020204" pitchFamily="34" charset="0"/>
                <a:cs typeface="Arial" panose="020B0604020202020204" pitchFamily="34" charset="0"/>
                <a:hlinkClick r:id="rId3"/>
              </a:rPr>
              <a:t>https://creativecommons.org/licenses/by-nc-sa/3.0/igo</a:t>
            </a:r>
            <a:r>
              <a:rPr lang="en-US" altLang="ja-JP" sz="3000" dirty="0">
                <a:latin typeface="Arial" panose="020B0604020202020204" pitchFamily="34" charset="0"/>
                <a:cs typeface="Arial" panose="020B0604020202020204" pitchFamily="34" charset="0"/>
              </a:rPr>
              <a:t>). </a:t>
            </a:r>
            <a:endParaRPr lang="ja-JP" altLang="ja-JP" sz="3000" dirty="0">
              <a:latin typeface="Arial" panose="020B0604020202020204" pitchFamily="34" charset="0"/>
              <a:cs typeface="Arial" panose="020B0604020202020204" pitchFamily="34" charset="0"/>
            </a:endParaRPr>
          </a:p>
          <a:p>
            <a:r>
              <a:rPr lang="en-US" altLang="ja-JP" sz="3000" dirty="0">
                <a:latin typeface="Arial" panose="020B0604020202020204" pitchFamily="34" charset="0"/>
                <a:cs typeface="Arial" panose="020B0604020202020204" pitchFamily="34" charset="0"/>
              </a:rPr>
              <a:t>Under the terms of this </a:t>
            </a:r>
            <a:r>
              <a:rPr lang="en-US" altLang="ja-JP" sz="3000" dirty="0" err="1">
                <a:latin typeface="Arial" panose="020B0604020202020204" pitchFamily="34" charset="0"/>
                <a:cs typeface="Arial" panose="020B0604020202020204" pitchFamily="34" charset="0"/>
              </a:rPr>
              <a:t>licence</a:t>
            </a:r>
            <a:r>
              <a:rPr lang="en-US" altLang="ja-JP" sz="3000" dirty="0">
                <a:latin typeface="Arial" panose="020B0604020202020204" pitchFamily="34" charset="0"/>
                <a:cs typeface="Arial" panose="020B0604020202020204" pitchFamily="34" charset="0"/>
              </a:rPr>
              <a:t>, you may copy, redistribute and adapt the work for non-commercial purposes, provided the work is appropriately cited, as indicated below. In any use of this work, there should be no suggestion that WHO endorses any specific organization, products or services. The use of the WHO logo is not permitted. If you adapt the work, then you must license your work under the same or equivalent Creative Commons </a:t>
            </a:r>
            <a:r>
              <a:rPr lang="en-US" altLang="ja-JP" sz="3000" dirty="0" err="1">
                <a:latin typeface="Arial" panose="020B0604020202020204" pitchFamily="34" charset="0"/>
                <a:cs typeface="Arial" panose="020B0604020202020204" pitchFamily="34" charset="0"/>
              </a:rPr>
              <a:t>licence</a:t>
            </a:r>
            <a:r>
              <a:rPr lang="en-US" altLang="ja-JP" sz="3000" dirty="0">
                <a:latin typeface="Arial" panose="020B0604020202020204" pitchFamily="34" charset="0"/>
                <a:cs typeface="Arial" panose="020B0604020202020204" pitchFamily="34" charset="0"/>
              </a:rPr>
              <a:t>. If you create a translation of this work, you should add the following disclaimer along with the suggested citation:</a:t>
            </a:r>
            <a:r>
              <a:rPr lang="en-US" altLang="ja-JP" sz="3000" i="1" dirty="0">
                <a:latin typeface="Arial" panose="020B0604020202020204" pitchFamily="34" charset="0"/>
                <a:cs typeface="Arial" panose="020B0604020202020204" pitchFamily="34" charset="0"/>
              </a:rPr>
              <a:t> “</a:t>
            </a:r>
            <a:r>
              <a:rPr lang="en-US" altLang="ja-JP" sz="3000" dirty="0">
                <a:latin typeface="Arial" panose="020B0604020202020204" pitchFamily="34" charset="0"/>
                <a:cs typeface="Arial" panose="020B0604020202020204" pitchFamily="34" charset="0"/>
              </a:rPr>
              <a:t>This translation was not created by the World Health Organization (WHO). WHO is not responsible for the content or accuracy of this translation. The original English edition shall be the binding and authentic edition”. Any mediation relating to disputes arising under the </a:t>
            </a:r>
            <a:r>
              <a:rPr lang="en-US" altLang="ja-JP" sz="3000" dirty="0" err="1">
                <a:latin typeface="Arial" panose="020B0604020202020204" pitchFamily="34" charset="0"/>
                <a:cs typeface="Arial" panose="020B0604020202020204" pitchFamily="34" charset="0"/>
              </a:rPr>
              <a:t>licence</a:t>
            </a:r>
            <a:r>
              <a:rPr lang="en-US" altLang="ja-JP" sz="3000" dirty="0">
                <a:latin typeface="Arial" panose="020B0604020202020204" pitchFamily="34" charset="0"/>
                <a:cs typeface="Arial" panose="020B0604020202020204" pitchFamily="34" charset="0"/>
              </a:rPr>
              <a:t> shall be conducted in accordance with the mediation rules of the World Intellectual Property Organization (</a:t>
            </a:r>
            <a:r>
              <a:rPr lang="en-US" altLang="ja-JP" sz="3000" u="sng" dirty="0">
                <a:latin typeface="Arial" panose="020B0604020202020204" pitchFamily="34" charset="0"/>
                <a:cs typeface="Arial" panose="020B0604020202020204" pitchFamily="34" charset="0"/>
                <a:hlinkClick r:id="rId4"/>
              </a:rPr>
              <a:t>http://www.wipo.int/amc/en/mediation/rules/</a:t>
            </a:r>
            <a:r>
              <a:rPr lang="en-US" altLang="ja-JP" sz="3000" dirty="0">
                <a:latin typeface="Arial" panose="020B0604020202020204" pitchFamily="34" charset="0"/>
                <a:cs typeface="Arial" panose="020B0604020202020204" pitchFamily="34" charset="0"/>
              </a:rPr>
              <a:t>).</a:t>
            </a:r>
            <a:endParaRPr lang="ja-JP" altLang="ja-JP" sz="3000" dirty="0">
              <a:latin typeface="Arial" panose="020B0604020202020204" pitchFamily="34" charset="0"/>
              <a:cs typeface="Arial" panose="020B0604020202020204" pitchFamily="34" charset="0"/>
            </a:endParaRPr>
          </a:p>
          <a:p>
            <a:endParaRPr kumimoji="1" lang="ja-JP" altLang="en-US" sz="3000" dirty="0">
              <a:latin typeface="Arial" panose="020B0604020202020204" pitchFamily="34" charset="0"/>
              <a:cs typeface="Arial" panose="020B0604020202020204" pitchFamily="34" charset="0"/>
            </a:endParaRPr>
          </a:p>
        </p:txBody>
      </p:sp>
      <p:sp>
        <p:nvSpPr>
          <p:cNvPr id="17" name="object 11">
            <a:extLst>
              <a:ext uri="{FF2B5EF4-FFF2-40B4-BE49-F238E27FC236}">
                <a16:creationId xmlns:a16="http://schemas.microsoft.com/office/drawing/2014/main" id="{7426BFA3-59A3-4510-B033-97602D6FDB70}"/>
              </a:ext>
            </a:extLst>
          </p:cNvPr>
          <p:cNvSpPr txBox="1"/>
          <p:nvPr/>
        </p:nvSpPr>
        <p:spPr>
          <a:xfrm>
            <a:off x="1191451" y="3947855"/>
            <a:ext cx="212725" cy="505908"/>
          </a:xfrm>
          <a:prstGeom prst="rect">
            <a:avLst/>
          </a:prstGeom>
        </p:spPr>
        <p:txBody>
          <a:bodyPr vert="horz" wrap="square" lIns="0" tIns="13335" rIns="0" bIns="0" rtlCol="0">
            <a:spAutoFit/>
          </a:bodyPr>
          <a:lstStyle/>
          <a:p>
            <a:pPr marL="12700">
              <a:lnSpc>
                <a:spcPct val="100000"/>
              </a:lnSpc>
              <a:spcBef>
                <a:spcPts val="105"/>
              </a:spcBef>
            </a:pPr>
            <a:r>
              <a:rPr sz="3200" b="1" dirty="0">
                <a:latin typeface="Arial"/>
                <a:cs typeface="Arial"/>
              </a:rPr>
              <a:t>•</a:t>
            </a:r>
            <a:endParaRPr sz="3200" dirty="0">
              <a:latin typeface="Arial"/>
              <a:cs typeface="Arial"/>
            </a:endParaRPr>
          </a:p>
        </p:txBody>
      </p:sp>
      <p:sp>
        <p:nvSpPr>
          <p:cNvPr id="18" name="object 11">
            <a:extLst>
              <a:ext uri="{FF2B5EF4-FFF2-40B4-BE49-F238E27FC236}">
                <a16:creationId xmlns:a16="http://schemas.microsoft.com/office/drawing/2014/main" id="{3CFDF9A4-80CC-4E9D-9D4E-A229D7496B45}"/>
              </a:ext>
            </a:extLst>
          </p:cNvPr>
          <p:cNvSpPr txBox="1"/>
          <p:nvPr/>
        </p:nvSpPr>
        <p:spPr>
          <a:xfrm>
            <a:off x="1212850" y="10534058"/>
            <a:ext cx="212725" cy="505908"/>
          </a:xfrm>
          <a:prstGeom prst="rect">
            <a:avLst/>
          </a:prstGeom>
        </p:spPr>
        <p:txBody>
          <a:bodyPr vert="horz" wrap="square" lIns="0" tIns="13335" rIns="0" bIns="0" rtlCol="0">
            <a:spAutoFit/>
          </a:bodyPr>
          <a:lstStyle/>
          <a:p>
            <a:pPr marL="12700">
              <a:lnSpc>
                <a:spcPct val="100000"/>
              </a:lnSpc>
              <a:spcBef>
                <a:spcPts val="105"/>
              </a:spcBef>
            </a:pPr>
            <a:r>
              <a:rPr sz="3200" b="1" dirty="0">
                <a:latin typeface="Arial"/>
                <a:cs typeface="Arial"/>
              </a:rPr>
              <a:t>•</a:t>
            </a:r>
            <a:endParaRPr sz="3200" dirty="0">
              <a:latin typeface="Arial"/>
              <a:cs typeface="Arial"/>
            </a:endParaRPr>
          </a:p>
        </p:txBody>
      </p:sp>
      <p:sp>
        <p:nvSpPr>
          <p:cNvPr id="19" name="object 11">
            <a:extLst>
              <a:ext uri="{FF2B5EF4-FFF2-40B4-BE49-F238E27FC236}">
                <a16:creationId xmlns:a16="http://schemas.microsoft.com/office/drawing/2014/main" id="{271C29E8-017F-4D5C-A338-D3DE04164181}"/>
              </a:ext>
            </a:extLst>
          </p:cNvPr>
          <p:cNvSpPr txBox="1"/>
          <p:nvPr/>
        </p:nvSpPr>
        <p:spPr>
          <a:xfrm>
            <a:off x="1212850" y="11731625"/>
            <a:ext cx="212725" cy="505908"/>
          </a:xfrm>
          <a:prstGeom prst="rect">
            <a:avLst/>
          </a:prstGeom>
        </p:spPr>
        <p:txBody>
          <a:bodyPr vert="horz" wrap="square" lIns="0" tIns="13335" rIns="0" bIns="0" rtlCol="0">
            <a:spAutoFit/>
          </a:bodyPr>
          <a:lstStyle/>
          <a:p>
            <a:pPr marL="12700">
              <a:lnSpc>
                <a:spcPct val="100000"/>
              </a:lnSpc>
              <a:spcBef>
                <a:spcPts val="105"/>
              </a:spcBef>
            </a:pPr>
            <a:r>
              <a:rPr sz="3200" b="1" dirty="0">
                <a:latin typeface="Arial"/>
                <a:cs typeface="Arial"/>
              </a:rPr>
              <a:t>•</a:t>
            </a:r>
            <a:endParaRPr sz="3200" dirty="0">
              <a:latin typeface="Arial"/>
              <a:cs typeface="Arial"/>
            </a:endParaRPr>
          </a:p>
        </p:txBody>
      </p:sp>
      <p:sp>
        <p:nvSpPr>
          <p:cNvPr id="20" name="object 11">
            <a:extLst>
              <a:ext uri="{FF2B5EF4-FFF2-40B4-BE49-F238E27FC236}">
                <a16:creationId xmlns:a16="http://schemas.microsoft.com/office/drawing/2014/main" id="{E3D09A64-D2D9-48C4-87AD-31D4CDC52BE5}"/>
              </a:ext>
            </a:extLst>
          </p:cNvPr>
          <p:cNvSpPr txBox="1"/>
          <p:nvPr/>
        </p:nvSpPr>
        <p:spPr>
          <a:xfrm>
            <a:off x="1212850" y="13359317"/>
            <a:ext cx="212725" cy="505908"/>
          </a:xfrm>
          <a:prstGeom prst="rect">
            <a:avLst/>
          </a:prstGeom>
        </p:spPr>
        <p:txBody>
          <a:bodyPr vert="horz" wrap="square" lIns="0" tIns="13335" rIns="0" bIns="0" rtlCol="0">
            <a:spAutoFit/>
          </a:bodyPr>
          <a:lstStyle/>
          <a:p>
            <a:pPr marL="12700">
              <a:lnSpc>
                <a:spcPct val="100000"/>
              </a:lnSpc>
              <a:spcBef>
                <a:spcPts val="105"/>
              </a:spcBef>
            </a:pPr>
            <a:r>
              <a:rPr sz="3200" b="1" dirty="0">
                <a:latin typeface="Arial"/>
                <a:cs typeface="Arial"/>
              </a:rPr>
              <a:t>•</a:t>
            </a:r>
            <a:endParaRPr sz="3200" dirty="0">
              <a:latin typeface="Arial"/>
              <a:cs typeface="Arial"/>
            </a:endParaRPr>
          </a:p>
        </p:txBody>
      </p:sp>
      <p:sp>
        <p:nvSpPr>
          <p:cNvPr id="13" name="テキスト ボックス 12">
            <a:extLst>
              <a:ext uri="{FF2B5EF4-FFF2-40B4-BE49-F238E27FC236}">
                <a16:creationId xmlns:a16="http://schemas.microsoft.com/office/drawing/2014/main" id="{80C4E90C-73CC-439D-9AA0-2197A4DE3AAF}"/>
              </a:ext>
            </a:extLst>
          </p:cNvPr>
          <p:cNvSpPr txBox="1"/>
          <p:nvPr/>
        </p:nvSpPr>
        <p:spPr>
          <a:xfrm>
            <a:off x="374650" y="14332605"/>
            <a:ext cx="662361" cy="523220"/>
          </a:xfrm>
          <a:prstGeom prst="rect">
            <a:avLst/>
          </a:prstGeom>
          <a:noFill/>
        </p:spPr>
        <p:txBody>
          <a:bodyPr wrap="none" rtlCol="0">
            <a:spAutoFit/>
          </a:bodyPr>
          <a:lstStyle/>
          <a:p>
            <a:r>
              <a:rPr kumimoji="1" lang="en-US" altLang="ja-JP" sz="2800" dirty="0">
                <a:latin typeface="Arial Black" panose="020B0A04020102020204" pitchFamily="34" charset="0"/>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33333"/>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750</TotalTime>
  <Words>2446</Words>
  <Application>Microsoft Office PowerPoint</Application>
  <PresentationFormat>Custom</PresentationFormat>
  <Paragraphs>203</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游ゴシック</vt:lpstr>
      <vt:lpstr>Arial</vt:lpstr>
      <vt:lpstr>Arial Black</vt:lpstr>
      <vt:lpstr>Calibri</vt:lpstr>
      <vt:lpstr>Times New Roman</vt:lpstr>
      <vt:lpstr>Wingdings</vt:lpstr>
      <vt:lpstr>Office Theme</vt:lpstr>
      <vt:lpstr>Pollution-free  environments for  healthy generations WHO information slides for the health sector</vt:lpstr>
      <vt:lpstr>Key Facts</vt:lpstr>
      <vt:lpstr>What can community  health workers do?</vt:lpstr>
      <vt:lpstr>Air pollution</vt:lpstr>
      <vt:lpstr>Air pollution</vt:lpstr>
      <vt:lpstr>Chemicals: heavy metals, persistent</vt:lpstr>
      <vt:lpstr>Chemicals: heavy metals, persistent</vt:lpstr>
      <vt:lpstr>Water, sanitation  and hygiene (WASH)</vt:lpstr>
      <vt:lpstr>Water, sanitation  and hygiene (WASH)</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Pollution-free  environments for  healthy generations WHO training package for the health sector</dc:title>
  <dc:creator>Eunice Tshilengu</dc:creator>
  <cp:lastModifiedBy>CORSI, Annalisa</cp:lastModifiedBy>
  <cp:revision>72</cp:revision>
  <cp:lastPrinted>2022-10-10T07:20:57Z</cp:lastPrinted>
  <dcterms:created xsi:type="dcterms:W3CDTF">2021-09-10T10:19:23Z</dcterms:created>
  <dcterms:modified xsi:type="dcterms:W3CDTF">2022-10-17T08:55:28Z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2021-09-10T00:00:00Z</vt:filetime>
  </property>
  <property fmtid="{D5CDD505-2E9C-101B-9397-08002B2CF9AE}" pid="3" name="Creator">
    <vt:lpwstr>Adobe InDesign 16.1 (Macintosh)</vt:lpwstr>
  </property>
  <property fmtid="{D5CDD505-2E9C-101B-9397-08002B2CF9AE}" pid="4" name="LastSaved">
    <vt:filetime>2021-09-10T00:00:00Z</vt:filetime>
  </property>
</Properties>
</file>